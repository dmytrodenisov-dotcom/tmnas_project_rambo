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4"/>
  </p:sldMasterIdLst>
  <p:notesMasterIdLst>
    <p:notesMasterId r:id="rId7"/>
  </p:notesMasterIdLst>
  <p:handoutMasterIdLst>
    <p:handoutMasterId r:id="rId8"/>
  </p:handoutMasterIdLst>
  <p:sldIdLst>
    <p:sldId id="424" r:id="rId5"/>
    <p:sldId id="41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4C7F1D-93AC-46FC-C895-70FE7977C8CA}" name="Boris Gutkin" initials="BG" userId="S::Boris_Gutkin@epam.com::7b3db621-c480-4035-adea-0c6e709082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0"/>
    <a:srgbClr val="2590EE"/>
    <a:srgbClr val="4A71BD"/>
    <a:srgbClr val="0078C2"/>
    <a:srgbClr val="0047FF"/>
    <a:srgbClr val="000000"/>
    <a:srgbClr val="A0A0A0"/>
    <a:srgbClr val="010000"/>
    <a:srgbClr val="585757"/>
    <a:srgbClr val="08A4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DA2E24-4EC5-8B4D-5F45-55CAC6D4CF13}" v="4" dt="2023-04-18T10:38:44.583"/>
    <p1510:client id="{8B2FF1B7-7A0A-6EEF-C9FB-340C518255A3}" v="1" dt="2023-04-18T08:18:27.696"/>
    <p1510:client id="{9EDB2AA6-860D-BA44-B214-808DA7C29E66}" v="67" dt="2023-02-27T17:56:18.324"/>
    <p1510:client id="{F607A1CB-70FE-F34F-B6F4-526F3D6BBAF4}" v="14" dt="2023-02-27T23:19:29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40"/>
    <p:restoredTop sz="94694"/>
  </p:normalViewPr>
  <p:slideViewPr>
    <p:cSldViewPr snapToGrid="0">
      <p:cViewPr varScale="1">
        <p:scale>
          <a:sx n="81" d="100"/>
          <a:sy n="81" d="100"/>
        </p:scale>
        <p:origin x="57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mytro Budnichenko" userId="S::dmytro_budnichenko@epam.com::3a1e8618-1abc-4923-b36d-843570e1ec7d" providerId="AD" clId="Web-{2FDA2E24-4EC5-8B4D-5F45-55CAC6D4CF13}"/>
    <pc:docChg chg="mod modSld">
      <pc:chgData name="Dmytro Budnichenko" userId="S::dmytro_budnichenko@epam.com::3a1e8618-1abc-4923-b36d-843570e1ec7d" providerId="AD" clId="Web-{2FDA2E24-4EC5-8B4D-5F45-55CAC6D4CF13}" dt="2023-04-18T10:38:44.583" v="4" actId="20577"/>
      <pc:docMkLst>
        <pc:docMk/>
      </pc:docMkLst>
      <pc:sldChg chg="modSp">
        <pc:chgData name="Dmytro Budnichenko" userId="S::dmytro_budnichenko@epam.com::3a1e8618-1abc-4923-b36d-843570e1ec7d" providerId="AD" clId="Web-{2FDA2E24-4EC5-8B4D-5F45-55CAC6D4CF13}" dt="2023-04-18T10:38:44.583" v="4" actId="20577"/>
        <pc:sldMkLst>
          <pc:docMk/>
          <pc:sldMk cId="1380648401" sldId="419"/>
        </pc:sldMkLst>
        <pc:spChg chg="mod">
          <ac:chgData name="Dmytro Budnichenko" userId="S::dmytro_budnichenko@epam.com::3a1e8618-1abc-4923-b36d-843570e1ec7d" providerId="AD" clId="Web-{2FDA2E24-4EC5-8B4D-5F45-55CAC6D4CF13}" dt="2023-04-18T10:38:38.724" v="2" actId="20577"/>
          <ac:spMkLst>
            <pc:docMk/>
            <pc:sldMk cId="1380648401" sldId="419"/>
            <ac:spMk id="2" creationId="{76B490A1-CA92-FE01-C8E6-B97C895EDA36}"/>
          </ac:spMkLst>
        </pc:spChg>
        <pc:spChg chg="mod">
          <ac:chgData name="Dmytro Budnichenko" userId="S::dmytro_budnichenko@epam.com::3a1e8618-1abc-4923-b36d-843570e1ec7d" providerId="AD" clId="Web-{2FDA2E24-4EC5-8B4D-5F45-55CAC6D4CF13}" dt="2023-04-18T10:38:44.583" v="4" actId="20577"/>
          <ac:spMkLst>
            <pc:docMk/>
            <pc:sldMk cId="1380648401" sldId="419"/>
            <ac:spMk id="3" creationId="{3DAA4787-BE8C-DA4F-B3D1-1E975A5F4847}"/>
          </ac:spMkLst>
        </pc:spChg>
      </pc:sldChg>
    </pc:docChg>
  </pc:docChgLst>
  <pc:docChgLst>
    <pc:chgData name="Kostiantyn Dyma" userId="S::kostiantyn_dyma@epam.com::b5b2d840-30ae-4f3e-9a39-ca27201078a0" providerId="AD" clId="Web-{8B2FF1B7-7A0A-6EEF-C9FB-340C518255A3}"/>
    <pc:docChg chg="sldOrd">
      <pc:chgData name="Kostiantyn Dyma" userId="S::kostiantyn_dyma@epam.com::b5b2d840-30ae-4f3e-9a39-ca27201078a0" providerId="AD" clId="Web-{8B2FF1B7-7A0A-6EEF-C9FB-340C518255A3}" dt="2023-04-18T08:18:27.696" v="0"/>
      <pc:docMkLst>
        <pc:docMk/>
      </pc:docMkLst>
      <pc:sldChg chg="ord">
        <pc:chgData name="Kostiantyn Dyma" userId="S::kostiantyn_dyma@epam.com::b5b2d840-30ae-4f3e-9a39-ca27201078a0" providerId="AD" clId="Web-{8B2FF1B7-7A0A-6EEF-C9FB-340C518255A3}" dt="2023-04-18T08:18:27.696" v="0"/>
        <pc:sldMkLst>
          <pc:docMk/>
          <pc:sldMk cId="457053259" sldId="42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0AE391-5090-4A20-BB83-AE7944D757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C791-4472-47EB-A5D1-40410E8609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3E989-3A32-4871-848D-A577D002F4D8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89C3D-9323-4256-B98A-37D9853EA9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1EE58-95EA-4121-8D8F-D9BF9D78CF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C666C-E93D-47E9-A306-F95DA55A0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80DEF-0AD7-4BDB-840C-61DE4010FC3D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8A001-691D-41D9-91DC-B9507CB04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16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655821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074" y="4670399"/>
            <a:ext cx="10515600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074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074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EPAM Proprietary &amp; Confidential.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74159C-7297-E470-BBCD-D20C41E7AF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9BE64C-8C5D-6F41-B4B2-4AE5FC1F4D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46663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Light_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DB3BCBD-094A-89F2-36B2-991FE93DA7AB}"/>
              </a:ext>
            </a:extLst>
          </p:cNvPr>
          <p:cNvSpPr/>
          <p:nvPr userDrawn="1"/>
        </p:nvSpPr>
        <p:spPr bwMode="auto"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0AA22CD8-EFF5-B4F0-9996-5D1D7528FA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074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074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074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CBA10-B1F8-6997-AD70-9626FD7974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46663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406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Light-G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8849588-3964-452F-8424-AEC7C9F26E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074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074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074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CBA10-B1F8-6997-AD70-9626FD79743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46663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82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Light-G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074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074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074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CBA10-B1F8-6997-AD70-9626FD7974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46663" cy="237744"/>
          </a:xfrm>
          <a:prstGeom prst="rect">
            <a:avLst/>
          </a:prstGeom>
        </p:spPr>
      </p:pic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1F175C76-1AF3-1FC2-AED0-8D15C0D101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9600" y="2483117"/>
            <a:ext cx="7772400" cy="437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22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074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074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074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CBA10-B1F8-6997-AD70-9626FD7974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46663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11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horter_Title_Half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40E1BA6-2B94-3FB9-8A61-22A11D25EDE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23008" y="0"/>
            <a:ext cx="606899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DF60C00-4DF7-EA8B-64E5-6D8707C3F1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9074" y="4670399"/>
            <a:ext cx="5151216" cy="3725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CED6F17-ABB3-3BF2-0943-BB3D363DB3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074" y="5393921"/>
            <a:ext cx="5185941" cy="20005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3242F72-C056-2877-37FC-0C0E8E2FA1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9074" y="1653938"/>
            <a:ext cx="5139642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Cover with Shorter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2237D0-4B7C-4C74-1B34-6585F8B84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40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350512"/>
            <a:ext cx="359473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gradFill>
                  <a:gsLst>
                    <a:gs pos="0">
                      <a:schemeClr val="accent3"/>
                    </a:gs>
                    <a:gs pos="55000">
                      <a:schemeClr val="accent2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6051" y="154228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6051" y="223535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6051" y="291825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6051" y="361132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6051" y="4294232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051" y="497713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98342" y="154228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98342" y="2235353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98342" y="291825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98342" y="361132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98342" y="4294232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98342" y="497713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522FB4-D05A-7BBC-4925-8F44384D8BAF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043581"/>
            <a:ext cx="671597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3E4466-9172-11FF-B631-0772F610EC0A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736156"/>
            <a:ext cx="671597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9B406A-62F3-7DD2-AFDA-098BD84DC9B8}"/>
              </a:ext>
            </a:extLst>
          </p:cNvPr>
          <p:cNvCxnSpPr>
            <a:cxnSpLocks/>
          </p:cNvCxnSpPr>
          <p:nvPr userDrawn="1"/>
        </p:nvCxnSpPr>
        <p:spPr>
          <a:xfrm>
            <a:off x="4828321" y="3428731"/>
            <a:ext cx="671597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121306"/>
            <a:ext cx="671597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813881"/>
            <a:ext cx="671597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828321" y="551146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A0D61D9-9731-8186-95AA-51476D66CB4B}"/>
              </a:ext>
            </a:extLst>
          </p:cNvPr>
          <p:cNvSpPr txBox="1"/>
          <p:nvPr userDrawn="1"/>
        </p:nvSpPr>
        <p:spPr>
          <a:xfrm>
            <a:off x="5347504" y="54401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189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353882"/>
            <a:ext cx="3475727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6000" b="0">
                <a:gradFill>
                  <a:gsLst>
                    <a:gs pos="0">
                      <a:schemeClr val="accent3"/>
                    </a:gs>
                    <a:gs pos="55000">
                      <a:schemeClr val="accent2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127679"/>
            <a:ext cx="69494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821255"/>
            <a:ext cx="69494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597093" y="5514831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38260B-0DC8-F1D9-0A04-B34FD9548DDE}"/>
              </a:ext>
            </a:extLst>
          </p:cNvPr>
          <p:cNvCxnSpPr>
            <a:cxnSpLocks/>
          </p:cNvCxnSpPr>
          <p:nvPr userDrawn="1"/>
        </p:nvCxnSpPr>
        <p:spPr>
          <a:xfrm>
            <a:off x="4597093" y="3434103"/>
            <a:ext cx="69494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4323139-2B65-F98E-4BA6-26EBD4E0A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4801" y="1544424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203F9BF-BF5F-6A91-5F78-9E13CFB346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0" y="1544424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76CC08A-4820-35BC-92E1-8230BD9D360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14801" y="2237970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F7291D4C-4D95-8F05-0F5C-BA39164C8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400" y="2237970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6CEF688-2334-22F4-39C4-5CC9525BC5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14801" y="2931516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6C7F5B96-F4B8-B78A-06A1-1387CE2660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48400" y="2931516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F2D20F35-3DAA-AC00-0D89-CD5517054A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14801" y="3625062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7CEC68D4-F109-8967-2138-7755BCDA7F5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8400" y="3625062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D31E2A1-E7D9-C6E2-1CAD-132E8FC150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14801" y="4318608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9FFDA3CA-2B8B-D638-20E4-71AC7A34D7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400" y="4318608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57F9336-F799-453A-9AE4-57BF009F4E4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14801" y="5012153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3ACF06D8-4539-871E-68C7-607E709243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8400" y="5012153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40C191-15FC-CC2A-76C6-F51F8764B2F0}"/>
              </a:ext>
            </a:extLst>
          </p:cNvPr>
          <p:cNvCxnSpPr>
            <a:cxnSpLocks/>
          </p:cNvCxnSpPr>
          <p:nvPr userDrawn="1"/>
        </p:nvCxnSpPr>
        <p:spPr>
          <a:xfrm>
            <a:off x="4597093" y="2740527"/>
            <a:ext cx="69494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D121A1-59B7-61ED-F9B5-D7F3CF3FA035}"/>
              </a:ext>
            </a:extLst>
          </p:cNvPr>
          <p:cNvCxnSpPr>
            <a:cxnSpLocks/>
          </p:cNvCxnSpPr>
          <p:nvPr userDrawn="1"/>
        </p:nvCxnSpPr>
        <p:spPr>
          <a:xfrm>
            <a:off x="4597094" y="2046951"/>
            <a:ext cx="69494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256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Half_Pag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772483"/>
            <a:ext cx="3594735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074" y="393961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BFE2FC0-3FA5-A96D-8741-0967434C45D8}"/>
              </a:ext>
            </a:extLst>
          </p:cNvPr>
          <p:cNvSpPr/>
          <p:nvPr userDrawn="1"/>
        </p:nvSpPr>
        <p:spPr bwMode="auto">
          <a:xfrm>
            <a:off x="7006459" y="0"/>
            <a:ext cx="1507755" cy="150775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softEdge rad="50192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44D886A-7EE9-3D61-5350-BFDC9DEF77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33560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8838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793240"/>
            <a:ext cx="564080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33604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lang="en-US" sz="2000" b="1" i="0" kern="1200" dirty="0">
                <a:solidFill>
                  <a:schemeClr val="accent2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01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074" y="312699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202904" y="0"/>
            <a:ext cx="498909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84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x_Section_Header_Co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E69851-6AAB-66EC-0A76-12B276F29DA9}"/>
              </a:ext>
            </a:extLst>
          </p:cNvPr>
          <p:cNvSpPr/>
          <p:nvPr userDrawn="1"/>
        </p:nvSpPr>
        <p:spPr bwMode="auto">
          <a:xfrm>
            <a:off x="627063" y="647700"/>
            <a:ext cx="10929937" cy="5562600"/>
          </a:xfrm>
          <a:prstGeom prst="rect">
            <a:avLst/>
          </a:prstGeom>
          <a:gradFill flip="none" rotWithShape="1">
            <a:gsLst>
              <a:gs pos="45000">
                <a:schemeClr val="accent2">
                  <a:alpha val="36000"/>
                </a:schemeClr>
              </a:gs>
              <a:gs pos="100000">
                <a:srgbClr val="00F6FF"/>
              </a:gs>
              <a:gs pos="0">
                <a:schemeClr val="accent2">
                  <a:alpha val="56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7C6CED2-55A2-F179-4321-9EC646B48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64E2BBBC-80DF-5104-E076-20FB99B464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2E0E19A-C3CC-AE13-1EF9-7E889ADFCB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D4D7A-E1F5-9D4D-D7A8-763291C906C5}"/>
              </a:ext>
            </a:extLst>
          </p:cNvPr>
          <p:cNvSpPr txBox="1"/>
          <p:nvPr userDrawn="1"/>
        </p:nvSpPr>
        <p:spPr>
          <a:xfrm>
            <a:off x="1066800" y="9855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409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Section_Header_Coo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7C6CED2-55A2-F179-4321-9EC646B48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64E2BBBC-80DF-5104-E076-20FB99B464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2E0E19A-C3CC-AE13-1EF9-7E889ADFCB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D4D7A-E1F5-9D4D-D7A8-763291C906C5}"/>
              </a:ext>
            </a:extLst>
          </p:cNvPr>
          <p:cNvSpPr txBox="1"/>
          <p:nvPr userDrawn="1"/>
        </p:nvSpPr>
        <p:spPr>
          <a:xfrm>
            <a:off x="1066800" y="9855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77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08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67323A-6698-B4F8-D2C4-A0336BD7AE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1092993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4BE38F8-DEB6-5998-7EB6-840C179B2E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574448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1F547D-7378-E8AC-FDF8-369B92791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1092993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DBE70E68-FEAC-ABA3-6547-64F0048E25D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DD31E73-37D8-3F34-976E-F45C7FEB48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7063" y="1211252"/>
            <a:ext cx="10929937" cy="480060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82257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263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968918"/>
            <a:ext cx="10917926" cy="203132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6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Sometimes You Want to Use a </a:t>
            </a:r>
            <a:br>
              <a:rPr lang="en-US"/>
            </a:br>
            <a:r>
              <a:rPr lang="en-US"/>
              <a:t>Subsection Divider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074" y="4784228"/>
            <a:ext cx="4757677" cy="492443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This slide can serve you well. It even has a space for a little something under the title.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07188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8048DD2-9EC2-D0E6-390B-D6FEF7F7E0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074" y="1563803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 spc="3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5730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42827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AAFA1B-F90B-A268-2F9C-CA4B17339CD9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81C1502-7D00-6809-E064-3AD5F4B76491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46B66AD-D607-C8A3-57EC-E66339B963F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7C0DA62-EC5A-3013-921C-9A16F87EFE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722843"/>
            <a:ext cx="3725863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sz="2200" b="1" spc="0">
                <a:solidFill>
                  <a:schemeClr val="tx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>
                <a:effectLst/>
              </a:rPr>
              <a:t>Title with Big and Little Type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35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3295A6AC-FD32-C87C-6A0D-33F65D81BF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42827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5209EB-D467-51AD-6222-93834EA8BF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E75B6454-79A2-2746-023E-0F34DF1534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294A11-D525-F9FD-CBCE-E94EB50BD9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722843"/>
            <a:ext cx="3725863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200" b="1" i="0" spc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Title with Big and Little Type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13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4383741" y="0"/>
            <a:ext cx="7808259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263655-ECC2-257F-AD6E-E4540DE158C5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AC0358C-9119-8176-0FAF-2D0F448E696A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8E6BB-7FFB-90B2-6C94-3C04A7140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FD4FCF7-37B3-4B6E-CA97-E77D60596E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83299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643DA5-5C9F-C799-B890-61FDCC674F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FB2AFD80-10E1-6FE8-0BA3-7DB5BD0EF3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52945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67300" y="922229"/>
            <a:ext cx="64770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505165-68F7-9306-9E47-08C7A533D2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D5A6C40-BA77-05F7-4448-95E3A5B805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27794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29200" y="922229"/>
            <a:ext cx="65278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3F49A-017D-C885-C56A-C3FBB74B01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0B97B73-9848-B399-89CA-F3A8272EAD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35540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_Larg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49" y="1762728"/>
            <a:ext cx="10434623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AC0EDD-AC36-F914-366E-69D6F90EE13C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23E1B07-F9BB-2FA8-4DF6-A285A2B35D36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1BB2CD-DBED-9BF2-22EE-06847388DA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7FCFF33-D049-FF15-5CC0-4097F2EF3BB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2092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063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024673-46D9-F66F-D8AA-1868CFC21AC5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560B1A1-7081-6436-518E-306A74CAA7C5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BAD15E-B7C3-EF9C-7FB3-73E703417C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833662F-D4EC-7E5B-F24F-AC7D0C84BF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61396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_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F33CF80-FFEB-A0A3-96C3-70C36A76E5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gradFill>
                  <a:gsLst>
                    <a:gs pos="0">
                      <a:schemeClr val="accent4"/>
                    </a:gs>
                    <a:gs pos="69000">
                      <a:schemeClr val="accent5"/>
                    </a:gs>
                    <a:gs pos="99000">
                      <a:schemeClr val="accent3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A8993B1-0A80-3A00-9ABA-D943C84F94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063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0E8781-CC1D-4C98-DC9D-E92211A0FF40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EB90660-EDDB-AFF8-F760-00811B862BF3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6D463D-6B94-0B73-6941-3200405EB1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FB280B8-B919-4994-C32C-9E2358C40D0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798572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9074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074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9074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C498510-4A43-03CD-36C1-2A8353B4C50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A7FE39D-9B2F-3A82-4481-DEBB42062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B1168C-27E6-70A9-36C3-AE546E841C2A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D8F7163-12E6-F27D-EEBA-98BF26708D37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A8FDC3-1268-C24A-5234-3DDF83EB1B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54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074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5AE9A1E-2209-0966-CD00-6DBDADBB19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9074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70C6AC1-AA2F-89B9-2D44-315F603238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9074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29FB170-8BDC-CF05-AC75-D03AEB2228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A3F46C9-B563-1ABE-3DDB-DDB91319FFB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3E0F55-2297-4649-F757-CAFDD1ABDBB0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5D602B7-0154-AEB7-239F-256AAF330C1E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0D3FD-5BB0-B0D6-A198-2CC86E6DA9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77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3_Peop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063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7063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D64F61-C0FA-0C91-5963-6E2A72BAE0EC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3B925E-92C3-987F-0FC0-AE8EC43ABC33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539AA1-06E4-9967-8A01-AA1CC6BF55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E413724-DF6D-A95C-8C60-B1166F8320F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17856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_People_3_Peopl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 flip="none" rotWithShape="1"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063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7063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87CB6C0-A169-C8C1-E769-E9DEDFE854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22472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43305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gradFill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  <a:gs pos="71000">
                      <a:schemeClr val="accent2"/>
                    </a:gs>
                  </a:gsLst>
                  <a:lin ang="36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accent3"/>
                </a:solidFill>
              </a:rPr>
              <a:t>“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4CE3CF-1C4D-3D01-143D-CF6CDCBD2F7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69009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_Blu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43305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FDAE605C-196F-F337-1606-FFE4407B2E7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03957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+Imag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7063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EFE8D-5911-2CF9-B876-42825B8CB9A0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61EEB86-2BDF-0331-DAC7-4CB25CC0C311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0FC7E8-8650-C8C3-33C5-35DD5299DD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78226D6-C70F-7F41-A49D-D155A4650AC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83327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7063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0C373F2-39D4-5FF7-946C-A7DC7E1B466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74970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_Blu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7063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61A5100-8F72-3104-759D-00BAB367B1A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92201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mal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55701-65C9-97B2-64E0-82F53FA377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063" y="1714501"/>
            <a:ext cx="10929937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F93B36D-BA2E-1899-D9F4-FEAD1083B61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7063" y="2252472"/>
            <a:ext cx="10929937" cy="1136904"/>
          </a:xfrm>
          <a:prstGeom prst="rect">
            <a:avLst/>
          </a:prstGeom>
        </p:spPr>
        <p:txBody>
          <a:bodyPr/>
          <a:lstStyle>
            <a:lvl1pPr>
              <a:lnSpc>
                <a:spcPts val="1800"/>
              </a:lnSpc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bunch of type and don’t want to try too hard. Lorem ipsum diam fames </a:t>
            </a:r>
            <a:r>
              <a:rPr lang="en-US" err="1"/>
              <a:t>augue</a:t>
            </a:r>
            <a:r>
              <a:rPr lang="en-US"/>
              <a:t> in </a:t>
            </a:r>
            <a:r>
              <a:rPr lang="en-US" err="1"/>
              <a:t>habitasse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porta,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vestibulum </a:t>
            </a:r>
            <a:r>
              <a:rPr lang="en-US" err="1"/>
              <a:t>eu</a:t>
            </a:r>
            <a:r>
              <a:rPr lang="en-US"/>
              <a:t> ac integer, </a:t>
            </a:r>
            <a:r>
              <a:rPr lang="en-US" err="1"/>
              <a:t>tellus</a:t>
            </a:r>
            <a:r>
              <a:rPr lang="en-US"/>
              <a:t> pharetra </a:t>
            </a:r>
            <a:r>
              <a:rPr lang="en-US" err="1"/>
              <a:t>dictumst</a:t>
            </a:r>
            <a:r>
              <a:rPr lang="en-US"/>
              <a:t>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 ad </a:t>
            </a:r>
            <a:r>
              <a:rPr lang="en-US" err="1"/>
              <a:t>facilisis</a:t>
            </a:r>
            <a:r>
              <a:rPr lang="en-US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2A43B-3D79-101B-16B9-5A730D078E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1092993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6C36364-1C0F-5032-1D5A-5E78ECFC1A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98211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7D5499-0685-B5EC-CFEF-2F1381E2A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1092993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2B72EAA-7B3A-08E8-5F97-A36DD17741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D597AFE-3DDF-B264-B83C-C62A3F7CCC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9074" y="1714501"/>
            <a:ext cx="10929936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6754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2698291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D5963C9-D5D1-84E3-AF7B-5BFA6D21DC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29654" y="2698291"/>
            <a:ext cx="4648200" cy="177862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205CA7F-D6DB-04A0-EA4C-4787388D35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29654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195459-98D5-70AE-F6C8-404ED17C14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D0B98D6-1BB9-0645-823F-F8023687E28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6489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76440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76440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89970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89970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B69EF7-72B2-FCFD-0ECC-7F4C17CDDA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ACA2232A-06BA-E2D6-78D5-5A9A152974F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24292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+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699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699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4DF3F84-AB7D-CCBF-CE9C-8622CDB3301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7699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5B9E3B6-606B-4386-3178-88031FBF91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69338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A954E-DE2D-00F0-C4ED-0008C326EC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69338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97F8596-9B60-0E1E-695B-F159BEA9E3D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69338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B6C83D-C556-0782-5061-97C7DD672F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089452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D25C29-AD3E-1278-B083-FCE0D454015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89452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66AB8C86-9C9A-0BF1-5545-731713F1DF9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089452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F62390F-72F1-C922-7F9E-6DFC278737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96BE69-A4A1-6C64-0D9F-D82B586976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18547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76440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76440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89970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89970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7700" y="2682874"/>
            <a:ext cx="3363468" cy="303517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51A63A-6B98-CD01-3B76-FD4065454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99F9315-A799-3F47-73BC-70CF5B80EF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09876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7700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6132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6132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21028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21028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12478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12478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C01C14-F2D7-2887-65D4-8963FDC75E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01CA365A-97AE-4DC1-8A19-9188A1EF32E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80214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175" y="3188833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8175" y="3919032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8175" y="1517921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53384" y="3188833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53384" y="3919032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5D3BEB48-F134-5C30-6B6D-9CE9C41CC7F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453384" y="1517921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5634" y="3188833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634" y="3919032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BA6217C-C15D-5705-1523-51C7EE9D274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215634" y="1517921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5608" y="3188833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55608" y="3919032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FD9B17-7D3A-73D7-A51D-A3A5FF8DA3B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055608" y="1517921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8E4791D-EB66-3EB0-E97B-4F315F0E92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C796860-E80D-CE8C-2D2A-386FCE809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91480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20858E9A-CB5D-190B-E115-D040F11CFF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715475"/>
            <a:ext cx="1539899" cy="2848304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C072D8F-9413-C0EE-DD0E-94A9EA142E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96521" y="254643"/>
            <a:ext cx="1260401" cy="12604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142224-C073-C370-0170-EDFF722C3E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A91D11B-7EB1-78A8-25AB-EA33341C8B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61191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60D353-A3AE-80DA-C3D7-A4CA5CCF32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08583E0-4981-FCE6-CC7F-B562C4EAB0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440916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1287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287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1586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1586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03488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3488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6656141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B84B59E6-DB3C-524C-C721-DF0AEF48CED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D40E92CB-4429-D81E-AE0E-74FA641AF1D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1F11A-7C19-9AF1-8D46-17DC6138F66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58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10FF0E1-8D9D-EEE3-60BA-CF73F351DF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58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565875D-645C-4E8A-84A9-85DA3A7C6D3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970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06FED9F-44EA-A943-059C-C15E1B5FC86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4970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6611826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1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7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6383825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1287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287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1586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1586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03488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3488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4255025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8CEB80F1-2238-7003-E60A-777E8870D8C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081F6261-AB67-5FCE-B3A8-35604F14E2A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B960C74D-5AC8-20B0-B8EC-5A82F42EEBC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1E694EF9-63E8-2DD1-855D-8226F0B9D7E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3662" y="523036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0AC54D94-5550-35E2-9CBB-6380D1A0559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4366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174A8AE-15FF-5BDD-7685-4FAF6EF23C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5846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D7025AF-5AD5-E053-39A9-A1C9947284B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5846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A5C5A44C-A29D-3C27-3B25-9F14C1ECA7B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9706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1BF15487-07BD-CB9A-E6A8-536C7BB5ED6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49706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038937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2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6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8856268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385887"/>
            <a:ext cx="3044952" cy="33432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1287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287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000125"/>
            <a:ext cx="3044952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1586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1586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03488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3488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37494590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14713" y="1"/>
            <a:ext cx="5372099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803132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30688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30688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1771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1771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0796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0"/>
            <a:ext cx="7810500" cy="49445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3815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307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55255" y="1819274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404812"/>
            <a:ext cx="3779476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58363" y="1484311"/>
            <a:ext cx="2329046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47234" y="893762"/>
            <a:ext cx="2835349" cy="37211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23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2323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8473845-42B3-319E-BAD5-25FF29ECDA2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1697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087191E-6D99-69DB-18A5-0987DC62F1F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1697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536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536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5192666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614488"/>
            <a:ext cx="3357562" cy="280987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71874" y="404812"/>
            <a:ext cx="5100639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58250" y="893762"/>
            <a:ext cx="3333750" cy="35353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8673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8673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15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15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9017838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7248E6C1-AD8D-259C-5340-56A8EC44534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419100"/>
            <a:ext cx="7810500" cy="43730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9A18AC36-E872-0FBB-CCDF-E7487C47BED8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1148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AD4E9A13-72EC-7795-6682-8E9D5F88478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19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AE7E2F1-8A7E-2749-7C23-12A180BF0CB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19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629CAEA-5BAE-C2BF-C737-48B738207AB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58F9ED73-42C5-93DF-AE80-AD7C5AF1BD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233316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14154" y="0"/>
            <a:ext cx="602208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Calibri" panose="020F0502020204030204" pitchFamily="34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55323" y="3152602"/>
            <a:ext cx="6858002" cy="552793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38414CD-ADEE-2A1C-3732-775C2F8A6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74" y="731520"/>
            <a:ext cx="4559300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E28BCD1-980E-222A-56FB-AF81B1AAA1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13427F-499E-7243-A0B2-2CF497977B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4008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4E8965-1EA8-8005-A909-76465BA4C0FB}"/>
              </a:ext>
            </a:extLst>
          </p:cNvPr>
          <p:cNvSpPr/>
          <p:nvPr userDrawn="1"/>
        </p:nvSpPr>
        <p:spPr bwMode="auto">
          <a:xfrm>
            <a:off x="9696450" y="0"/>
            <a:ext cx="24955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50EB9-DDCB-6B82-90E6-D93EE59FCA97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2BDD8D8-D17E-BFC0-ED6D-6E1D4A30B395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1A5DA-E4C1-1856-5847-AE3486592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74" y="731520"/>
            <a:ext cx="4559300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AF691A2C-885A-0EB3-797C-EF58AD425A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336718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F79CFF-40BD-429D-B35C-552695FE8C5D}"/>
              </a:ext>
            </a:extLst>
          </p:cNvPr>
          <p:cNvSpPr/>
          <p:nvPr userDrawn="1"/>
        </p:nvSpPr>
        <p:spPr bwMode="auto">
          <a:xfrm>
            <a:off x="7832725" y="0"/>
            <a:ext cx="43592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1A98B3-DB51-25C7-9270-7820F6EA398D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D2C4444-E6DF-4B99-1941-139B63DFBEBB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D51657-4E0D-F30E-9697-A8C29A986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74" y="731520"/>
            <a:ext cx="4559300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D1B3AA5-C2D7-58A8-7EBE-6629FEA85E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751340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lvl="0"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802983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accent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accent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D9537-B25D-7D96-9993-3FD73B2FDB2F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C1EAE48-670D-1E75-E1E5-6E8259532FE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6F59B46-0DE3-E568-233F-75A607AE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74" y="731520"/>
            <a:ext cx="4559300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7396B7B-5CA0-2575-EECE-9254812E7A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99778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_Study_1/2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E1AB88-4EAB-7302-D460-368C8A95B880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3BB7D0E-0360-1177-1B37-D40F98E8945C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6764-F53B-099D-08F4-9559CEC1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74" y="731520"/>
            <a:ext cx="4559300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3281F56-5810-8527-EA21-EF9D06E82D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7096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3FF4445-7E43-4943-6564-663F57E4686B}"/>
              </a:ext>
            </a:extLst>
          </p:cNvPr>
          <p:cNvSpPr/>
          <p:nvPr userDrawn="1"/>
        </p:nvSpPr>
        <p:spPr bwMode="auto">
          <a:xfrm>
            <a:off x="0" y="0"/>
            <a:ext cx="610552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BCB5CB-662F-D77E-B95C-6FAEB9F5B9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B9A991D-1B79-B376-3D76-EEC73A5EF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74" y="731520"/>
            <a:ext cx="4559300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36083D7-1357-B3A0-B2CA-C5879573A1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5498245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3429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28999" y="0"/>
            <a:ext cx="8763001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215EAA-C348-C006-D714-D17F88664C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B6FBC1-BEC1-A0F4-57EF-55F4857ABE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731520"/>
            <a:ext cx="2542276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Title Goes Here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4D7C070-9D88-55A0-43C0-D19D134325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2542276" cy="2234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441223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815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89404C-9543-05AC-0FE7-5F45141B88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EE2443F-202F-9996-08A0-68D8B34EB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731520"/>
            <a:ext cx="2542276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Title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A952B7-2C29-CE80-75CE-F2ED96B638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2542276" cy="2234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8386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52926" y="0"/>
            <a:ext cx="78390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52925" y="0"/>
            <a:ext cx="7839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0445D59-5D09-D8C1-2EC1-A527181597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731520"/>
            <a:ext cx="2542276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Title Goes Here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77EF2F3C-6015-6E2B-6FDD-5205793AA2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2542276" cy="2234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1543318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2FD094-0794-063E-2B57-722EE39684F1}"/>
              </a:ext>
            </a:extLst>
          </p:cNvPr>
          <p:cNvSpPr/>
          <p:nvPr userDrawn="1"/>
        </p:nvSpPr>
        <p:spPr bwMode="auto">
          <a:xfrm>
            <a:off x="0" y="0"/>
            <a:ext cx="71437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633583-352F-F956-B6C1-9C86A76DE1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CB865C5-5C2A-A194-F7E1-984E0B642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731520"/>
            <a:ext cx="2542276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Title Goes Here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86B38F-89DD-F114-5F16-98FE8F50CA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2542276" cy="2234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8885966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D2A7FA-64FE-D868-11A0-F061891C2469}"/>
              </a:ext>
            </a:extLst>
          </p:cNvPr>
          <p:cNvSpPr/>
          <p:nvPr userDrawn="1"/>
        </p:nvSpPr>
        <p:spPr bwMode="auto">
          <a:xfrm>
            <a:off x="0" y="0"/>
            <a:ext cx="24892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F94430-52EF-289A-6B5B-96C63479C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641" y="1600200"/>
            <a:ext cx="4797425" cy="338554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C365B7-BDA2-A1BA-99C3-FAE4F63E61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4641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lnSpc>
                <a:spcPts val="2400"/>
              </a:lnSpc>
              <a:defRPr sz="16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27BDED-D894-E63E-2F9E-832F391AA1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7005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FD4578C-8BBA-DD7F-1D7F-67C3334C40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36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 cstate="email">
            <a:alphaModFix amt="97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7E287B6-2821-6380-6538-D34B54990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731520"/>
            <a:ext cx="10917926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Title Goes Here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01126A01-3EE7-5F33-DA74-B4FF2B18E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074" y="419100"/>
            <a:ext cx="10917926" cy="2234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89977836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5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0">
                      <a:schemeClr val="accent3"/>
                    </a:gs>
                    <a:gs pos="55000">
                      <a:schemeClr val="accent2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54425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526B2C-80FA-F150-338B-DB03C5073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035424"/>
            <a:ext cx="46482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7200" b="0" dirty="0">
                <a:gradFill>
                  <a:gsLst>
                    <a:gs pos="0">
                      <a:schemeClr val="accent3"/>
                    </a:gs>
                    <a:gs pos="55000">
                      <a:schemeClr val="accent2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AF9CC8A-BAB0-4529-6083-A3D7F01CE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074" y="2540616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054708-622B-37B7-6E33-486A71C95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074" y="3313799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6D2A3F-CCA1-F399-D035-1BB32FED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9074" y="3672220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5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50C7B71-5C80-8C3A-B66C-42F7296EB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074" y="420130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BFDDCB6-69BB-2359-40AB-46BA1DA7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074" y="448823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D16F9E7-5E17-1B62-F499-C761278885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074" y="4897078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F80AE-E38B-EC18-E1B5-2B5AAE36C2F4}"/>
              </a:ext>
            </a:extLst>
          </p:cNvPr>
          <p:cNvCxnSpPr>
            <a:cxnSpLocks/>
          </p:cNvCxnSpPr>
          <p:nvPr userDrawn="1"/>
        </p:nvCxnSpPr>
        <p:spPr>
          <a:xfrm>
            <a:off x="639074" y="2935941"/>
            <a:ext cx="3534335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445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Photo_+_Caption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0EF9F7-1BDD-C412-DA7B-D3D0D1ABA0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0" y="670773"/>
            <a:ext cx="10896600" cy="55395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1B8CB-9FFB-8D0A-F788-18710501B096}"/>
              </a:ext>
            </a:extLst>
          </p:cNvPr>
          <p:cNvSpPr/>
          <p:nvPr userDrawn="1"/>
        </p:nvSpPr>
        <p:spPr bwMode="auto">
          <a:xfrm>
            <a:off x="0" y="2679405"/>
            <a:ext cx="4924396" cy="417859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E94620-1500-8D43-BD64-006D83AE4B8E}"/>
              </a:ext>
            </a:extLst>
          </p:cNvPr>
          <p:cNvSpPr/>
          <p:nvPr userDrawn="1"/>
        </p:nvSpPr>
        <p:spPr bwMode="auto">
          <a:xfrm>
            <a:off x="-1674905" y="5035401"/>
            <a:ext cx="3848986" cy="3848986"/>
          </a:xfrm>
          <a:prstGeom prst="ellipse">
            <a:avLst/>
          </a:prstGeom>
          <a:solidFill>
            <a:srgbClr val="8B97FF">
              <a:alpha val="65000"/>
            </a:srgbClr>
          </a:solidFill>
          <a:ln>
            <a:noFill/>
          </a:ln>
          <a:effectLst>
            <a:softEdge rad="80594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699" y="3809007"/>
            <a:ext cx="3722281" cy="116955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8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Caption with two or more lines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428999"/>
            <a:ext cx="373291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1" spc="300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PREHEADER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84CEF6B-33E9-BCE0-3818-CFEBB6352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5438001"/>
            <a:ext cx="369038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FADFE-CDC9-BCE0-575D-8C2B21EF5ECA}"/>
              </a:ext>
            </a:extLst>
          </p:cNvPr>
          <p:cNvSpPr txBox="1"/>
          <p:nvPr userDrawn="1"/>
        </p:nvSpPr>
        <p:spPr>
          <a:xfrm>
            <a:off x="2271713" y="-857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E3F6A-717B-D671-C21C-B99B4FB23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237004"/>
            <a:ext cx="495300" cy="182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5434AD-5AC2-9852-2EE5-0B7825009419}"/>
              </a:ext>
            </a:extLst>
          </p:cNvPr>
          <p:cNvSpPr txBox="1"/>
          <p:nvPr userDrawn="1"/>
        </p:nvSpPr>
        <p:spPr>
          <a:xfrm>
            <a:off x="-914400" y="2743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151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D5DDA9FD-D621-0134-9699-89AED709AC96}"/>
              </a:ext>
            </a:extLst>
          </p:cNvPr>
          <p:cNvSpPr txBox="1"/>
          <p:nvPr userDrawn="1"/>
        </p:nvSpPr>
        <p:spPr>
          <a:xfrm>
            <a:off x="4429760" y="-538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2B80E9-585F-C9B1-8576-376264F29854}"/>
              </a:ext>
            </a:extLst>
          </p:cNvPr>
          <p:cNvPicPr>
            <a:picLocks noChangeAspect="1"/>
          </p:cNvPicPr>
          <p:nvPr userDrawn="1"/>
        </p:nvPicPr>
        <p:blipFill>
          <a:blip r:embed="rId7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0E024EE-FD6A-B6AB-A3B4-33DB1D9D4C9F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B05241D2-DD60-6811-5E6D-C8C5BC3FBCBF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FAF5EB5-8EED-D1BB-C0DC-9C6119D22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63" y="880646"/>
            <a:ext cx="1092993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470F6-1A75-436F-5B3A-ECBBB5282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419" y="1726856"/>
            <a:ext cx="10929937" cy="448344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1075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893" r:id="rId2"/>
    <p:sldLayoutId id="2147483800" r:id="rId3"/>
    <p:sldLayoutId id="2147483894" r:id="rId4"/>
    <p:sldLayoutId id="2147483895" r:id="rId5"/>
    <p:sldLayoutId id="2147483840" r:id="rId6"/>
    <p:sldLayoutId id="2147483733" r:id="rId7"/>
    <p:sldLayoutId id="2147483810" r:id="rId8"/>
    <p:sldLayoutId id="2147483796" r:id="rId9"/>
    <p:sldLayoutId id="2147483797" r:id="rId10"/>
    <p:sldLayoutId id="2147483892" r:id="rId11"/>
    <p:sldLayoutId id="2147483777" r:id="rId12"/>
    <p:sldLayoutId id="2147483884" r:id="rId13"/>
    <p:sldLayoutId id="2147483889" r:id="rId14"/>
    <p:sldLayoutId id="2147483890" r:id="rId15"/>
    <p:sldLayoutId id="2147483798" r:id="rId16"/>
    <p:sldLayoutId id="2147483803" r:id="rId17"/>
    <p:sldLayoutId id="2147483806" r:id="rId18"/>
    <p:sldLayoutId id="2147483812" r:id="rId19"/>
    <p:sldLayoutId id="2147483839" r:id="rId20"/>
    <p:sldLayoutId id="2147483838" r:id="rId21"/>
    <p:sldLayoutId id="2147483805" r:id="rId22"/>
    <p:sldLayoutId id="2147483813" r:id="rId23"/>
    <p:sldLayoutId id="2147483877" r:id="rId24"/>
    <p:sldLayoutId id="2147483878" r:id="rId25"/>
    <p:sldLayoutId id="2147483879" r:id="rId26"/>
    <p:sldLayoutId id="2147483880" r:id="rId27"/>
    <p:sldLayoutId id="2147483881" r:id="rId28"/>
    <p:sldLayoutId id="2147483882" r:id="rId29"/>
    <p:sldLayoutId id="2147483850" r:id="rId30"/>
    <p:sldLayoutId id="2147483861" r:id="rId31"/>
    <p:sldLayoutId id="2147483834" r:id="rId32"/>
    <p:sldLayoutId id="2147483849" r:id="rId33"/>
    <p:sldLayoutId id="2147483862" r:id="rId34"/>
    <p:sldLayoutId id="2147483833" r:id="rId35"/>
    <p:sldLayoutId id="2147483876" r:id="rId36"/>
    <p:sldLayoutId id="2147483826" r:id="rId37"/>
    <p:sldLayoutId id="2147483814" r:id="rId38"/>
    <p:sldLayoutId id="2147483824" r:id="rId39"/>
    <p:sldLayoutId id="2147483815" r:id="rId40"/>
    <p:sldLayoutId id="2147483825" r:id="rId41"/>
    <p:sldLayoutId id="2147483823" r:id="rId42"/>
    <p:sldLayoutId id="2147483829" r:id="rId43"/>
    <p:sldLayoutId id="2147483830" r:id="rId44"/>
    <p:sldLayoutId id="2147483863" r:id="rId45"/>
    <p:sldLayoutId id="2147483868" r:id="rId46"/>
    <p:sldLayoutId id="2147483872" r:id="rId47"/>
    <p:sldLayoutId id="2147483866" r:id="rId48"/>
    <p:sldLayoutId id="2147483869" r:id="rId49"/>
    <p:sldLayoutId id="2147483873" r:id="rId50"/>
    <p:sldLayoutId id="2147483867" r:id="rId51"/>
    <p:sldLayoutId id="2147483870" r:id="rId52"/>
    <p:sldLayoutId id="2147483874" r:id="rId53"/>
    <p:sldLayoutId id="2147483864" r:id="rId54"/>
    <p:sldLayoutId id="2147483875" r:id="rId55"/>
    <p:sldLayoutId id="2147483871" r:id="rId56"/>
    <p:sldLayoutId id="2147483885" r:id="rId57"/>
    <p:sldLayoutId id="2147483841" r:id="rId58"/>
    <p:sldLayoutId id="2147483842" r:id="rId59"/>
    <p:sldLayoutId id="2147483891" r:id="rId60"/>
    <p:sldLayoutId id="2147483844" r:id="rId61"/>
    <p:sldLayoutId id="2147483843" r:id="rId62"/>
    <p:sldLayoutId id="2147483887" r:id="rId63"/>
    <p:sldLayoutId id="2147483888" r:id="rId64"/>
    <p:sldLayoutId id="2147483886" r:id="rId65"/>
    <p:sldLayoutId id="2147483851" r:id="rId66"/>
    <p:sldLayoutId id="2147483848" r:id="rId67"/>
    <p:sldLayoutId id="2147483856" r:id="rId68"/>
    <p:sldLayoutId id="2147483860" r:id="rId69"/>
    <p:sldLayoutId id="2147483858" r:id="rId70"/>
    <p:sldLayoutId id="2147483859" r:id="rId71"/>
    <p:sldLayoutId id="2147483778" r:id="rId7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spc="0" dirty="0">
          <a:solidFill>
            <a:schemeClr val="tx1"/>
          </a:solidFill>
          <a:effectLst/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lang="en-US" sz="1400" b="0" i="0" kern="1200" dirty="0">
          <a:solidFill>
            <a:schemeClr val="accent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lang="en-US" sz="1400" b="0" i="0" kern="1200" dirty="0" smtClean="0">
          <a:solidFill>
            <a:schemeClr val="tx1"/>
          </a:solidFill>
          <a:latin typeface="+mn-lt"/>
          <a:ea typeface="Human Sans" charset="0"/>
          <a:cs typeface="Calibri" panose="020F0502020204030204" pitchFamily="34" charset="0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Courier New" panose="02070309020205020404" pitchFamily="49" charset="0"/>
        <a:buChar char="o"/>
        <a:defRPr lang="en-US" sz="1200" b="0" i="0" kern="1200" dirty="0" smtClean="0">
          <a:solidFill>
            <a:schemeClr val="tx1"/>
          </a:solidFill>
          <a:latin typeface="+mn-lt"/>
          <a:ea typeface="Human Sans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5" userDrawn="1">
          <p15:clr>
            <a:srgbClr val="F26B43"/>
          </p15:clr>
        </p15:guide>
        <p15:guide id="3" pos="7280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12" orient="horz" pos="768" userDrawn="1">
          <p15:clr>
            <a:srgbClr val="F26B43"/>
          </p15:clr>
        </p15:guide>
        <p15:guide id="13" pos="830" userDrawn="1">
          <p15:clr>
            <a:srgbClr val="F26B43"/>
          </p15:clr>
        </p15:guide>
        <p15:guide id="14" pos="984" userDrawn="1">
          <p15:clr>
            <a:srgbClr val="F26B43"/>
          </p15:clr>
        </p15:guide>
        <p15:guide id="15" pos="1416" userDrawn="1">
          <p15:clr>
            <a:srgbClr val="F26B43"/>
          </p15:clr>
        </p15:guide>
        <p15:guide id="16" pos="1568" userDrawn="1">
          <p15:clr>
            <a:srgbClr val="F26B43"/>
          </p15:clr>
        </p15:guide>
        <p15:guide id="17" pos="2004" userDrawn="1">
          <p15:clr>
            <a:srgbClr val="F26B43"/>
          </p15:clr>
        </p15:guide>
        <p15:guide id="18" pos="2156" userDrawn="1">
          <p15:clr>
            <a:srgbClr val="F26B43"/>
          </p15:clr>
        </p15:guide>
        <p15:guide id="19" pos="2589" userDrawn="1">
          <p15:clr>
            <a:srgbClr val="F26B43"/>
          </p15:clr>
        </p15:guide>
        <p15:guide id="20" pos="2742" userDrawn="1">
          <p15:clr>
            <a:srgbClr val="F26B43"/>
          </p15:clr>
        </p15:guide>
        <p15:guide id="21" pos="3168" userDrawn="1">
          <p15:clr>
            <a:srgbClr val="F26B43"/>
          </p15:clr>
        </p15:guide>
        <p15:guide id="22" pos="3326" userDrawn="1">
          <p15:clr>
            <a:srgbClr val="F26B43"/>
          </p15:clr>
        </p15:guide>
        <p15:guide id="23" pos="3762" userDrawn="1">
          <p15:clr>
            <a:srgbClr val="F26B43"/>
          </p15:clr>
        </p15:guide>
        <p15:guide id="24" pos="3912" userDrawn="1">
          <p15:clr>
            <a:srgbClr val="F26B43"/>
          </p15:clr>
        </p15:guide>
        <p15:guide id="25" pos="4346" userDrawn="1">
          <p15:clr>
            <a:srgbClr val="F26B43"/>
          </p15:clr>
        </p15:guide>
        <p15:guide id="26" pos="4500" userDrawn="1">
          <p15:clr>
            <a:srgbClr val="F26B43"/>
          </p15:clr>
        </p15:guide>
        <p15:guide id="27" pos="4934" userDrawn="1">
          <p15:clr>
            <a:srgbClr val="F26B43"/>
          </p15:clr>
        </p15:guide>
        <p15:guide id="28" pos="5086" userDrawn="1">
          <p15:clr>
            <a:srgbClr val="F26B43"/>
          </p15:clr>
        </p15:guide>
        <p15:guide id="29" pos="5520" userDrawn="1">
          <p15:clr>
            <a:srgbClr val="F26B43"/>
          </p15:clr>
        </p15:guide>
        <p15:guide id="30" pos="5674" userDrawn="1">
          <p15:clr>
            <a:srgbClr val="F26B43"/>
          </p15:clr>
        </p15:guide>
        <p15:guide id="31" pos="6108" userDrawn="1">
          <p15:clr>
            <a:srgbClr val="F26B43"/>
          </p15:clr>
        </p15:guide>
        <p15:guide id="32" pos="6262" userDrawn="1">
          <p15:clr>
            <a:srgbClr val="F26B43"/>
          </p15:clr>
        </p15:guide>
        <p15:guide id="33" pos="6692" userDrawn="1">
          <p15:clr>
            <a:srgbClr val="F26B43"/>
          </p15:clr>
        </p15:guide>
        <p15:guide id="34" pos="6846" userDrawn="1">
          <p15:clr>
            <a:srgbClr val="F26B43"/>
          </p15:clr>
        </p15:guide>
        <p15:guide id="35" orient="horz" pos="984" userDrawn="1">
          <p15:clr>
            <a:srgbClr val="F26B43"/>
          </p15:clr>
        </p15:guide>
        <p15:guide id="36" orient="horz" pos="4128" userDrawn="1">
          <p15:clr>
            <a:srgbClr val="F26B43"/>
          </p15:clr>
        </p15:guide>
        <p15:guide id="37" orient="horz" pos="1080" userDrawn="1">
          <p15:clr>
            <a:srgbClr val="F26B43"/>
          </p15:clr>
        </p15:guide>
        <p15:guide id="38" orient="horz" pos="1248" userDrawn="1">
          <p15:clr>
            <a:srgbClr val="F26B43"/>
          </p15:clr>
        </p15:guide>
        <p15:guide id="39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490A1-CA92-FE01-C8E6-B97C895E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User Story Definition of Ready  </a:t>
            </a:r>
            <a:br>
              <a:rPr lang="en-GB" sz="1600" dirty="0"/>
            </a:br>
            <a:r>
              <a:rPr lang="en-GB" sz="1600" dirty="0"/>
              <a:t>The definition of ready spells out the criteria user stories must meet before development can start, to ensure they deliver value quickly. </a:t>
            </a:r>
            <a:br>
              <a:rPr lang="en-GB" sz="1600" dirty="0"/>
            </a:br>
            <a:r>
              <a:rPr lang="en-GB" sz="1600" dirty="0"/>
              <a:t>A User Story is "Ready" for development if and only if all the following is true:  </a:t>
            </a:r>
            <a:endParaRPr lang="en-US" sz="11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502912-ED5D-C91E-1FB6-5D20D527486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/>
          </a:bodyPr>
          <a:lstStyle/>
          <a:p>
            <a:r>
              <a:rPr lang="en-US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A4787-BE8C-DA4F-B3D1-1E975A5F48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7062" y="1899409"/>
            <a:ext cx="10929937" cy="480060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User Story is Signed Off and prioritized by the Customer or the stakeholder responsible for the backlog/roadmap.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User Story meets INVEST criteria.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User Story has acceptance criteria &amp; Acceptance criteria are understood by all parties concerned and agreed with stakeholders. 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There are no open questions in US / unresolved comments.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User Story should contain link for appropriate Epic. 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User Story is estimated for effort, added to the current Sprint, relevant sub-tasks are created.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story is small enough to oversee it completely &amp; to fit into one Sprint.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User Story covers required functional cases, and contains happy path, alternative and negative flow, if applicable, and the requirements are clear.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User Story's dependencies are identified and considered as acceptable:</a:t>
            </a:r>
          </a:p>
          <a:p>
            <a:pPr marL="651510" lvl="2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400" dirty="0"/>
              <a:t>System architecture requirements are clear, including APIs if applicable. </a:t>
            </a:r>
          </a:p>
          <a:p>
            <a:pPr marL="651510" lvl="2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400" dirty="0"/>
              <a:t>Design requirements are clear, including annotations, rules, user interaction, animation. </a:t>
            </a:r>
          </a:p>
          <a:p>
            <a:pPr marL="651510" lvl="2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400" dirty="0"/>
              <a:t>Required designs are approved by Customer in advance and contains desktop, tablet, mobile view, breakpoints are clear. There should be a link for approved designs added to US, if applicable. </a:t>
            </a:r>
          </a:p>
          <a:p>
            <a:pPr marL="651510" lvl="2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400" dirty="0"/>
              <a:t>Non-functional requirements are clear (accessibility, performance, SEO).  </a:t>
            </a:r>
          </a:p>
          <a:p>
            <a:pPr marL="651510" lvl="2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400" dirty="0"/>
              <a:t>Dependencies to 3rd-party Systems and other teams should be identified and linked to separate user stories/tasks, if applicable. 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Blocking user stories/tasks must be resolved before the sprint starts (it is acceptable if blocking user stories/tasks will be done during the same sprint). Any exception must be approved by parties concerned. 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57053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490A1-CA92-FE01-C8E6-B97C895E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t">
            <a:noAutofit/>
          </a:bodyPr>
          <a:lstStyle/>
          <a:p>
            <a:r>
              <a:rPr lang="en-GB" sz="2400" dirty="0">
                <a:cs typeface="Calibri"/>
              </a:rPr>
              <a:t>User Story Definition of Done  </a:t>
            </a:r>
            <a:br>
              <a:rPr lang="en-GB" sz="1600" dirty="0"/>
            </a:br>
            <a:r>
              <a:rPr lang="en-GB" sz="1600" dirty="0">
                <a:cs typeface="Calibri"/>
              </a:rPr>
              <a:t>The Definition of Done is a formal description of the state of the Increment when it meets the quality measures required for the product. </a:t>
            </a:r>
            <a:br>
              <a:rPr lang="en-GB" sz="1600" dirty="0"/>
            </a:br>
            <a:r>
              <a:rPr lang="en-GB" sz="1600" dirty="0">
                <a:cs typeface="Calibri"/>
              </a:rPr>
              <a:t>A User Story is "Done" if and only if all the following is true:  </a:t>
            </a:r>
            <a:endParaRPr lang="en-US" sz="1600" dirty="0">
              <a:cs typeface="Calibri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502912-ED5D-C91E-1FB6-5D20D527486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/>
          </a:bodyPr>
          <a:lstStyle/>
          <a:p>
            <a:r>
              <a:rPr lang="en-US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A4787-BE8C-DA4F-B3D1-1E975A5F48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7062" y="1899409"/>
            <a:ext cx="10929937" cy="480060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Code developed for the User Story is produced in-line with current Coding standards.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No new Critical or Major Sonar violations related to the User Story are introduced.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All new/modified code is wrapped in unit tests, integration and functional automation and manual tests, providing reasonable high coverage where possible and adhering to the Test Pyramid principle.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Every commit related to the User Story is well composed/formed with message formatted in-line.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User Story has passed the code review according to defined process. 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Calibri"/>
                <a:cs typeface="Calibri"/>
              </a:rPr>
              <a:t>The code is pushed into central repository and has successfully (green state) passed through the whole development pipeline.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All acceptance criteria and design are met.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All required testing is done according to the Project Testing Strategy.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User Story is demo-ed to and approved by Product Owner (or the stakeholder responsible for the backlog/roadmap) on UAT or Staging environment.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Regression Testing is done, if applicable.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There are no open defects with high priority, found bugs related to the User Story. If there are any, are 1) resolved and verified, or 2) triaged and postponed. 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Related technical documentation is captured and updated if required.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If applicable, Release Notes are prepared where needed, describing the scope of Release Candidate, and known issues, if there are any.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All required user manuals are created.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380648401"/>
      </p:ext>
    </p:extLst>
  </p:cSld>
  <p:clrMapOvr>
    <a:masterClrMapping/>
  </p:clrMapOvr>
</p:sld>
</file>

<file path=ppt/theme/theme1.xml><?xml version="1.0" encoding="utf-8"?>
<a:theme xmlns:a="http://schemas.openxmlformats.org/drawingml/2006/main" name="EPAM Master Light 2023.1">
  <a:themeElements>
    <a:clrScheme name="EPAM Light Palette 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060606"/>
      </a:accent1>
      <a:accent2>
        <a:srgbClr val="0047FF"/>
      </a:accent2>
      <a:accent3>
        <a:srgbClr val="0078C2"/>
      </a:accent3>
      <a:accent4>
        <a:srgbClr val="8353D2"/>
      </a:accent4>
      <a:accent5>
        <a:srgbClr val="0134BB"/>
      </a:accent5>
      <a:accent6>
        <a:srgbClr val="107E8D"/>
      </a:accent6>
      <a:hlink>
        <a:srgbClr val="060606"/>
      </a:hlink>
      <a:folHlink>
        <a:srgbClr val="00000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cf35b7f-8dac-41f3-b4bd-27ace2d97625" xsi:nil="true"/>
    <lcf76f155ced4ddcb4097134ff3c332f xmlns="bcb15052-3dd7-43a2-8653-34659e78bc3f">
      <Terms xmlns="http://schemas.microsoft.com/office/infopath/2007/PartnerControls"/>
    </lcf76f155ced4ddcb4097134ff3c332f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CACE6763B4074C88BB46B3F8155FE3" ma:contentTypeVersion="19" ma:contentTypeDescription="Create a new document." ma:contentTypeScope="" ma:versionID="5a282358f08eff8b4e0e0421f0815048">
  <xsd:schema xmlns:xsd="http://www.w3.org/2001/XMLSchema" xmlns:xs="http://www.w3.org/2001/XMLSchema" xmlns:p="http://schemas.microsoft.com/office/2006/metadata/properties" xmlns:ns1="http://schemas.microsoft.com/sharepoint/v3" xmlns:ns2="2cf35b7f-8dac-41f3-b4bd-27ace2d97625" xmlns:ns3="bcb15052-3dd7-43a2-8653-34659e78bc3f" targetNamespace="http://schemas.microsoft.com/office/2006/metadata/properties" ma:root="true" ma:fieldsID="8118882073b60ed058bb28a833f2bcc6" ns1:_="" ns2:_="" ns3:_="">
    <xsd:import namespace="http://schemas.microsoft.com/sharepoint/v3"/>
    <xsd:import namespace="2cf35b7f-8dac-41f3-b4bd-27ace2d97625"/>
    <xsd:import namespace="bcb15052-3dd7-43a2-8653-34659e78bc3f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4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5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f35b7f-8dac-41f3-b4bd-27ace2d976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0fe083c4-3552-4114-bc79-ccca4f4d8f6f}" ma:internalName="TaxCatchAll" ma:showField="CatchAllData" ma:web="2cf35b7f-8dac-41f3-b4bd-27ace2d976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15052-3dd7-43a2-8653-34659e78bc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ebda6a7-6b37-4000-ac6c-4fd0a9638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6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7DB376-2DEA-4BFF-9682-975215545CFE}">
  <ds:schemaRefs>
    <ds:schemaRef ds:uri="http://schemas.microsoft.com/office/2006/metadata/properties"/>
    <ds:schemaRef ds:uri="http://schemas.microsoft.com/office/infopath/2007/PartnerControls"/>
    <ds:schemaRef ds:uri="8329520d-12ec-42e4-b043-269816a91755"/>
    <ds:schemaRef ds:uri="32ffb8b9-b7fc-4aab-9873-53396b75472c"/>
    <ds:schemaRef ds:uri="2cf35b7f-8dac-41f3-b4bd-27ace2d97625"/>
    <ds:schemaRef ds:uri="bcb15052-3dd7-43a2-8653-34659e78bc3f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2578C2E7-9EA9-44D6-94D4-27AE0B614A07}"/>
</file>

<file path=customXml/itemProps3.xml><?xml version="1.0" encoding="utf-8"?>
<ds:datastoreItem xmlns:ds="http://schemas.openxmlformats.org/officeDocument/2006/customXml" ds:itemID="{3B9A66CA-BB35-4AA4-B781-9BC18651DB4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Words>626</Words>
  <Application>Microsoft Office PowerPoint</Application>
  <PresentationFormat>Widescreen</PresentationFormat>
  <Paragraphs>33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EPAM Master Light 2023.1</vt:lpstr>
      <vt:lpstr>User Story Definition of Ready   The definition of ready spells out the criteria user stories must meet before development can start, to ensure they deliver value quickly.  A User Story is "Ready" for development if and only if all the following is true:  </vt:lpstr>
      <vt:lpstr>User Story Definition of Done   The Definition of Done is a formal description of the state of the Increment when it meets the quality measures required for the product.  A User Story is "Done" if and only if all the following is true: 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Rudenko, Vladyslava</cp:lastModifiedBy>
  <cp:revision>26</cp:revision>
  <dcterms:created xsi:type="dcterms:W3CDTF">2020-10-26T14:33:58Z</dcterms:created>
  <dcterms:modified xsi:type="dcterms:W3CDTF">2023-04-18T10:39:07Z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0x01010076CACE6763B4074C88BB46B3F8155FE3</vt:lpwstr>
  </property>
  <property fmtid="{D5CDD505-2E9C-101B-9397-08002B2CF9AE}" pid="3" name="MediaServiceImageTags">
    <vt:lpwstr/>
  </property>
  <property fmtid="{D5CDD505-2E9C-101B-9397-08002B2CF9AE}" pid="4" name="MSIP_Label_2a535040-0af2-483f-adc3-a132c21e3e2b_Enabled">
    <vt:lpwstr>true</vt:lpwstr>
  </property>
  <property fmtid="{D5CDD505-2E9C-101B-9397-08002B2CF9AE}" pid="5" name="MSIP_Label_2a535040-0af2-483f-adc3-a132c21e3e2b_SetDate">
    <vt:lpwstr>2023-04-18T10:38:23Z</vt:lpwstr>
  </property>
  <property fmtid="{D5CDD505-2E9C-101B-9397-08002B2CF9AE}" pid="6" name="MSIP_Label_2a535040-0af2-483f-adc3-a132c21e3e2b_Method">
    <vt:lpwstr>Standard</vt:lpwstr>
  </property>
  <property fmtid="{D5CDD505-2E9C-101B-9397-08002B2CF9AE}" pid="7" name="MSIP_Label_2a535040-0af2-483f-adc3-a132c21e3e2b_Name">
    <vt:lpwstr>EPAM_Confidential</vt:lpwstr>
  </property>
  <property fmtid="{D5CDD505-2E9C-101B-9397-08002B2CF9AE}" pid="8" name="MSIP_Label_2a535040-0af2-483f-adc3-a132c21e3e2b_SiteId">
    <vt:lpwstr>b41b72d0-4e9f-4c26-8a69-f949f367c91d</vt:lpwstr>
  </property>
  <property fmtid="{D5CDD505-2E9C-101B-9397-08002B2CF9AE}" pid="9" name="MSIP_Label_2a535040-0af2-483f-adc3-a132c21e3e2b_ActionId">
    <vt:lpwstr>8e5d9f1f-4ee9-4a48-877f-a3edf0dbb415</vt:lpwstr>
  </property>
  <property fmtid="{D5CDD505-2E9C-101B-9397-08002B2CF9AE}" pid="10" name="MSIP_Label_2a535040-0af2-483f-adc3-a132c21e3e2b_ContentBits">
    <vt:lpwstr>0</vt:lpwstr>
  </property>
</Properties>
</file>