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ngesInfos/changesInfo1.xml" ContentType="application/vnd.ms-powerpoint.changesinfo+xml"/>
  <Override PartName="/ppt/comments/modernComment_7FB4764F_A53789AA.xml" ContentType="application/vnd.ms-powerpoint.comments+xml"/>
  <Override PartName="/ppt/comments/modernComment_7FFFEB04_7DCBFA4D.xml" ContentType="application/vnd.ms-powerpoint.comments+xml"/>
  <Override PartName="/ppt/comments/modernComment_7FFFEB08_4E86D658.xml" ContentType="application/vnd.ms-powerpoint.comments+xml"/>
  <Override PartName="/ppt/comments/modernComment_7FFFEB09_62AB8CE1.xml" ContentType="application/vnd.ms-powerpoint.comments+xml"/>
  <Override PartName="/ppt/comments/modernComment_7FFFEB0B_6F2F23E6.xml" ContentType="application/vnd.ms-powerpoint.comments+xml"/>
  <Override PartName="/ppt/comments/modernComment_7FFFEB0C_FA20BC2A.xml" ContentType="application/vnd.ms-powerpoint.comments+xml"/>
  <Override PartName="/ppt/handoutMasters/handoutMaster1.xml" ContentType="application/vnd.openxmlformats-officedocument.presentationml.handoutMaster+xml"/>
  <Override PartName="/ppt/media/image11.svg" ContentType="image/svg+xml"/>
  <Override PartName="/ppt/media/image19.svg" ContentType="image/svg+xml"/>
  <Override PartName="/ppt/media/image2.svg" ContentType="image/svg"/>
  <Override PartName="/ppt/media/image25.svg" ContentType="image/svg+xml"/>
  <Override PartName="/ppt/media/image38.svg" ContentType="image/svg+xml"/>
  <Override PartName="/ppt/media/image40.svg" ContentType="image/svg+xml"/>
  <Override PartName="/ppt/media/image42.svg" ContentType="image/svg+xml"/>
  <Override PartName="/ppt/media/image44.svg" ContentType="image/svg+xml"/>
  <Override PartName="/ppt/media/image46.svg" ContentType="image/svg+xml"/>
  <Override PartName="/ppt/media/image48.svg" ContentType="image/svg+xml"/>
  <Override PartName="/ppt/media/image53.svg" ContentType="image/svg+xml"/>
  <Override PartName="/ppt/media/image55.svg" ContentType="image/svg+xml"/>
  <Override PartName="/ppt/media/image57.svg" ContentType="image/svg+xml"/>
  <Override PartName="/ppt/media/image58.svg" ContentType="image/svg+xml"/>
  <Override PartName="/ppt/media/image59.svg" ContentType="image/svg+xml"/>
  <Override PartName="/ppt/media/image61.svg" ContentType="image/svg+xml"/>
  <Override PartName="/ppt/media/image63.svg" ContentType="image/svg+xml"/>
  <Override PartName="/ppt/media/image69.svg" ContentType="image/svg+xml"/>
  <Override PartName="/ppt/media/image7.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28" r:id="rId4"/>
  </p:sldMasterIdLst>
  <p:notesMasterIdLst>
    <p:notesMasterId r:id="rId28"/>
  </p:notesMasterIdLst>
  <p:handoutMasterIdLst>
    <p:handoutMasterId r:id="rId29"/>
  </p:handoutMasterIdLst>
  <p:sldIdLst>
    <p:sldId id="2147483606" r:id="rId5"/>
    <p:sldId id="2142533196" r:id="rId6"/>
    <p:sldId id="2147478288" r:id="rId7"/>
    <p:sldId id="2147478295" r:id="rId8"/>
    <p:sldId id="2147478292" r:id="rId9"/>
    <p:sldId id="2147478294" r:id="rId10"/>
    <p:sldId id="2147478277" r:id="rId11"/>
    <p:sldId id="2147478290" r:id="rId12"/>
    <p:sldId id="2147478289" r:id="rId13"/>
    <p:sldId id="2147478278" r:id="rId14"/>
    <p:sldId id="2147478291" r:id="rId15"/>
    <p:sldId id="2147478279" r:id="rId16"/>
    <p:sldId id="2147478280" r:id="rId17"/>
    <p:sldId id="2147478281" r:id="rId18"/>
    <p:sldId id="2147478282" r:id="rId19"/>
    <p:sldId id="256" r:id="rId20"/>
    <p:sldId id="2147478284" r:id="rId21"/>
    <p:sldId id="2147478283" r:id="rId22"/>
    <p:sldId id="2147478285" r:id="rId23"/>
    <p:sldId id="2147478287" r:id="rId24"/>
    <p:sldId id="2142533199" r:id="rId25"/>
    <p:sldId id="2147478293" r:id="rId26"/>
    <p:sldId id="2147478276" r:id="rId27"/>
    <p:sldId id="2147483607" r:id="rId37"/>
  </p:sldIdLst>
  <p:sldSz cx="12192000" cy="6858000"/>
  <p:notesSz cx="8229600" cy="14630400"/>
  <p:defaultTextStyle>
    <a:defPPr>
      <a:defRPr lang="en-US"/>
    </a:defPPr>
    <a:lvl1pPr marL="0" algn="l" defTabSz="761940" rtl="0" eaLnBrk="1" latinLnBrk="0" hangingPunct="1">
      <a:defRPr sz="1500" kern="1200">
        <a:solidFill>
          <a:schemeClr val="tx1"/>
        </a:solidFill>
        <a:latin typeface="+mn-lt"/>
        <a:ea typeface="+mn-ea"/>
        <a:cs typeface="+mn-cs"/>
      </a:defRPr>
    </a:lvl1pPr>
    <a:lvl2pPr marL="380970" algn="l" defTabSz="761940" rtl="0" eaLnBrk="1" latinLnBrk="0" hangingPunct="1">
      <a:defRPr sz="1500" kern="1200">
        <a:solidFill>
          <a:schemeClr val="tx1"/>
        </a:solidFill>
        <a:latin typeface="+mn-lt"/>
        <a:ea typeface="+mn-ea"/>
        <a:cs typeface="+mn-cs"/>
      </a:defRPr>
    </a:lvl2pPr>
    <a:lvl3pPr marL="761940" algn="l" defTabSz="761940" rtl="0" eaLnBrk="1" latinLnBrk="0" hangingPunct="1">
      <a:defRPr sz="1500" kern="1200">
        <a:solidFill>
          <a:schemeClr val="tx1"/>
        </a:solidFill>
        <a:latin typeface="+mn-lt"/>
        <a:ea typeface="+mn-ea"/>
        <a:cs typeface="+mn-cs"/>
      </a:defRPr>
    </a:lvl3pPr>
    <a:lvl4pPr marL="1142908" algn="l" defTabSz="761940" rtl="0" eaLnBrk="1" latinLnBrk="0" hangingPunct="1">
      <a:defRPr sz="1500" kern="1200">
        <a:solidFill>
          <a:schemeClr val="tx1"/>
        </a:solidFill>
        <a:latin typeface="+mn-lt"/>
        <a:ea typeface="+mn-ea"/>
        <a:cs typeface="+mn-cs"/>
      </a:defRPr>
    </a:lvl4pPr>
    <a:lvl5pPr marL="1523878" algn="l" defTabSz="761940" rtl="0" eaLnBrk="1" latinLnBrk="0" hangingPunct="1">
      <a:defRPr sz="1500" kern="1200">
        <a:solidFill>
          <a:schemeClr val="tx1"/>
        </a:solidFill>
        <a:latin typeface="+mn-lt"/>
        <a:ea typeface="+mn-ea"/>
        <a:cs typeface="+mn-cs"/>
      </a:defRPr>
    </a:lvl5pPr>
    <a:lvl6pPr marL="1904848" algn="l" defTabSz="761940" rtl="0" eaLnBrk="1" latinLnBrk="0" hangingPunct="1">
      <a:defRPr sz="1500" kern="1200">
        <a:solidFill>
          <a:schemeClr val="tx1"/>
        </a:solidFill>
        <a:latin typeface="+mn-lt"/>
        <a:ea typeface="+mn-ea"/>
        <a:cs typeface="+mn-cs"/>
      </a:defRPr>
    </a:lvl6pPr>
    <a:lvl7pPr marL="2285818" algn="l" defTabSz="761940" rtl="0" eaLnBrk="1" latinLnBrk="0" hangingPunct="1">
      <a:defRPr sz="1500" kern="1200">
        <a:solidFill>
          <a:schemeClr val="tx1"/>
        </a:solidFill>
        <a:latin typeface="+mn-lt"/>
        <a:ea typeface="+mn-ea"/>
        <a:cs typeface="+mn-cs"/>
      </a:defRPr>
    </a:lvl7pPr>
    <a:lvl8pPr marL="2666787" algn="l" defTabSz="761940" rtl="0" eaLnBrk="1" latinLnBrk="0" hangingPunct="1">
      <a:defRPr sz="1500" kern="1200">
        <a:solidFill>
          <a:schemeClr val="tx1"/>
        </a:solidFill>
        <a:latin typeface="+mn-lt"/>
        <a:ea typeface="+mn-ea"/>
        <a:cs typeface="+mn-cs"/>
      </a:defRPr>
    </a:lvl8pPr>
    <a:lvl9pPr marL="3047756" algn="l" defTabSz="761940" rtl="0" eaLnBrk="1" latinLnBrk="0" hangingPunct="1">
      <a:defRPr sz="15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800" userDrawn="1">
          <p15:clr>
            <a:srgbClr val="A4A3A4"/>
          </p15:clr>
        </p15:guide>
        <p15:guide id="2" pos="320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9558120-488C-1ED6-B568-AE8CF66BE8C4}" name="Aram Mkrtichyan" initials="AM" userId="S::aram_mkrtichyan@epam.com::3e0533fe-3faa-4c29-954b-cf906ac2203d" providerId="AD"/>
  <p188:author id="{A95B4760-731E-E7E3-BFD4-BBA7AB41FB2B}" name="Andrei Piatrushenia" initials="AP" userId="S::andrei_piatrushenia@epam.com::f8f7105c-c4ea-4251-85f3-b8d51197d87d" providerId="AD"/>
  <p188:author id="{23B57888-CAC4-15EA-C1C9-D7FDE21C060E}" name="Liudmila Khatkevich" initials="LK" userId="S::liudmila_khatkevich@epam.com::9e4f13db-0122-4676-b5ab-9c285f81dc95" providerId="AD"/>
  <p188:author id="{A48FCCB2-D3C2-630E-E986-639542501098}" name="Sourav Roychoudhury" initials="" userId="S::Sourav_Roychoudhury@epam.com::59695b4d-e29f-45e3-8353-0f889d55378f" providerId="AD"/>
  <p188:author id="{221BDFB6-99B1-CB79-12CD-8CAB4616B556}" name="Alexey Zadorozhny" initials="AZ" userId="S::Alexey_Zadorozhny@epam.com::e73c3c9d-b602-44a0-9853-a09f044eb7e6" providerId="AD"/>
  <p188:author id="{757AB4BD-DBCE-6347-A7C3-EDA172958BCC}" name="Andrei Piatrushenia" initials="" userId="S::Andrei_Piatrushenia@epam.com::f8f7105c-c4ea-4251-85f3-b8d51197d87d" providerId="AD"/>
  <p188:author id="{7E2C5DC5-9E17-BE4E-F651-2947FB94DA60}" name="Tomasz Balcerek" initials="TB" userId="S::Tomasz_Balcerek@epam.com::4611017d-96dc-4845-8dab-e48770079db9" providerId="AD"/>
  <p188:author id="{FD4458E2-D549-4060-2704-B76C2F835EFF}" name="Ruslan Mahas" initials="RM" userId="S::ruslan_mahas@epam.com::87cc5f4b-be03-4be2-8297-b51524fd6208" providerId="AD"/>
  <p188:author id="{B277EDF2-1B88-49A9-93A2-18CBB8206A53}" name="Dmytro Denisov" initials="DD" userId="S::Dmytro_Denisov@epam.com::8743877b-e705-4e31-86ac-ff6254d61b7c"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CFEFD"/>
    <a:srgbClr val="D1AAC2"/>
    <a:srgbClr val="D9E1FE"/>
    <a:srgbClr val="06060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378D697-FB7B-234A-8825-3BDA1DFDC48B}" v="1003" dt="2026-03-05T13:44:11.47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FD4443E-F989-4FC4-A0C8-D5A2AF1F390B}" styleName="Dark Style 1 - Accent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1800"/>
        <p:guide pos="3200"/>
      </p:guideLst>
    </p:cSldViewPr>
  </p:slide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slide" Target="slides/slide23.xml"/><Relationship Id="rId28" Type="http://schemas.openxmlformats.org/officeDocument/2006/relationships/notesMaster" Target="notesMasters/notesMaster1.xml"/><Relationship Id="rId29" Type="http://schemas.openxmlformats.org/officeDocument/2006/relationships/handoutMaster" Target="handoutMasters/handout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 Id="rId34" Type="http://schemas.microsoft.com/office/2016/11/relationships/changesInfo" Target="changesInfos/changesInfo1.xml"/><Relationship Id="rId35" Type="http://schemas.microsoft.com/office/2015/10/relationships/revisionInfo" Target="revisionInfo.xml"/><Relationship Id="rId36" Type="http://schemas.microsoft.com/office/2018/10/relationships/authors" Target="authors.xml"/><Relationship Id="rId37" Type="http://schemas.openxmlformats.org/officeDocument/2006/relationships/slide" Target="slides/slide2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drei Piatrushenia" userId="S::andrei_piatrushenia@epam.com::f8f7105c-c4ea-4251-85f3-b8d51197d87d" providerId="AD" clId="Web-{6BFE3F87-2511-F8BE-8AA1-06E0ACDB6448}"/>
    <pc:docChg chg="modSld">
      <pc:chgData name="Andrei Piatrushenia" userId="S::andrei_piatrushenia@epam.com::f8f7105c-c4ea-4251-85f3-b8d51197d87d" providerId="AD" clId="Web-{6BFE3F87-2511-F8BE-8AA1-06E0ACDB6448}" dt="2026-02-27T15:05:22.978" v="9" actId="20577"/>
      <pc:docMkLst>
        <pc:docMk/>
      </pc:docMkLst>
      <pc:sldChg chg="modSp">
        <pc:chgData name="Andrei Piatrushenia" userId="S::andrei_piatrushenia@epam.com::f8f7105c-c4ea-4251-85f3-b8d51197d87d" providerId="AD" clId="Web-{6BFE3F87-2511-F8BE-8AA1-06E0ACDB6448}" dt="2026-02-27T15:05:22.978" v="9" actId="20577"/>
        <pc:sldMkLst>
          <pc:docMk/>
          <pc:sldMk cId="3251278532" sldId="2147478292"/>
        </pc:sldMkLst>
      </pc:sldChg>
    </pc:docChg>
  </pc:docChgLst>
  <pc:docChgLst>
    <pc:chgData name="Ruslan Mahas" userId="S::ruslan_mahas@epam.com::87cc5f4b-be03-4be2-8297-b51524fd6208" providerId="AD" clId="Web-{EF1AFFD4-2054-FCC5-8F2C-3CCC7C1BCB0D}"/>
    <pc:docChg chg="modSld">
      <pc:chgData name="Ruslan Mahas" userId="S::ruslan_mahas@epam.com::87cc5f4b-be03-4be2-8297-b51524fd6208" providerId="AD" clId="Web-{EF1AFFD4-2054-FCC5-8F2C-3CCC7C1BCB0D}" dt="2026-02-27T13:50:32.121" v="83"/>
      <pc:docMkLst>
        <pc:docMk/>
      </pc:docMkLst>
      <pc:sldChg chg="modSp modCm">
        <pc:chgData name="Ruslan Mahas" userId="S::ruslan_mahas@epam.com::87cc5f4b-be03-4be2-8297-b51524fd6208" providerId="AD" clId="Web-{EF1AFFD4-2054-FCC5-8F2C-3CCC7C1BCB0D}" dt="2026-02-27T13:50:32.121" v="83"/>
        <pc:sldMkLst>
          <pc:docMk/>
          <pc:sldMk cId="2771880362" sldId="2142533199"/>
        </pc:sldMkLst>
        <pc:graphicFrameChg chg="mod modGraphic">
          <ac:chgData name="Ruslan Mahas" userId="S::ruslan_mahas@epam.com::87cc5f4b-be03-4be2-8297-b51524fd6208" providerId="AD" clId="Web-{EF1AFFD4-2054-FCC5-8F2C-3CCC7C1BCB0D}" dt="2026-02-27T13:50:32.121" v="83"/>
          <ac:graphicFrameMkLst>
            <pc:docMk/>
            <pc:sldMk cId="2771880362" sldId="2142533199"/>
            <ac:graphicFrameMk id="2" creationId="{07E438A5-B7F0-468C-BE56-89FA30865AEF}"/>
          </ac:graphicFrameMkLst>
        </pc:graphicFrameChg>
        <pc:extLst>
          <p:ext xmlns:p="http://schemas.openxmlformats.org/presentationml/2006/main" uri="{D6D511B9-2390-475A-947B-AFAB55BFBCF1}">
            <pc226:cmChg xmlns:pc226="http://schemas.microsoft.com/office/powerpoint/2022/06/main/command" chg="mod">
              <pc226:chgData name="Ruslan Mahas" userId="S::ruslan_mahas@epam.com::87cc5f4b-be03-4be2-8297-b51524fd6208" providerId="AD" clId="Web-{EF1AFFD4-2054-FCC5-8F2C-3CCC7C1BCB0D}" dt="2026-02-27T13:50:17.371" v="62"/>
              <pc2:cmMkLst xmlns:pc2="http://schemas.microsoft.com/office/powerpoint/2019/9/main/command">
                <pc:docMk/>
                <pc:sldMk cId="2771880362" sldId="2142533199"/>
                <pc2:cmMk id="{E2491135-DC48-4441-BF4C-5F806F58F14A}"/>
              </pc2:cmMkLst>
            </pc226:cmChg>
            <pc226:cmChg xmlns:pc226="http://schemas.microsoft.com/office/powerpoint/2022/06/main/command" chg="mod">
              <pc226:chgData name="Ruslan Mahas" userId="S::ruslan_mahas@epam.com::87cc5f4b-be03-4be2-8297-b51524fd6208" providerId="AD" clId="Web-{EF1AFFD4-2054-FCC5-8F2C-3CCC7C1BCB0D}" dt="2026-02-27T13:50:32.121" v="82"/>
              <pc2:cmMkLst xmlns:pc2="http://schemas.microsoft.com/office/powerpoint/2019/9/main/command">
                <pc:docMk/>
                <pc:sldMk cId="2771880362" sldId="2142533199"/>
                <pc2:cmMk id="{13D0505B-8CC4-44A5-9B2A-A528FFA6C18D}"/>
              </pc2:cmMkLst>
            </pc226:cmChg>
            <pc226:cmChg xmlns:pc226="http://schemas.microsoft.com/office/powerpoint/2022/06/main/command" chg="mod">
              <pc226:chgData name="Ruslan Mahas" userId="S::ruslan_mahas@epam.com::87cc5f4b-be03-4be2-8297-b51524fd6208" providerId="AD" clId="Web-{EF1AFFD4-2054-FCC5-8F2C-3CCC7C1BCB0D}" dt="2026-02-27T13:50:17.371" v="62"/>
              <pc2:cmMkLst xmlns:pc2="http://schemas.microsoft.com/office/powerpoint/2019/9/main/command">
                <pc:docMk/>
                <pc:sldMk cId="2771880362" sldId="2142533199"/>
                <pc2:cmMk id="{6696F77B-ABEF-4F92-AE75-A332EEE6774A}"/>
              </pc2:cmMkLst>
            </pc226:cmChg>
            <pc226:cmChg xmlns:pc226="http://schemas.microsoft.com/office/powerpoint/2022/06/main/command" chg="mod">
              <pc226:chgData name="Ruslan Mahas" userId="S::ruslan_mahas@epam.com::87cc5f4b-be03-4be2-8297-b51524fd6208" providerId="AD" clId="Web-{EF1AFFD4-2054-FCC5-8F2C-3CCC7C1BCB0D}" dt="2026-02-27T13:50:05.574" v="56"/>
              <pc2:cmMkLst xmlns:pc2="http://schemas.microsoft.com/office/powerpoint/2019/9/main/command">
                <pc:docMk/>
                <pc:sldMk cId="2771880362" sldId="2142533199"/>
                <pc2:cmMk id="{3F4E8995-9711-417E-B182-41FDC24AF9C6}"/>
              </pc2:cmMkLst>
            </pc226:cmChg>
            <pc226:cmChg xmlns:pc226="http://schemas.microsoft.com/office/powerpoint/2022/06/main/command" chg="mod">
              <pc226:chgData name="Ruslan Mahas" userId="S::ruslan_mahas@epam.com::87cc5f4b-be03-4be2-8297-b51524fd6208" providerId="AD" clId="Web-{EF1AFFD4-2054-FCC5-8F2C-3CCC7C1BCB0D}" dt="2026-02-27T13:50:17.371" v="62"/>
              <pc2:cmMkLst xmlns:pc2="http://schemas.microsoft.com/office/powerpoint/2019/9/main/command">
                <pc:docMk/>
                <pc:sldMk cId="2771880362" sldId="2142533199"/>
                <pc2:cmMk id="{DAE9A49E-7655-4E7D-99A1-7FF80CAD8857}"/>
              </pc2:cmMkLst>
            </pc226:cmChg>
          </p:ext>
        </pc:extLst>
      </pc:sldChg>
    </pc:docChg>
  </pc:docChgLst>
  <pc:docChgLst>
    <pc:chgData name="Dmytro Denisov" userId="8743877b-e705-4e31-86ac-ff6254d61b7c" providerId="ADAL" clId="{8D2288DA-B691-569A-A43F-A2E9E94C80B0}"/>
    <pc:docChg chg="undo custSel addSld delSld modSld sldOrd">
      <pc:chgData name="Dmytro Denisov" userId="8743877b-e705-4e31-86ac-ff6254d61b7c" providerId="ADAL" clId="{8D2288DA-B691-569A-A43F-A2E9E94C80B0}" dt="2026-03-05T13:44:11.478" v="4134"/>
      <pc:docMkLst>
        <pc:docMk/>
      </pc:docMkLst>
      <pc:sldChg chg="modSp mod">
        <pc:chgData name="Dmytro Denisov" userId="8743877b-e705-4e31-86ac-ff6254d61b7c" providerId="ADAL" clId="{8D2288DA-B691-569A-A43F-A2E9E94C80B0}" dt="2026-02-27T13:23:35.662" v="1448" actId="20577"/>
        <pc:sldMkLst>
          <pc:docMk/>
          <pc:sldMk cId="1774354280" sldId="256"/>
        </pc:sldMkLst>
        <pc:spChg chg="mod">
          <ac:chgData name="Dmytro Denisov" userId="8743877b-e705-4e31-86ac-ff6254d61b7c" providerId="ADAL" clId="{8D2288DA-B691-569A-A43F-A2E9E94C80B0}" dt="2026-02-27T13:23:35.662" v="1448" actId="20577"/>
          <ac:spMkLst>
            <pc:docMk/>
            <pc:sldMk cId="1774354280" sldId="256"/>
            <ac:spMk id="9" creationId="{264D3E53-6542-2AFE-2D54-6CD47BA81145}"/>
          </ac:spMkLst>
        </pc:spChg>
      </pc:sldChg>
      <pc:sldChg chg="delSp mod">
        <pc:chgData name="Dmytro Denisov" userId="8743877b-e705-4e31-86ac-ff6254d61b7c" providerId="ADAL" clId="{8D2288DA-B691-569A-A43F-A2E9E94C80B0}" dt="2026-03-02T13:31:16.302" v="3052" actId="478"/>
        <pc:sldMkLst>
          <pc:docMk/>
          <pc:sldMk cId="1895099447" sldId="2142533196"/>
        </pc:sldMkLst>
      </pc:sldChg>
      <pc:sldChg chg="add del">
        <pc:chgData name="Dmytro Denisov" userId="8743877b-e705-4e31-86ac-ff6254d61b7c" providerId="ADAL" clId="{8D2288DA-B691-569A-A43F-A2E9E94C80B0}" dt="2026-02-27T15:43:48.304" v="3036" actId="2696"/>
        <pc:sldMkLst>
          <pc:docMk/>
          <pc:sldMk cId="2110519885" sldId="2147478276"/>
        </pc:sldMkLst>
      </pc:sldChg>
      <pc:sldChg chg="modSp add del mod">
        <pc:chgData name="Dmytro Denisov" userId="8743877b-e705-4e31-86ac-ff6254d61b7c" providerId="ADAL" clId="{8D2288DA-B691-569A-A43F-A2E9E94C80B0}" dt="2026-02-27T15:43:46.595" v="3034" actId="2696"/>
        <pc:sldMkLst>
          <pc:docMk/>
          <pc:sldMk cId="4026586661" sldId="2147478277"/>
        </pc:sldMkLst>
        <pc:spChg chg="mod">
          <ac:chgData name="Dmytro Denisov" userId="8743877b-e705-4e31-86ac-ff6254d61b7c" providerId="ADAL" clId="{8D2288DA-B691-569A-A43F-A2E9E94C80B0}" dt="2026-02-27T14:49:58.258" v="2382" actId="1035"/>
          <ac:spMkLst>
            <pc:docMk/>
            <pc:sldMk cId="4026586661" sldId="2147478277"/>
            <ac:spMk id="3" creationId="{F7E342D1-3936-8E56-B657-52A0FB992D01}"/>
          </ac:spMkLst>
        </pc:spChg>
        <pc:spChg chg="mod">
          <ac:chgData name="Dmytro Denisov" userId="8743877b-e705-4e31-86ac-ff6254d61b7c" providerId="ADAL" clId="{8D2288DA-B691-569A-A43F-A2E9E94C80B0}" dt="2026-02-27T14:49:58.258" v="2382" actId="1035"/>
          <ac:spMkLst>
            <pc:docMk/>
            <pc:sldMk cId="4026586661" sldId="2147478277"/>
            <ac:spMk id="4" creationId="{8BC18E6A-D4B8-368D-9032-3126CFA4B7C4}"/>
          </ac:spMkLst>
        </pc:spChg>
        <pc:spChg chg="mod">
          <ac:chgData name="Dmytro Denisov" userId="8743877b-e705-4e31-86ac-ff6254d61b7c" providerId="ADAL" clId="{8D2288DA-B691-569A-A43F-A2E9E94C80B0}" dt="2026-02-27T14:49:58.258" v="2382" actId="1035"/>
          <ac:spMkLst>
            <pc:docMk/>
            <pc:sldMk cId="4026586661" sldId="2147478277"/>
            <ac:spMk id="6" creationId="{F98BBE33-D8E7-EC6F-9714-DAD02D898BE3}"/>
          </ac:spMkLst>
        </pc:spChg>
        <pc:spChg chg="mod">
          <ac:chgData name="Dmytro Denisov" userId="8743877b-e705-4e31-86ac-ff6254d61b7c" providerId="ADAL" clId="{8D2288DA-B691-569A-A43F-A2E9E94C80B0}" dt="2026-02-27T14:53:45.557" v="2425" actId="20577"/>
          <ac:spMkLst>
            <pc:docMk/>
            <pc:sldMk cId="4026586661" sldId="2147478277"/>
            <ac:spMk id="9" creationId="{223AF9E3-69AB-B5BA-EB7B-2F1D97E0E244}"/>
          </ac:spMkLst>
        </pc:spChg>
        <pc:spChg chg="mod">
          <ac:chgData name="Dmytro Denisov" userId="8743877b-e705-4e31-86ac-ff6254d61b7c" providerId="ADAL" clId="{8D2288DA-B691-569A-A43F-A2E9E94C80B0}" dt="2026-02-27T14:53:22.796" v="2420" actId="208"/>
          <ac:spMkLst>
            <pc:docMk/>
            <pc:sldMk cId="4026586661" sldId="2147478277"/>
            <ac:spMk id="10" creationId="{FE94789E-E8CB-1272-5823-DDBF928F56E7}"/>
          </ac:spMkLst>
        </pc:spChg>
        <pc:spChg chg="mod">
          <ac:chgData name="Dmytro Denisov" userId="8743877b-e705-4e31-86ac-ff6254d61b7c" providerId="ADAL" clId="{8D2288DA-B691-569A-A43F-A2E9E94C80B0}" dt="2026-02-27T14:53:11.058" v="2419" actId="14100"/>
          <ac:spMkLst>
            <pc:docMk/>
            <pc:sldMk cId="4026586661" sldId="2147478277"/>
            <ac:spMk id="12" creationId="{666CF31F-6214-5467-CFD2-A97F3935344D}"/>
          </ac:spMkLst>
        </pc:spChg>
        <pc:spChg chg="mod">
          <ac:chgData name="Dmytro Denisov" userId="8743877b-e705-4e31-86ac-ff6254d61b7c" providerId="ADAL" clId="{8D2288DA-B691-569A-A43F-A2E9E94C80B0}" dt="2026-02-27T14:52:50.100" v="2416" actId="1038"/>
          <ac:spMkLst>
            <pc:docMk/>
            <pc:sldMk cId="4026586661" sldId="2147478277"/>
            <ac:spMk id="13" creationId="{8CC538D9-A3B7-9959-5F6E-BF0C0AF26AB4}"/>
          </ac:spMkLst>
        </pc:spChg>
        <pc:spChg chg="mod">
          <ac:chgData name="Dmytro Denisov" userId="8743877b-e705-4e31-86ac-ff6254d61b7c" providerId="ADAL" clId="{8D2288DA-B691-569A-A43F-A2E9E94C80B0}" dt="2026-02-27T14:52:50.100" v="2416" actId="1038"/>
          <ac:spMkLst>
            <pc:docMk/>
            <pc:sldMk cId="4026586661" sldId="2147478277"/>
            <ac:spMk id="16" creationId="{2D29476B-25A6-5DBA-02A2-76D0083C8D3C}"/>
          </ac:spMkLst>
        </pc:spChg>
        <pc:spChg chg="mod">
          <ac:chgData name="Dmytro Denisov" userId="8743877b-e705-4e31-86ac-ff6254d61b7c" providerId="ADAL" clId="{8D2288DA-B691-569A-A43F-A2E9E94C80B0}" dt="2026-02-27T14:52:50.100" v="2416" actId="1038"/>
          <ac:spMkLst>
            <pc:docMk/>
            <pc:sldMk cId="4026586661" sldId="2147478277"/>
            <ac:spMk id="30" creationId="{2036FD15-851D-E343-E8BE-902C378E2AD2}"/>
          </ac:spMkLst>
        </pc:spChg>
        <pc:spChg chg="mod">
          <ac:chgData name="Dmytro Denisov" userId="8743877b-e705-4e31-86ac-ff6254d61b7c" providerId="ADAL" clId="{8D2288DA-B691-569A-A43F-A2E9E94C80B0}" dt="2026-02-27T14:52:50.100" v="2416" actId="1038"/>
          <ac:spMkLst>
            <pc:docMk/>
            <pc:sldMk cId="4026586661" sldId="2147478277"/>
            <ac:spMk id="37" creationId="{B189823B-06DA-ABAD-7717-5DED483D550E}"/>
          </ac:spMkLst>
        </pc:spChg>
        <pc:spChg chg="mod">
          <ac:chgData name="Dmytro Denisov" userId="8743877b-e705-4e31-86ac-ff6254d61b7c" providerId="ADAL" clId="{8D2288DA-B691-569A-A43F-A2E9E94C80B0}" dt="2026-02-27T14:52:50.100" v="2416" actId="1038"/>
          <ac:spMkLst>
            <pc:docMk/>
            <pc:sldMk cId="4026586661" sldId="2147478277"/>
            <ac:spMk id="43" creationId="{7DD020A9-B792-233A-B563-F3B04F79B104}"/>
          </ac:spMkLst>
        </pc:spChg>
        <pc:spChg chg="mod">
          <ac:chgData name="Dmytro Denisov" userId="8743877b-e705-4e31-86ac-ff6254d61b7c" providerId="ADAL" clId="{8D2288DA-B691-569A-A43F-A2E9E94C80B0}" dt="2026-02-27T14:52:50.100" v="2416" actId="1038"/>
          <ac:spMkLst>
            <pc:docMk/>
            <pc:sldMk cId="4026586661" sldId="2147478277"/>
            <ac:spMk id="45" creationId="{81AE0D92-853E-F87C-FFCD-21E583BCA283}"/>
          </ac:spMkLst>
        </pc:spChg>
        <pc:spChg chg="mod">
          <ac:chgData name="Dmytro Denisov" userId="8743877b-e705-4e31-86ac-ff6254d61b7c" providerId="ADAL" clId="{8D2288DA-B691-569A-A43F-A2E9E94C80B0}" dt="2026-02-27T14:53:53.158" v="2426" actId="14100"/>
          <ac:spMkLst>
            <pc:docMk/>
            <pc:sldMk cId="4026586661" sldId="2147478277"/>
            <ac:spMk id="47" creationId="{4409CEC1-40E8-60C2-2B73-42D45C865826}"/>
          </ac:spMkLst>
        </pc:spChg>
        <pc:spChg chg="mod">
          <ac:chgData name="Dmytro Denisov" userId="8743877b-e705-4e31-86ac-ff6254d61b7c" providerId="ADAL" clId="{8D2288DA-B691-569A-A43F-A2E9E94C80B0}" dt="2026-02-27T14:53:57.511" v="2427" actId="14100"/>
          <ac:spMkLst>
            <pc:docMk/>
            <pc:sldMk cId="4026586661" sldId="2147478277"/>
            <ac:spMk id="51" creationId="{AAAC0EAB-70E8-D7D3-58C7-8D4F2678F728}"/>
          </ac:spMkLst>
        </pc:spChg>
        <pc:spChg chg="mod">
          <ac:chgData name="Dmytro Denisov" userId="8743877b-e705-4e31-86ac-ff6254d61b7c" providerId="ADAL" clId="{8D2288DA-B691-569A-A43F-A2E9E94C80B0}" dt="2026-02-27T14:54:45.667" v="2467" actId="1035"/>
          <ac:spMkLst>
            <pc:docMk/>
            <pc:sldMk cId="4026586661" sldId="2147478277"/>
            <ac:spMk id="54" creationId="{56A077D8-2548-BD4C-1B47-94615431FC9E}"/>
          </ac:spMkLst>
        </pc:spChg>
        <pc:spChg chg="mod">
          <ac:chgData name="Dmytro Denisov" userId="8743877b-e705-4e31-86ac-ff6254d61b7c" providerId="ADAL" clId="{8D2288DA-B691-569A-A43F-A2E9E94C80B0}" dt="2026-02-27T14:54:45.667" v="2467" actId="1035"/>
          <ac:spMkLst>
            <pc:docMk/>
            <pc:sldMk cId="4026586661" sldId="2147478277"/>
            <ac:spMk id="56" creationId="{288ACEC5-45CD-F3E2-92B4-95384F039D6B}"/>
          </ac:spMkLst>
        </pc:spChg>
        <pc:spChg chg="mod">
          <ac:chgData name="Dmytro Denisov" userId="8743877b-e705-4e31-86ac-ff6254d61b7c" providerId="ADAL" clId="{8D2288DA-B691-569A-A43F-A2E9E94C80B0}" dt="2026-02-27T14:54:45.667" v="2467" actId="1035"/>
          <ac:spMkLst>
            <pc:docMk/>
            <pc:sldMk cId="4026586661" sldId="2147478277"/>
            <ac:spMk id="57" creationId="{423150BE-3F88-CCC0-3724-99E042E4D91D}"/>
          </ac:spMkLst>
        </pc:spChg>
        <pc:spChg chg="mod">
          <ac:chgData name="Dmytro Denisov" userId="8743877b-e705-4e31-86ac-ff6254d61b7c" providerId="ADAL" clId="{8D2288DA-B691-569A-A43F-A2E9E94C80B0}" dt="2026-02-27T14:54:45.667" v="2467" actId="1035"/>
          <ac:spMkLst>
            <pc:docMk/>
            <pc:sldMk cId="4026586661" sldId="2147478277"/>
            <ac:spMk id="58" creationId="{B451510B-E89D-E990-C584-C86C776CDD65}"/>
          </ac:spMkLst>
        </pc:spChg>
        <pc:spChg chg="mod">
          <ac:chgData name="Dmytro Denisov" userId="8743877b-e705-4e31-86ac-ff6254d61b7c" providerId="ADAL" clId="{8D2288DA-B691-569A-A43F-A2E9E94C80B0}" dt="2026-02-27T14:54:45.667" v="2467" actId="1035"/>
          <ac:spMkLst>
            <pc:docMk/>
            <pc:sldMk cId="4026586661" sldId="2147478277"/>
            <ac:spMk id="59" creationId="{A4C5BD7A-43CB-1BED-721D-2B4CD46A5C15}"/>
          </ac:spMkLst>
        </pc:spChg>
      </pc:sldChg>
      <pc:sldChg chg="addSp delSp modSp add del mod">
        <pc:chgData name="Dmytro Denisov" userId="8743877b-e705-4e31-86ac-ff6254d61b7c" providerId="ADAL" clId="{8D2288DA-B691-569A-A43F-A2E9E94C80B0}" dt="2026-02-27T15:55:26.759" v="3043" actId="14100"/>
        <pc:sldMkLst>
          <pc:docMk/>
          <pc:sldMk cId="868507825" sldId="2147478278"/>
        </pc:sldMkLst>
        <pc:spChg chg="mod">
          <ac:chgData name="Dmytro Denisov" userId="8743877b-e705-4e31-86ac-ff6254d61b7c" providerId="ADAL" clId="{8D2288DA-B691-569A-A43F-A2E9E94C80B0}" dt="2026-02-24T14:22:30.909" v="265" actId="1076"/>
          <ac:spMkLst>
            <pc:docMk/>
            <pc:sldMk cId="868507825" sldId="2147478278"/>
            <ac:spMk id="7" creationId="{FBF446F3-F217-2ACA-0EA5-17639323C374}"/>
          </ac:spMkLst>
        </pc:spChg>
        <pc:spChg chg="add mod">
          <ac:chgData name="Dmytro Denisov" userId="8743877b-e705-4e31-86ac-ff6254d61b7c" providerId="ADAL" clId="{8D2288DA-B691-569A-A43F-A2E9E94C80B0}" dt="2026-02-27T15:55:26.759" v="3043" actId="14100"/>
          <ac:spMkLst>
            <pc:docMk/>
            <pc:sldMk cId="868507825" sldId="2147478278"/>
            <ac:spMk id="8" creationId="{ED8C0DFD-779A-9FD4-4130-2C652C1EB3E7}"/>
          </ac:spMkLst>
        </pc:spChg>
        <pc:spChg chg="add mod">
          <ac:chgData name="Dmytro Denisov" userId="8743877b-e705-4e31-86ac-ff6254d61b7c" providerId="ADAL" clId="{8D2288DA-B691-569A-A43F-A2E9E94C80B0}" dt="2026-02-24T14:57:20.634" v="356" actId="14100"/>
          <ac:spMkLst>
            <pc:docMk/>
            <pc:sldMk cId="868507825" sldId="2147478278"/>
            <ac:spMk id="16" creationId="{09C2EA91-20E8-1108-A7EE-DC82EE2818F4}"/>
          </ac:spMkLst>
        </pc:spChg>
        <pc:spChg chg="mod">
          <ac:chgData name="Dmytro Denisov" userId="8743877b-e705-4e31-86ac-ff6254d61b7c" providerId="ADAL" clId="{8D2288DA-B691-569A-A43F-A2E9E94C80B0}" dt="2026-02-24T14:23:52.016" v="304" actId="1035"/>
          <ac:spMkLst>
            <pc:docMk/>
            <pc:sldMk cId="868507825" sldId="2147478278"/>
            <ac:spMk id="20" creationId="{F5928E38-4B1B-852C-7162-945841FC912A}"/>
          </ac:spMkLst>
        </pc:spChg>
        <pc:picChg chg="mod">
          <ac:chgData name="Dmytro Denisov" userId="8743877b-e705-4e31-86ac-ff6254d61b7c" providerId="ADAL" clId="{8D2288DA-B691-569A-A43F-A2E9E94C80B0}" dt="2026-02-24T14:22:10.464" v="262" actId="1076"/>
          <ac:picMkLst>
            <pc:docMk/>
            <pc:sldMk cId="868507825" sldId="2147478278"/>
            <ac:picMk id="13" creationId="{B0470D1A-345C-AEF1-B454-6781B3944AED}"/>
          </ac:picMkLst>
        </pc:picChg>
      </pc:sldChg>
      <pc:sldChg chg="modSp mod">
        <pc:chgData name="Dmytro Denisov" userId="8743877b-e705-4e31-86ac-ff6254d61b7c" providerId="ADAL" clId="{8D2288DA-B691-569A-A43F-A2E9E94C80B0}" dt="2026-02-27T15:28:47.796" v="3020" actId="790"/>
        <pc:sldMkLst>
          <pc:docMk/>
          <pc:sldMk cId="1317459544" sldId="2147478280"/>
        </pc:sldMkLst>
        <pc:spChg chg="mod">
          <ac:chgData name="Dmytro Denisov" userId="8743877b-e705-4e31-86ac-ff6254d61b7c" providerId="ADAL" clId="{8D2288DA-B691-569A-A43F-A2E9E94C80B0}" dt="2026-02-27T15:28:47.796" v="3020" actId="790"/>
          <ac:spMkLst>
            <pc:docMk/>
            <pc:sldMk cId="1317459544" sldId="2147478280"/>
            <ac:spMk id="30" creationId="{777776CA-E562-EFFD-8D57-3819FCF6E77B}"/>
          </ac:spMkLst>
        </pc:spChg>
      </pc:sldChg>
      <pc:sldChg chg="addSp delSp modSp mod modClrScheme chgLayout">
        <pc:chgData name="Dmytro Denisov" userId="8743877b-e705-4e31-86ac-ff6254d61b7c" providerId="ADAL" clId="{8D2288DA-B691-569A-A43F-A2E9E94C80B0}" dt="2026-03-03T13:24:34.377" v="4128" actId="1076"/>
        <pc:sldMkLst>
          <pc:docMk/>
          <pc:sldMk cId="1655409889" sldId="2147478281"/>
        </pc:sldMkLst>
        <pc:spChg chg="mod ord">
          <ac:chgData name="Dmytro Denisov" userId="8743877b-e705-4e31-86ac-ff6254d61b7c" providerId="ADAL" clId="{8D2288DA-B691-569A-A43F-A2E9E94C80B0}" dt="2026-03-02T17:01:23.642" v="3998" actId="700"/>
          <ac:spMkLst>
            <pc:docMk/>
            <pc:sldMk cId="1655409889" sldId="2147478281"/>
            <ac:spMk id="2" creationId="{F07F2C78-2119-860D-2EBB-1525C9A523F1}"/>
          </ac:spMkLst>
        </pc:spChg>
        <pc:spChg chg="mod ord">
          <ac:chgData name="Dmytro Denisov" userId="8743877b-e705-4e31-86ac-ff6254d61b7c" providerId="ADAL" clId="{8D2288DA-B691-569A-A43F-A2E9E94C80B0}" dt="2026-03-02T17:01:23.642" v="3998" actId="700"/>
          <ac:spMkLst>
            <pc:docMk/>
            <pc:sldMk cId="1655409889" sldId="2147478281"/>
            <ac:spMk id="3" creationId="{59C9E233-247A-77C0-B39D-EB9C614EC789}"/>
          </ac:spMkLst>
        </pc:spChg>
        <pc:spChg chg="mod">
          <ac:chgData name="Dmytro Denisov" userId="8743877b-e705-4e31-86ac-ff6254d61b7c" providerId="ADAL" clId="{8D2288DA-B691-569A-A43F-A2E9E94C80B0}" dt="2026-03-02T14:55:38.920" v="3223" actId="1076"/>
          <ac:spMkLst>
            <pc:docMk/>
            <pc:sldMk cId="1655409889" sldId="2147478281"/>
            <ac:spMk id="6" creationId="{CED47690-2506-8766-C3AD-DB403B419803}"/>
          </ac:spMkLst>
        </pc:spChg>
        <pc:spChg chg="mod">
          <ac:chgData name="Dmytro Denisov" userId="8743877b-e705-4e31-86ac-ff6254d61b7c" providerId="ADAL" clId="{8D2288DA-B691-569A-A43F-A2E9E94C80B0}" dt="2026-03-02T14:55:38.920" v="3223" actId="1076"/>
          <ac:spMkLst>
            <pc:docMk/>
            <pc:sldMk cId="1655409889" sldId="2147478281"/>
            <ac:spMk id="7" creationId="{7F58D74A-0BF6-6555-50C0-062B1C439209}"/>
          </ac:spMkLst>
        </pc:spChg>
        <pc:spChg chg="add mod">
          <ac:chgData name="Dmytro Denisov" userId="8743877b-e705-4e31-86ac-ff6254d61b7c" providerId="ADAL" clId="{8D2288DA-B691-569A-A43F-A2E9E94C80B0}" dt="2026-03-02T17:01:10.720" v="3997"/>
          <ac:spMkLst>
            <pc:docMk/>
            <pc:sldMk cId="1655409889" sldId="2147478281"/>
            <ac:spMk id="8" creationId="{8856AECE-6856-F909-CD9C-0B4EC5BFEC88}"/>
          </ac:spMkLst>
        </pc:spChg>
        <pc:spChg chg="add mod">
          <ac:chgData name="Dmytro Denisov" userId="8743877b-e705-4e31-86ac-ff6254d61b7c" providerId="ADAL" clId="{8D2288DA-B691-569A-A43F-A2E9E94C80B0}" dt="2026-03-02T17:01:10.720" v="3997"/>
          <ac:spMkLst>
            <pc:docMk/>
            <pc:sldMk cId="1655409889" sldId="2147478281"/>
            <ac:spMk id="9" creationId="{18D11AAD-63D2-4622-31BF-BA78C268E06D}"/>
          </ac:spMkLst>
        </pc:spChg>
        <pc:spChg chg="add mod">
          <ac:chgData name="Dmytro Denisov" userId="8743877b-e705-4e31-86ac-ff6254d61b7c" providerId="ADAL" clId="{8D2288DA-B691-569A-A43F-A2E9E94C80B0}" dt="2026-03-03T13:24:34.377" v="4128" actId="1076"/>
          <ac:spMkLst>
            <pc:docMk/>
            <pc:sldMk cId="1655409889" sldId="2147478281"/>
            <ac:spMk id="21" creationId="{AD37C53A-0B30-6258-3AB6-EF68B908CBBC}"/>
          </ac:spMkLst>
        </pc:spChg>
        <pc:picChg chg="add mod">
          <ac:chgData name="Dmytro Denisov" userId="8743877b-e705-4e31-86ac-ff6254d61b7c" providerId="ADAL" clId="{8D2288DA-B691-569A-A43F-A2E9E94C80B0}" dt="2026-03-02T17:01:10.720" v="3997"/>
          <ac:picMkLst>
            <pc:docMk/>
            <pc:sldMk cId="1655409889" sldId="2147478281"/>
            <ac:picMk id="11" creationId="{904AC9F1-CDBD-0EF1-974C-D1DE972DC343}"/>
          </ac:picMkLst>
        </pc:picChg>
        <pc:picChg chg="mod">
          <ac:chgData name="Dmytro Denisov" userId="8743877b-e705-4e31-86ac-ff6254d61b7c" providerId="ADAL" clId="{8D2288DA-B691-569A-A43F-A2E9E94C80B0}" dt="2026-03-02T14:55:38.920" v="3223" actId="1076"/>
          <ac:picMkLst>
            <pc:docMk/>
            <pc:sldMk cId="1655409889" sldId="2147478281"/>
            <ac:picMk id="17" creationId="{D32AEFFF-6750-DE43-4329-E50A808FB417}"/>
          </ac:picMkLst>
        </pc:picChg>
      </pc:sldChg>
      <pc:sldChg chg="modSp mod">
        <pc:chgData name="Dmytro Denisov" userId="8743877b-e705-4e31-86ac-ff6254d61b7c" providerId="ADAL" clId="{8D2288DA-B691-569A-A43F-A2E9E94C80B0}" dt="2026-02-24T16:37:55.232" v="1246" actId="20577"/>
        <pc:sldMkLst>
          <pc:docMk/>
          <pc:sldMk cId="1695504758" sldId="2147478282"/>
        </pc:sldMkLst>
      </pc:sldChg>
      <pc:sldChg chg="modSp mod">
        <pc:chgData name="Dmytro Denisov" userId="8743877b-e705-4e31-86ac-ff6254d61b7c" providerId="ADAL" clId="{8D2288DA-B691-569A-A43F-A2E9E94C80B0}" dt="2026-02-26T10:37:42.033" v="1267" actId="20577"/>
        <pc:sldMkLst>
          <pc:docMk/>
          <pc:sldMk cId="1865360358" sldId="2147478283"/>
        </pc:sldMkLst>
        <pc:spChg chg="mod">
          <ac:chgData name="Dmytro Denisov" userId="8743877b-e705-4e31-86ac-ff6254d61b7c" providerId="ADAL" clId="{8D2288DA-B691-569A-A43F-A2E9E94C80B0}" dt="2026-02-26T10:37:42.033" v="1267" actId="20577"/>
          <ac:spMkLst>
            <pc:docMk/>
            <pc:sldMk cId="1865360358" sldId="2147478283"/>
            <ac:spMk id="7" creationId="{C20A4F03-932F-D5FC-4956-98A1D788935F}"/>
          </ac:spMkLst>
        </pc:spChg>
        <pc:spChg chg="mod">
          <ac:chgData name="Dmytro Denisov" userId="8743877b-e705-4e31-86ac-ff6254d61b7c" providerId="ADAL" clId="{8D2288DA-B691-569A-A43F-A2E9E94C80B0}" dt="2026-02-26T10:36:47.224" v="1266" actId="20577"/>
          <ac:spMkLst>
            <pc:docMk/>
            <pc:sldMk cId="1865360358" sldId="2147478283"/>
            <ac:spMk id="16" creationId="{C425C9A5-67CD-DBC9-0EF2-4E942196DB6F}"/>
          </ac:spMkLst>
        </pc:spChg>
      </pc:sldChg>
      <pc:sldChg chg="addSp delSp modSp mod modCm">
        <pc:chgData name="Dmytro Denisov" userId="8743877b-e705-4e31-86ac-ff6254d61b7c" providerId="ADAL" clId="{8D2288DA-B691-569A-A43F-A2E9E94C80B0}" dt="2026-03-02T18:12:48.997" v="4127" actId="1076"/>
        <pc:sldMkLst>
          <pc:docMk/>
          <pc:sldMk cId="4196449322" sldId="2147478284"/>
        </pc:sldMkLst>
        <pc:spChg chg="mod">
          <ac:chgData name="Dmytro Denisov" userId="8743877b-e705-4e31-86ac-ff6254d61b7c" providerId="ADAL" clId="{8D2288DA-B691-569A-A43F-A2E9E94C80B0}" dt="2026-03-02T15:15:44.140" v="3383" actId="14100"/>
          <ac:spMkLst>
            <pc:docMk/>
            <pc:sldMk cId="4196449322" sldId="2147478284"/>
            <ac:spMk id="17" creationId="{912B1E43-836C-9CC7-994A-134355BFC72E}"/>
          </ac:spMkLst>
        </pc:spChg>
        <pc:graphicFrameChg chg="mod modGraphic">
          <ac:chgData name="Dmytro Denisov" userId="8743877b-e705-4e31-86ac-ff6254d61b7c" providerId="ADAL" clId="{8D2288DA-B691-569A-A43F-A2E9E94C80B0}" dt="2026-03-02T18:11:04.824" v="4124" actId="2062"/>
          <ac:graphicFrameMkLst>
            <pc:docMk/>
            <pc:sldMk cId="4196449322" sldId="2147478284"/>
            <ac:graphicFrameMk id="3" creationId="{850F5BD4-6A63-EC17-0008-31EB96B455EE}"/>
          </ac:graphicFrameMkLst>
        </pc:graphicFrameChg>
        <pc:extLst>
          <p:ext xmlns:p="http://schemas.openxmlformats.org/presentationml/2006/main" uri="{D6D511B9-2390-475A-947B-AFAB55BFBCF1}">
            <pc226:cmChg xmlns:pc226="http://schemas.microsoft.com/office/powerpoint/2022/06/main/command" chg="mod">
              <pc226:chgData name="Dmytro Denisov" userId="8743877b-e705-4e31-86ac-ff6254d61b7c" providerId="ADAL" clId="{8D2288DA-B691-569A-A43F-A2E9E94C80B0}" dt="2026-03-02T18:09:48.870" v="4111" actId="20577"/>
              <pc2:cmMkLst xmlns:pc2="http://schemas.microsoft.com/office/powerpoint/2019/9/main/command">
                <pc:docMk/>
                <pc:sldMk cId="4196449322" sldId="2147478284"/>
                <pc2:cmMk id="{9E17F240-EB85-4EF7-8DD1-F0E2CBDE81E6}"/>
              </pc2:cmMkLst>
            </pc226:cmChg>
            <pc226:cmChg xmlns:pc226="http://schemas.microsoft.com/office/powerpoint/2022/06/main/command" chg="mod">
              <pc226:chgData name="Dmytro Denisov" userId="8743877b-e705-4e31-86ac-ff6254d61b7c" providerId="ADAL" clId="{8D2288DA-B691-569A-A43F-A2E9E94C80B0}" dt="2026-03-02T13:59:07.779" v="3093" actId="20577"/>
              <pc2:cmMkLst xmlns:pc2="http://schemas.microsoft.com/office/powerpoint/2019/9/main/command">
                <pc:docMk/>
                <pc:sldMk cId="4196449322" sldId="2147478284"/>
                <pc2:cmMk id="{B27B8559-2CB3-4E0F-9D7F-276A6F158940}"/>
              </pc2:cmMkLst>
            </pc226:cmChg>
            <pc226:cmChg xmlns:pc226="http://schemas.microsoft.com/office/powerpoint/2022/06/main/command" chg="mod">
              <pc226:chgData name="Dmytro Denisov" userId="8743877b-e705-4e31-86ac-ff6254d61b7c" providerId="ADAL" clId="{8D2288DA-B691-569A-A43F-A2E9E94C80B0}" dt="2026-03-02T18:11:01.132" v="4123" actId="20577"/>
              <pc2:cmMkLst xmlns:pc2="http://schemas.microsoft.com/office/powerpoint/2019/9/main/command">
                <pc:docMk/>
                <pc:sldMk cId="4196449322" sldId="2147478284"/>
                <pc2:cmMk id="{AA19FCD3-D720-4AF0-AE9D-C890FCBD4968}"/>
              </pc2:cmMkLst>
            </pc226:cmChg>
          </p:ext>
        </pc:extLst>
      </pc:sldChg>
      <pc:sldChg chg="modSp mod ord">
        <pc:chgData name="Dmytro Denisov" userId="8743877b-e705-4e31-86ac-ff6254d61b7c" providerId="ADAL" clId="{8D2288DA-B691-569A-A43F-A2E9E94C80B0}" dt="2026-03-02T16:54:58.447" v="3995" actId="20577"/>
        <pc:sldMkLst>
          <pc:docMk/>
          <pc:sldMk cId="1502533066" sldId="2147478285"/>
        </pc:sldMkLst>
        <pc:spChg chg="mod">
          <ac:chgData name="Dmytro Denisov" userId="8743877b-e705-4e31-86ac-ff6254d61b7c" providerId="ADAL" clId="{8D2288DA-B691-569A-A43F-A2E9E94C80B0}" dt="2026-03-02T16:54:58.447" v="3995" actId="20577"/>
          <ac:spMkLst>
            <pc:docMk/>
            <pc:sldMk cId="1502533066" sldId="2147478285"/>
            <ac:spMk id="4" creationId="{C945B2BD-1290-ED7B-62BD-E38D10896A20}"/>
          </ac:spMkLst>
        </pc:spChg>
      </pc:sldChg>
      <pc:sldChg chg="mod ord modShow">
        <pc:chgData name="Dmytro Denisov" userId="8743877b-e705-4e31-86ac-ff6254d61b7c" providerId="ADAL" clId="{8D2288DA-B691-569A-A43F-A2E9E94C80B0}" dt="2026-02-24T13:43:46.503" v="65" actId="20578"/>
        <pc:sldMkLst>
          <pc:docMk/>
          <pc:sldMk cId="138175260" sldId="2147478287"/>
        </pc:sldMkLst>
      </pc:sldChg>
      <pc:sldChg chg="modSp add del mod">
        <pc:chgData name="Dmytro Denisov" userId="8743877b-e705-4e31-86ac-ff6254d61b7c" providerId="ADAL" clId="{8D2288DA-B691-569A-A43F-A2E9E94C80B0}" dt="2026-02-27T15:43:49.210" v="3037" actId="2696"/>
        <pc:sldMkLst>
          <pc:docMk/>
          <pc:sldMk cId="3415367404" sldId="2147478288"/>
        </pc:sldMkLst>
      </pc:sldChg>
      <pc:sldChg chg="addSp delSp modSp add del mod">
        <pc:chgData name="Dmytro Denisov" userId="8743877b-e705-4e31-86ac-ff6254d61b7c" providerId="ADAL" clId="{8D2288DA-B691-569A-A43F-A2E9E94C80B0}" dt="2026-02-27T15:55:01.982" v="3041" actId="14100"/>
        <pc:sldMkLst>
          <pc:docMk/>
          <pc:sldMk cId="2580893965" sldId="2147478289"/>
        </pc:sldMkLst>
        <pc:spChg chg="mod">
          <ac:chgData name="Dmytro Denisov" userId="8743877b-e705-4e31-86ac-ff6254d61b7c" providerId="ADAL" clId="{8D2288DA-B691-569A-A43F-A2E9E94C80B0}" dt="2026-02-24T14:14:11.446" v="217" actId="1036"/>
          <ac:spMkLst>
            <pc:docMk/>
            <pc:sldMk cId="2580893965" sldId="2147478289"/>
            <ac:spMk id="8" creationId="{5DE62278-942C-FAA1-0549-4E4A209CD61D}"/>
          </ac:spMkLst>
        </pc:spChg>
        <pc:spChg chg="mod">
          <ac:chgData name="Dmytro Denisov" userId="8743877b-e705-4e31-86ac-ff6254d61b7c" providerId="ADAL" clId="{8D2288DA-B691-569A-A43F-A2E9E94C80B0}" dt="2026-02-27T15:55:01.982" v="3041" actId="14100"/>
          <ac:spMkLst>
            <pc:docMk/>
            <pc:sldMk cId="2580893965" sldId="2147478289"/>
            <ac:spMk id="12" creationId="{DF8789F4-E65A-F0BE-2F82-E34ED4CB211B}"/>
          </ac:spMkLst>
        </pc:spChg>
        <pc:spChg chg="add mod">
          <ac:chgData name="Dmytro Denisov" userId="8743877b-e705-4e31-86ac-ff6254d61b7c" providerId="ADAL" clId="{8D2288DA-B691-569A-A43F-A2E9E94C80B0}" dt="2026-02-27T15:54:50.550" v="3040" actId="14100"/>
          <ac:spMkLst>
            <pc:docMk/>
            <pc:sldMk cId="2580893965" sldId="2147478289"/>
            <ac:spMk id="16" creationId="{95331529-CDC3-8CB0-94F9-C76D65298F0C}"/>
          </ac:spMkLst>
        </pc:spChg>
        <pc:spChg chg="mod">
          <ac:chgData name="Dmytro Denisov" userId="8743877b-e705-4e31-86ac-ff6254d61b7c" providerId="ADAL" clId="{8D2288DA-B691-569A-A43F-A2E9E94C80B0}" dt="2026-02-24T14:23:39.462" v="292" actId="1035"/>
          <ac:spMkLst>
            <pc:docMk/>
            <pc:sldMk cId="2580893965" sldId="2147478289"/>
            <ac:spMk id="19" creationId="{E09CE979-9A18-DA50-8316-EC2B54995A42}"/>
          </ac:spMkLst>
        </pc:spChg>
      </pc:sldChg>
      <pc:sldChg chg="addSp delSp modSp add del mod ord">
        <pc:chgData name="Dmytro Denisov" userId="8743877b-e705-4e31-86ac-ff6254d61b7c" providerId="ADAL" clId="{8D2288DA-B691-569A-A43F-A2E9E94C80B0}" dt="2026-02-27T15:55:11.399" v="3042" actId="14100"/>
        <pc:sldMkLst>
          <pc:docMk/>
          <pc:sldMk cId="4280343993" sldId="2147478290"/>
        </pc:sldMkLst>
        <pc:spChg chg="mod">
          <ac:chgData name="Dmytro Denisov" userId="8743877b-e705-4e31-86ac-ff6254d61b7c" providerId="ADAL" clId="{8D2288DA-B691-569A-A43F-A2E9E94C80B0}" dt="2026-02-27T15:55:11.399" v="3042" actId="14100"/>
          <ac:spMkLst>
            <pc:docMk/>
            <pc:sldMk cId="4280343993" sldId="2147478290"/>
            <ac:spMk id="4" creationId="{E0A29FAC-1970-B306-3855-AD6A9B00207A}"/>
          </ac:spMkLst>
        </pc:spChg>
        <pc:spChg chg="mod">
          <ac:chgData name="Dmytro Denisov" userId="8743877b-e705-4e31-86ac-ff6254d61b7c" providerId="ADAL" clId="{8D2288DA-B691-569A-A43F-A2E9E94C80B0}" dt="2026-02-24T15:29:12.567" v="461" actId="1036"/>
          <ac:spMkLst>
            <pc:docMk/>
            <pc:sldMk cId="4280343993" sldId="2147478290"/>
            <ac:spMk id="5" creationId="{1E475A52-BE4D-E535-9D66-CCE46A139138}"/>
          </ac:spMkLst>
        </pc:spChg>
        <pc:spChg chg="mod">
          <ac:chgData name="Dmytro Denisov" userId="8743877b-e705-4e31-86ac-ff6254d61b7c" providerId="ADAL" clId="{8D2288DA-B691-569A-A43F-A2E9E94C80B0}" dt="2026-02-24T16:16:56.283" v="668" actId="20577"/>
          <ac:spMkLst>
            <pc:docMk/>
            <pc:sldMk cId="4280343993" sldId="2147478290"/>
            <ac:spMk id="6" creationId="{7C2F5292-1974-CD56-151D-4BC8B6FC0477}"/>
          </ac:spMkLst>
        </pc:spChg>
        <pc:spChg chg="add mod">
          <ac:chgData name="Dmytro Denisov" userId="8743877b-e705-4e31-86ac-ff6254d61b7c" providerId="ADAL" clId="{8D2288DA-B691-569A-A43F-A2E9E94C80B0}" dt="2026-02-24T15:29:12.567" v="461" actId="1036"/>
          <ac:spMkLst>
            <pc:docMk/>
            <pc:sldMk cId="4280343993" sldId="2147478290"/>
            <ac:spMk id="7" creationId="{A4E9BC31-DF39-45F7-40C9-CC648853B753}"/>
          </ac:spMkLst>
        </pc:spChg>
        <pc:spChg chg="add mod">
          <ac:chgData name="Dmytro Denisov" userId="8743877b-e705-4e31-86ac-ff6254d61b7c" providerId="ADAL" clId="{8D2288DA-B691-569A-A43F-A2E9E94C80B0}" dt="2026-02-24T15:29:12.567" v="461" actId="1036"/>
          <ac:spMkLst>
            <pc:docMk/>
            <pc:sldMk cId="4280343993" sldId="2147478290"/>
            <ac:spMk id="10" creationId="{E96575D5-2C5F-F495-E2A9-C6841D6663F5}"/>
          </ac:spMkLst>
        </pc:spChg>
        <pc:spChg chg="add mod">
          <ac:chgData name="Dmytro Denisov" userId="8743877b-e705-4e31-86ac-ff6254d61b7c" providerId="ADAL" clId="{8D2288DA-B691-569A-A43F-A2E9E94C80B0}" dt="2026-02-24T15:28:51.468" v="450" actId="14100"/>
          <ac:spMkLst>
            <pc:docMk/>
            <pc:sldMk cId="4280343993" sldId="2147478290"/>
            <ac:spMk id="17" creationId="{4EB42EA4-D220-29CD-C83A-DBA88880C747}"/>
          </ac:spMkLst>
        </pc:spChg>
        <pc:picChg chg="mod">
          <ac:chgData name="Dmytro Denisov" userId="8743877b-e705-4e31-86ac-ff6254d61b7c" providerId="ADAL" clId="{8D2288DA-B691-569A-A43F-A2E9E94C80B0}" dt="2026-02-24T13:44:56.382" v="96" actId="1076"/>
          <ac:picMkLst>
            <pc:docMk/>
            <pc:sldMk cId="4280343993" sldId="2147478290"/>
            <ac:picMk id="29" creationId="{2C5A17A6-9B29-A182-C91C-19C38ACFB90D}"/>
          </ac:picMkLst>
        </pc:picChg>
      </pc:sldChg>
      <pc:sldChg chg="addSp delSp modSp add mod">
        <pc:chgData name="Dmytro Denisov" userId="8743877b-e705-4e31-86ac-ff6254d61b7c" providerId="ADAL" clId="{8D2288DA-B691-569A-A43F-A2E9E94C80B0}" dt="2026-02-27T15:55:40.116" v="3045" actId="14100"/>
        <pc:sldMkLst>
          <pc:docMk/>
          <pc:sldMk cId="677319978" sldId="2147478291"/>
        </pc:sldMkLst>
        <pc:spChg chg="mod">
          <ac:chgData name="Dmytro Denisov" userId="8743877b-e705-4e31-86ac-ff6254d61b7c" providerId="ADAL" clId="{8D2288DA-B691-569A-A43F-A2E9E94C80B0}" dt="2026-02-27T15:55:40.116" v="3045" actId="14100"/>
          <ac:spMkLst>
            <pc:docMk/>
            <pc:sldMk cId="677319978" sldId="2147478291"/>
            <ac:spMk id="9" creationId="{EF3761AE-F873-1458-C096-DEA32F0C40C8}"/>
          </ac:spMkLst>
        </pc:spChg>
        <pc:spChg chg="add mod">
          <ac:chgData name="Dmytro Denisov" userId="8743877b-e705-4e31-86ac-ff6254d61b7c" providerId="ADAL" clId="{8D2288DA-B691-569A-A43F-A2E9E94C80B0}" dt="2026-02-27T15:55:34.675" v="3044" actId="14100"/>
          <ac:spMkLst>
            <pc:docMk/>
            <pc:sldMk cId="677319978" sldId="2147478291"/>
            <ac:spMk id="14" creationId="{37B8B5FA-088C-E1F0-9D98-B0CDC03C75BE}"/>
          </ac:spMkLst>
        </pc:spChg>
        <pc:spChg chg="mod">
          <ac:chgData name="Dmytro Denisov" userId="8743877b-e705-4e31-86ac-ff6254d61b7c" providerId="ADAL" clId="{8D2288DA-B691-569A-A43F-A2E9E94C80B0}" dt="2026-02-24T14:25:02.271" v="311" actId="1076"/>
          <ac:spMkLst>
            <pc:docMk/>
            <pc:sldMk cId="677319978" sldId="2147478291"/>
            <ac:spMk id="18" creationId="{C1058F09-963C-230B-CA3A-A03DEA4CF7D5}"/>
          </ac:spMkLst>
        </pc:spChg>
        <pc:spChg chg="mod">
          <ac:chgData name="Dmytro Denisov" userId="8743877b-e705-4e31-86ac-ff6254d61b7c" providerId="ADAL" clId="{8D2288DA-B691-569A-A43F-A2E9E94C80B0}" dt="2026-02-24T14:25:13.237" v="312" actId="1076"/>
          <ac:spMkLst>
            <pc:docMk/>
            <pc:sldMk cId="677319978" sldId="2147478291"/>
            <ac:spMk id="21" creationId="{AC40E29F-F968-D42E-1F4E-57C891F12153}"/>
          </ac:spMkLst>
        </pc:spChg>
        <pc:picChg chg="mod">
          <ac:chgData name="Dmytro Denisov" userId="8743877b-e705-4e31-86ac-ff6254d61b7c" providerId="ADAL" clId="{8D2288DA-B691-569A-A43F-A2E9E94C80B0}" dt="2026-02-27T15:22:57.100" v="3019" actId="1035"/>
          <ac:picMkLst>
            <pc:docMk/>
            <pc:sldMk cId="677319978" sldId="2147478291"/>
            <ac:picMk id="28" creationId="{F0E614C8-6A89-925B-4443-0658D8687CA0}"/>
          </ac:picMkLst>
        </pc:picChg>
      </pc:sldChg>
      <pc:sldChg chg="addSp delSp modSp add del mod ord modClrScheme chgLayout">
        <pc:chgData name="Dmytro Denisov" userId="8743877b-e705-4e31-86ac-ff6254d61b7c" providerId="ADAL" clId="{8D2288DA-B691-569A-A43F-A2E9E94C80B0}" dt="2026-03-05T13:44:11.478" v="4134"/>
        <pc:sldMkLst>
          <pc:docMk/>
          <pc:sldMk cId="3251278532" sldId="2147478292"/>
        </pc:sldMkLst>
        <pc:spChg chg="mod ord">
          <ac:chgData name="Dmytro Denisov" userId="8743877b-e705-4e31-86ac-ff6254d61b7c" providerId="ADAL" clId="{8D2288DA-B691-569A-A43F-A2E9E94C80B0}" dt="2026-02-27T14:39:59.926" v="2196" actId="1076"/>
          <ac:spMkLst>
            <pc:docMk/>
            <pc:sldMk cId="3251278532" sldId="2147478292"/>
            <ac:spMk id="4" creationId="{D3FD5D82-9309-6416-5CAE-6C4359E0DC6D}"/>
          </ac:spMkLst>
        </pc:spChg>
        <pc:graphicFrameChg chg="add mod modGraphic">
          <ac:chgData name="Dmytro Denisov" userId="8743877b-e705-4e31-86ac-ff6254d61b7c" providerId="ADAL" clId="{8D2288DA-B691-569A-A43F-A2E9E94C80B0}" dt="2026-03-05T13:44:11.478" v="4134"/>
          <ac:graphicFrameMkLst>
            <pc:docMk/>
            <pc:sldMk cId="3251278532" sldId="2147478292"/>
            <ac:graphicFrameMk id="2" creationId="{D651A485-3754-43BC-B445-3FD7F0CB37C7}"/>
          </ac:graphicFrameMkLst>
        </pc:graphicFrameChg>
      </pc:sldChg>
      <pc:sldChg chg="addSp delSp modSp add mod modShow">
        <pc:chgData name="Dmytro Denisov" userId="8743877b-e705-4e31-86ac-ff6254d61b7c" providerId="ADAL" clId="{8D2288DA-B691-569A-A43F-A2E9E94C80B0}" dt="2026-02-27T15:34:59.404" v="3021" actId="729"/>
        <pc:sldMkLst>
          <pc:docMk/>
          <pc:sldMk cId="458498487" sldId="2147478293"/>
        </pc:sldMkLst>
        <pc:spChg chg="add mod">
          <ac:chgData name="Dmytro Denisov" userId="8743877b-e705-4e31-86ac-ff6254d61b7c" providerId="ADAL" clId="{8D2288DA-B691-569A-A43F-A2E9E94C80B0}" dt="2026-02-27T15:18:06.646" v="2925" actId="1076"/>
          <ac:spMkLst>
            <pc:docMk/>
            <pc:sldMk cId="458498487" sldId="2147478293"/>
            <ac:spMk id="7" creationId="{FBEACFE9-A9FB-73B7-8625-DE177C0378B7}"/>
          </ac:spMkLst>
        </pc:spChg>
        <pc:spChg chg="mod">
          <ac:chgData name="Dmytro Denisov" userId="8743877b-e705-4e31-86ac-ff6254d61b7c" providerId="ADAL" clId="{8D2288DA-B691-569A-A43F-A2E9E94C80B0}" dt="2026-02-27T15:15:39.915" v="2872" actId="1036"/>
          <ac:spMkLst>
            <pc:docMk/>
            <pc:sldMk cId="458498487" sldId="2147478293"/>
            <ac:spMk id="38" creationId="{3311A2BD-C5E0-9541-88AE-C93A0B357B45}"/>
          </ac:spMkLst>
        </pc:spChg>
        <pc:spChg chg="mod">
          <ac:chgData name="Dmytro Denisov" userId="8743877b-e705-4e31-86ac-ff6254d61b7c" providerId="ADAL" clId="{8D2288DA-B691-569A-A43F-A2E9E94C80B0}" dt="2026-02-27T15:15:39.915" v="2872" actId="1036"/>
          <ac:spMkLst>
            <pc:docMk/>
            <pc:sldMk cId="458498487" sldId="2147478293"/>
            <ac:spMk id="39" creationId="{07C062AB-38EA-CBDE-392B-CEC9E17A1432}"/>
          </ac:spMkLst>
        </pc:spChg>
        <pc:spChg chg="mod">
          <ac:chgData name="Dmytro Denisov" userId="8743877b-e705-4e31-86ac-ff6254d61b7c" providerId="ADAL" clId="{8D2288DA-B691-569A-A43F-A2E9E94C80B0}" dt="2026-02-27T15:17:31.220" v="2912" actId="20577"/>
          <ac:spMkLst>
            <pc:docMk/>
            <pc:sldMk cId="458498487" sldId="2147478293"/>
            <ac:spMk id="52" creationId="{68379B95-18E5-1EF4-88CE-EF2931E3E6AB}"/>
          </ac:spMkLst>
        </pc:spChg>
        <pc:graphicFrameChg chg="add mod modGraphic">
          <ac:chgData name="Dmytro Denisov" userId="8743877b-e705-4e31-86ac-ff6254d61b7c" providerId="ADAL" clId="{8D2288DA-B691-569A-A43F-A2E9E94C80B0}" dt="2026-02-27T15:18:33.987" v="2926" actId="12385"/>
          <ac:graphicFrameMkLst>
            <pc:docMk/>
            <pc:sldMk cId="458498487" sldId="2147478293"/>
            <ac:graphicFrameMk id="6" creationId="{FE7BBF4A-5157-F379-A6F6-70290DDECD90}"/>
          </ac:graphicFrameMkLst>
        </pc:graphicFrameChg>
      </pc:sldChg>
      <pc:sldChg chg="add">
        <pc:chgData name="Dmytro Denisov" userId="8743877b-e705-4e31-86ac-ff6254d61b7c" providerId="ADAL" clId="{8D2288DA-B691-569A-A43F-A2E9E94C80B0}" dt="2026-03-02T14:46:59.932" v="3179" actId="2890"/>
        <pc:sldMkLst>
          <pc:docMk/>
          <pc:sldMk cId="1616614812" sldId="2147478294"/>
        </pc:sldMkLst>
      </pc:sldChg>
    </pc:docChg>
  </pc:docChgLst>
  <pc:docChgLst>
    <pc:chgData name="Alexey Zadorozhny" userId="e73c3c9d-b602-44a0-9853-a09f044eb7e6" providerId="ADAL" clId="{7600B16A-D0D4-5E24-9AE3-1D2835E8ACC3}"/>
    <pc:docChg chg="modSld">
      <pc:chgData name="Alexey Zadorozhny" userId="e73c3c9d-b602-44a0-9853-a09f044eb7e6" providerId="ADAL" clId="{7600B16A-D0D4-5E24-9AE3-1D2835E8ACC3}" dt="2026-02-24T13:41:08.592" v="15" actId="20577"/>
      <pc:docMkLst>
        <pc:docMk/>
      </pc:docMkLst>
      <pc:sldChg chg="modSp mod">
        <pc:chgData name="Alexey Zadorozhny" userId="e73c3c9d-b602-44a0-9853-a09f044eb7e6" providerId="ADAL" clId="{7600B16A-D0D4-5E24-9AE3-1D2835E8ACC3}" dt="2026-02-24T13:38:01.263" v="7" actId="790"/>
        <pc:sldMkLst>
          <pc:docMk/>
          <pc:sldMk cId="3960105347" sldId="267"/>
        </pc:sldMkLst>
        <pc:spChg chg="mod">
          <ac:chgData name="Alexey Zadorozhny" userId="e73c3c9d-b602-44a0-9853-a09f044eb7e6" providerId="ADAL" clId="{7600B16A-D0D4-5E24-9AE3-1D2835E8ACC3}" dt="2026-02-24T13:38:01.263" v="7" actId="790"/>
          <ac:spMkLst>
            <pc:docMk/>
            <pc:sldMk cId="3960105347" sldId="267"/>
            <ac:spMk id="3" creationId="{2D186489-4A0A-0670-844A-9378EC8D4131}"/>
          </ac:spMkLst>
        </pc:spChg>
        <pc:spChg chg="mod">
          <ac:chgData name="Alexey Zadorozhny" userId="e73c3c9d-b602-44a0-9853-a09f044eb7e6" providerId="ADAL" clId="{7600B16A-D0D4-5E24-9AE3-1D2835E8ACC3}" dt="2026-02-24T13:38:01.263" v="7" actId="790"/>
          <ac:spMkLst>
            <pc:docMk/>
            <pc:sldMk cId="3960105347" sldId="267"/>
            <ac:spMk id="4" creationId="{16EAEB26-0250-DA39-1151-D1C050842053}"/>
          </ac:spMkLst>
        </pc:spChg>
      </pc:sldChg>
      <pc:sldChg chg="addSp delSp modSp mod">
        <pc:chgData name="Alexey Zadorozhny" userId="e73c3c9d-b602-44a0-9853-a09f044eb7e6" providerId="ADAL" clId="{7600B16A-D0D4-5E24-9AE3-1D2835E8ACC3}" dt="2026-02-24T13:37:32.634" v="6"/>
        <pc:sldMkLst>
          <pc:docMk/>
          <pc:sldMk cId="2771880362" sldId="2142533199"/>
        </pc:sldMkLst>
      </pc:sldChg>
      <pc:sldChg chg="modSp mod">
        <pc:chgData name="Alexey Zadorozhny" userId="e73c3c9d-b602-44a0-9853-a09f044eb7e6" providerId="ADAL" clId="{7600B16A-D0D4-5E24-9AE3-1D2835E8ACC3}" dt="2026-02-24T13:38:27.117" v="8" actId="790"/>
        <pc:sldMkLst>
          <pc:docMk/>
          <pc:sldMk cId="2110519885" sldId="2147478276"/>
        </pc:sldMkLst>
        <pc:spChg chg="mod">
          <ac:chgData name="Alexey Zadorozhny" userId="e73c3c9d-b602-44a0-9853-a09f044eb7e6" providerId="ADAL" clId="{7600B16A-D0D4-5E24-9AE3-1D2835E8ACC3}" dt="2026-02-24T13:38:27.117" v="8" actId="790"/>
          <ac:spMkLst>
            <pc:docMk/>
            <pc:sldMk cId="2110519885" sldId="2147478276"/>
            <ac:spMk id="2" creationId="{F94C49F4-B796-A737-FB42-EEEBC83BDBF9}"/>
          </ac:spMkLst>
        </pc:spChg>
        <pc:spChg chg="mod">
          <ac:chgData name="Alexey Zadorozhny" userId="e73c3c9d-b602-44a0-9853-a09f044eb7e6" providerId="ADAL" clId="{7600B16A-D0D4-5E24-9AE3-1D2835E8ACC3}" dt="2026-02-24T13:38:27.117" v="8" actId="790"/>
          <ac:spMkLst>
            <pc:docMk/>
            <pc:sldMk cId="2110519885" sldId="2147478276"/>
            <ac:spMk id="4" creationId="{C5990E4D-CA71-1DAD-C5D9-E3A86BBCAC49}"/>
          </ac:spMkLst>
        </pc:spChg>
        <pc:spChg chg="mod">
          <ac:chgData name="Alexey Zadorozhny" userId="e73c3c9d-b602-44a0-9853-a09f044eb7e6" providerId="ADAL" clId="{7600B16A-D0D4-5E24-9AE3-1D2835E8ACC3}" dt="2026-02-24T13:38:27.117" v="8" actId="790"/>
          <ac:spMkLst>
            <pc:docMk/>
            <pc:sldMk cId="2110519885" sldId="2147478276"/>
            <ac:spMk id="5" creationId="{5590BC68-D17F-6648-2001-75BCB3723C99}"/>
          </ac:spMkLst>
        </pc:spChg>
        <pc:spChg chg="mod">
          <ac:chgData name="Alexey Zadorozhny" userId="e73c3c9d-b602-44a0-9853-a09f044eb7e6" providerId="ADAL" clId="{7600B16A-D0D4-5E24-9AE3-1D2835E8ACC3}" dt="2026-02-24T13:38:27.117" v="8" actId="790"/>
          <ac:spMkLst>
            <pc:docMk/>
            <pc:sldMk cId="2110519885" sldId="2147478276"/>
            <ac:spMk id="6" creationId="{B68A7B1E-A55C-7E9E-7708-59672F6D7E44}"/>
          </ac:spMkLst>
        </pc:spChg>
        <pc:spChg chg="mod">
          <ac:chgData name="Alexey Zadorozhny" userId="e73c3c9d-b602-44a0-9853-a09f044eb7e6" providerId="ADAL" clId="{7600B16A-D0D4-5E24-9AE3-1D2835E8ACC3}" dt="2026-02-24T13:38:27.117" v="8" actId="790"/>
          <ac:spMkLst>
            <pc:docMk/>
            <pc:sldMk cId="2110519885" sldId="2147478276"/>
            <ac:spMk id="9" creationId="{69086930-C836-6BDF-A3DB-EE630465D773}"/>
          </ac:spMkLst>
        </pc:spChg>
        <pc:spChg chg="mod">
          <ac:chgData name="Alexey Zadorozhny" userId="e73c3c9d-b602-44a0-9853-a09f044eb7e6" providerId="ADAL" clId="{7600B16A-D0D4-5E24-9AE3-1D2835E8ACC3}" dt="2026-02-24T13:38:27.117" v="8" actId="790"/>
          <ac:spMkLst>
            <pc:docMk/>
            <pc:sldMk cId="2110519885" sldId="2147478276"/>
            <ac:spMk id="10" creationId="{EC54ECB2-CEF0-FD6C-3394-C64B0B8404D8}"/>
          </ac:spMkLst>
        </pc:spChg>
        <pc:spChg chg="mod">
          <ac:chgData name="Alexey Zadorozhny" userId="e73c3c9d-b602-44a0-9853-a09f044eb7e6" providerId="ADAL" clId="{7600B16A-D0D4-5E24-9AE3-1D2835E8ACC3}" dt="2026-02-24T13:38:27.117" v="8" actId="790"/>
          <ac:spMkLst>
            <pc:docMk/>
            <pc:sldMk cId="2110519885" sldId="2147478276"/>
            <ac:spMk id="12" creationId="{696FDC09-CE2E-7D50-9941-EBA393BA26EE}"/>
          </ac:spMkLst>
        </pc:spChg>
      </pc:sldChg>
      <pc:sldChg chg="modSp mod">
        <pc:chgData name="Alexey Zadorozhny" userId="e73c3c9d-b602-44a0-9853-a09f044eb7e6" providerId="ADAL" clId="{7600B16A-D0D4-5E24-9AE3-1D2835E8ACC3}" dt="2026-02-24T13:38:45.132" v="9" actId="790"/>
        <pc:sldMkLst>
          <pc:docMk/>
          <pc:sldMk cId="4026586661" sldId="2147478277"/>
        </pc:sldMkLst>
        <pc:spChg chg="mod">
          <ac:chgData name="Alexey Zadorozhny" userId="e73c3c9d-b602-44a0-9853-a09f044eb7e6" providerId="ADAL" clId="{7600B16A-D0D4-5E24-9AE3-1D2835E8ACC3}" dt="2026-02-24T13:38:45.132" v="9" actId="790"/>
          <ac:spMkLst>
            <pc:docMk/>
            <pc:sldMk cId="4026586661" sldId="2147478277"/>
            <ac:spMk id="5" creationId="{F7BA48D5-9533-AEB4-921D-CA79A6E05BB3}"/>
          </ac:spMkLst>
        </pc:spChg>
        <pc:spChg chg="mod">
          <ac:chgData name="Alexey Zadorozhny" userId="e73c3c9d-b602-44a0-9853-a09f044eb7e6" providerId="ADAL" clId="{7600B16A-D0D4-5E24-9AE3-1D2835E8ACC3}" dt="2026-02-24T13:38:45.132" v="9" actId="790"/>
          <ac:spMkLst>
            <pc:docMk/>
            <pc:sldMk cId="4026586661" sldId="2147478277"/>
            <ac:spMk id="11" creationId="{94A7ACF8-030F-D03D-9830-76795828892B}"/>
          </ac:spMkLst>
        </pc:spChg>
        <pc:spChg chg="mod">
          <ac:chgData name="Alexey Zadorozhny" userId="e73c3c9d-b602-44a0-9853-a09f044eb7e6" providerId="ADAL" clId="{7600B16A-D0D4-5E24-9AE3-1D2835E8ACC3}" dt="2026-02-24T13:38:45.132" v="9" actId="790"/>
          <ac:spMkLst>
            <pc:docMk/>
            <pc:sldMk cId="4026586661" sldId="2147478277"/>
            <ac:spMk id="15" creationId="{F894EE57-E5A8-2594-54CB-DE56BB25DD09}"/>
          </ac:spMkLst>
        </pc:spChg>
        <pc:spChg chg="mod">
          <ac:chgData name="Alexey Zadorozhny" userId="e73c3c9d-b602-44a0-9853-a09f044eb7e6" providerId="ADAL" clId="{7600B16A-D0D4-5E24-9AE3-1D2835E8ACC3}" dt="2026-02-24T13:38:45.132" v="9" actId="790"/>
          <ac:spMkLst>
            <pc:docMk/>
            <pc:sldMk cId="4026586661" sldId="2147478277"/>
            <ac:spMk id="17" creationId="{B83AC4AB-10B9-BA9E-FF42-75832282EDB8}"/>
          </ac:spMkLst>
        </pc:spChg>
        <pc:spChg chg="mod">
          <ac:chgData name="Alexey Zadorozhny" userId="e73c3c9d-b602-44a0-9853-a09f044eb7e6" providerId="ADAL" clId="{7600B16A-D0D4-5E24-9AE3-1D2835E8ACC3}" dt="2026-02-24T13:38:45.132" v="9" actId="790"/>
          <ac:spMkLst>
            <pc:docMk/>
            <pc:sldMk cId="4026586661" sldId="2147478277"/>
            <ac:spMk id="21" creationId="{06A8C0F8-A820-B3CE-1DFD-06A854124B54}"/>
          </ac:spMkLst>
        </pc:spChg>
        <pc:spChg chg="mod">
          <ac:chgData name="Alexey Zadorozhny" userId="e73c3c9d-b602-44a0-9853-a09f044eb7e6" providerId="ADAL" clId="{7600B16A-D0D4-5E24-9AE3-1D2835E8ACC3}" dt="2026-02-24T13:38:45.132" v="9" actId="790"/>
          <ac:spMkLst>
            <pc:docMk/>
            <pc:sldMk cId="4026586661" sldId="2147478277"/>
            <ac:spMk id="29" creationId="{60E8C20E-9169-CABE-8A43-D55B3E255B03}"/>
          </ac:spMkLst>
        </pc:spChg>
        <pc:spChg chg="mod">
          <ac:chgData name="Alexey Zadorozhny" userId="e73c3c9d-b602-44a0-9853-a09f044eb7e6" providerId="ADAL" clId="{7600B16A-D0D4-5E24-9AE3-1D2835E8ACC3}" dt="2026-02-24T13:38:45.132" v="9" actId="790"/>
          <ac:spMkLst>
            <pc:docMk/>
            <pc:sldMk cId="4026586661" sldId="2147478277"/>
            <ac:spMk id="35" creationId="{FF19B6E1-958A-6F92-013B-22CFA3ADD2A1}"/>
          </ac:spMkLst>
        </pc:spChg>
        <pc:spChg chg="mod">
          <ac:chgData name="Alexey Zadorozhny" userId="e73c3c9d-b602-44a0-9853-a09f044eb7e6" providerId="ADAL" clId="{7600B16A-D0D4-5E24-9AE3-1D2835E8ACC3}" dt="2026-02-24T13:38:45.132" v="9" actId="790"/>
          <ac:spMkLst>
            <pc:docMk/>
            <pc:sldMk cId="4026586661" sldId="2147478277"/>
            <ac:spMk id="39" creationId="{77F017D3-CFDC-7A99-6B94-D08119D89CCB}"/>
          </ac:spMkLst>
        </pc:spChg>
        <pc:spChg chg="mod">
          <ac:chgData name="Alexey Zadorozhny" userId="e73c3c9d-b602-44a0-9853-a09f044eb7e6" providerId="ADAL" clId="{7600B16A-D0D4-5E24-9AE3-1D2835E8ACC3}" dt="2026-02-24T13:38:45.132" v="9" actId="790"/>
          <ac:spMkLst>
            <pc:docMk/>
            <pc:sldMk cId="4026586661" sldId="2147478277"/>
            <ac:spMk id="52" creationId="{425EAA6E-9A26-D6CF-9216-9CD6B986505E}"/>
          </ac:spMkLst>
        </pc:spChg>
        <pc:spChg chg="mod">
          <ac:chgData name="Alexey Zadorozhny" userId="e73c3c9d-b602-44a0-9853-a09f044eb7e6" providerId="ADAL" clId="{7600B16A-D0D4-5E24-9AE3-1D2835E8ACC3}" dt="2026-02-24T13:38:45.132" v="9" actId="790"/>
          <ac:spMkLst>
            <pc:docMk/>
            <pc:sldMk cId="4026586661" sldId="2147478277"/>
            <ac:spMk id="55" creationId="{FC764388-1FAA-0071-FB96-A47CD70672F1}"/>
          </ac:spMkLst>
        </pc:spChg>
      </pc:sldChg>
      <pc:sldChg chg="addSp delSp modSp mod">
        <pc:chgData name="Alexey Zadorozhny" userId="e73c3c9d-b602-44a0-9853-a09f044eb7e6" providerId="ADAL" clId="{7600B16A-D0D4-5E24-9AE3-1D2835E8ACC3}" dt="2026-02-24T13:35:51.698" v="3" actId="790"/>
        <pc:sldMkLst>
          <pc:docMk/>
          <pc:sldMk cId="1317459544" sldId="2147478280"/>
        </pc:sldMkLst>
        <pc:spChg chg="mod">
          <ac:chgData name="Alexey Zadorozhny" userId="e73c3c9d-b602-44a0-9853-a09f044eb7e6" providerId="ADAL" clId="{7600B16A-D0D4-5E24-9AE3-1D2835E8ACC3}" dt="2026-02-24T13:35:51.698" v="3" actId="790"/>
          <ac:spMkLst>
            <pc:docMk/>
            <pc:sldMk cId="1317459544" sldId="2147478280"/>
            <ac:spMk id="28" creationId="{8E0EAE99-9E51-DAF0-8518-4F0A55AB0BE1}"/>
          </ac:spMkLst>
        </pc:spChg>
        <pc:spChg chg="mod">
          <ac:chgData name="Alexey Zadorozhny" userId="e73c3c9d-b602-44a0-9853-a09f044eb7e6" providerId="ADAL" clId="{7600B16A-D0D4-5E24-9AE3-1D2835E8ACC3}" dt="2026-02-24T13:35:51.698" v="3" actId="790"/>
          <ac:spMkLst>
            <pc:docMk/>
            <pc:sldMk cId="1317459544" sldId="2147478280"/>
            <ac:spMk id="32" creationId="{3D6DAA03-EDB9-F494-29DE-1854334E7DCB}"/>
          </ac:spMkLst>
        </pc:spChg>
        <pc:spChg chg="mod">
          <ac:chgData name="Alexey Zadorozhny" userId="e73c3c9d-b602-44a0-9853-a09f044eb7e6" providerId="ADAL" clId="{7600B16A-D0D4-5E24-9AE3-1D2835E8ACC3}" dt="2026-02-24T13:35:51.698" v="3" actId="790"/>
          <ac:spMkLst>
            <pc:docMk/>
            <pc:sldMk cId="1317459544" sldId="2147478280"/>
            <ac:spMk id="34" creationId="{0635C209-3FD0-8ACA-DA4F-FA9A80308F16}"/>
          </ac:spMkLst>
        </pc:spChg>
        <pc:spChg chg="mod">
          <ac:chgData name="Alexey Zadorozhny" userId="e73c3c9d-b602-44a0-9853-a09f044eb7e6" providerId="ADAL" clId="{7600B16A-D0D4-5E24-9AE3-1D2835E8ACC3}" dt="2026-02-24T13:35:51.698" v="3" actId="790"/>
          <ac:spMkLst>
            <pc:docMk/>
            <pc:sldMk cId="1317459544" sldId="2147478280"/>
            <ac:spMk id="36" creationId="{982D1428-ACFF-A457-CBF0-58A4E8D680BC}"/>
          </ac:spMkLst>
        </pc:spChg>
        <pc:spChg chg="mod">
          <ac:chgData name="Alexey Zadorozhny" userId="e73c3c9d-b602-44a0-9853-a09f044eb7e6" providerId="ADAL" clId="{7600B16A-D0D4-5E24-9AE3-1D2835E8ACC3}" dt="2026-02-24T13:35:51.698" v="3" actId="790"/>
          <ac:spMkLst>
            <pc:docMk/>
            <pc:sldMk cId="1317459544" sldId="2147478280"/>
            <ac:spMk id="38" creationId="{6A9C8D2E-C54B-63EA-2185-BFA7F6AD1C40}"/>
          </ac:spMkLst>
        </pc:spChg>
        <pc:spChg chg="mod">
          <ac:chgData name="Alexey Zadorozhny" userId="e73c3c9d-b602-44a0-9853-a09f044eb7e6" providerId="ADAL" clId="{7600B16A-D0D4-5E24-9AE3-1D2835E8ACC3}" dt="2026-02-24T13:35:51.698" v="3" actId="790"/>
          <ac:spMkLst>
            <pc:docMk/>
            <pc:sldMk cId="1317459544" sldId="2147478280"/>
            <ac:spMk id="40" creationId="{C547B533-06D9-75E1-23B9-69175D5BA7A1}"/>
          </ac:spMkLst>
        </pc:spChg>
        <pc:spChg chg="mod">
          <ac:chgData name="Alexey Zadorozhny" userId="e73c3c9d-b602-44a0-9853-a09f044eb7e6" providerId="ADAL" clId="{7600B16A-D0D4-5E24-9AE3-1D2835E8ACC3}" dt="2026-02-24T13:35:51.698" v="3" actId="790"/>
          <ac:spMkLst>
            <pc:docMk/>
            <pc:sldMk cId="1317459544" sldId="2147478280"/>
            <ac:spMk id="60" creationId="{9BED1F42-F642-FA31-52FB-CFDD0BB5EF61}"/>
          </ac:spMkLst>
        </pc:spChg>
        <pc:spChg chg="mod">
          <ac:chgData name="Alexey Zadorozhny" userId="e73c3c9d-b602-44a0-9853-a09f044eb7e6" providerId="ADAL" clId="{7600B16A-D0D4-5E24-9AE3-1D2835E8ACC3}" dt="2026-02-24T13:35:51.698" v="3" actId="790"/>
          <ac:spMkLst>
            <pc:docMk/>
            <pc:sldMk cId="1317459544" sldId="2147478280"/>
            <ac:spMk id="65" creationId="{169E686B-959C-CE7E-FB81-53D25B36DDF7}"/>
          </ac:spMkLst>
        </pc:spChg>
        <pc:spChg chg="mod">
          <ac:chgData name="Alexey Zadorozhny" userId="e73c3c9d-b602-44a0-9853-a09f044eb7e6" providerId="ADAL" clId="{7600B16A-D0D4-5E24-9AE3-1D2835E8ACC3}" dt="2026-02-24T13:35:51.698" v="3" actId="790"/>
          <ac:spMkLst>
            <pc:docMk/>
            <pc:sldMk cId="1317459544" sldId="2147478280"/>
            <ac:spMk id="67" creationId="{CEF4298A-E64C-0735-0216-BD34C1FA0914}"/>
          </ac:spMkLst>
        </pc:spChg>
        <pc:spChg chg="mod">
          <ac:chgData name="Alexey Zadorozhny" userId="e73c3c9d-b602-44a0-9853-a09f044eb7e6" providerId="ADAL" clId="{7600B16A-D0D4-5E24-9AE3-1D2835E8ACC3}" dt="2026-02-24T13:35:51.698" v="3" actId="790"/>
          <ac:spMkLst>
            <pc:docMk/>
            <pc:sldMk cId="1317459544" sldId="2147478280"/>
            <ac:spMk id="70" creationId="{9BDE488B-0CD6-488B-A9E9-52FF7A1FC189}"/>
          </ac:spMkLst>
        </pc:spChg>
      </pc:sldChg>
      <pc:sldChg chg="modSp mod">
        <pc:chgData name="Alexey Zadorozhny" userId="e73c3c9d-b602-44a0-9853-a09f044eb7e6" providerId="ADAL" clId="{7600B16A-D0D4-5E24-9AE3-1D2835E8ACC3}" dt="2026-02-24T13:41:08.592" v="15" actId="20577"/>
        <pc:sldMkLst>
          <pc:docMk/>
          <pc:sldMk cId="1695504758" sldId="2147478282"/>
        </pc:sldMkLst>
      </pc:sldChg>
    </pc:docChg>
  </pc:docChgLst>
  <pc:docChgLst>
    <pc:chgData name="Artem Pak" userId="eead9a0e-cb25-419c-ba25-67200ef5b681" providerId="ADAL" clId="{11E240EC-F19B-5C43-98D7-50914B69A465}"/>
    <pc:docChg chg="undo redo custSel addSld modSld">
      <pc:chgData name="Artem Pak" userId="eead9a0e-cb25-419c-ba25-67200ef5b681" providerId="ADAL" clId="{11E240EC-F19B-5C43-98D7-50914B69A465}" dt="2026-02-26T20:29:00.063" v="522" actId="14100"/>
      <pc:docMkLst>
        <pc:docMk/>
      </pc:docMkLst>
      <pc:sldChg chg="addSp delSp modSp add mod">
        <pc:chgData name="Artem Pak" userId="eead9a0e-cb25-419c-ba25-67200ef5b681" providerId="ADAL" clId="{11E240EC-F19B-5C43-98D7-50914B69A465}" dt="2026-02-26T20:28:38.602" v="513" actId="20577"/>
        <pc:sldMkLst>
          <pc:docMk/>
          <pc:sldMk cId="1774354280" sldId="256"/>
        </pc:sldMkLst>
        <pc:spChg chg="mod">
          <ac:chgData name="Artem Pak" userId="eead9a0e-cb25-419c-ba25-67200ef5b681" providerId="ADAL" clId="{11E240EC-F19B-5C43-98D7-50914B69A465}" dt="2026-02-26T20:07:31.545" v="328" actId="20577"/>
          <ac:spMkLst>
            <pc:docMk/>
            <pc:sldMk cId="1774354280" sldId="256"/>
            <ac:spMk id="8" creationId="{EBE22E2E-7B21-010A-C920-3B4CF1FD5E26}"/>
          </ac:spMkLst>
        </pc:spChg>
        <pc:spChg chg="mod">
          <ac:chgData name="Artem Pak" userId="eead9a0e-cb25-419c-ba25-67200ef5b681" providerId="ADAL" clId="{11E240EC-F19B-5C43-98D7-50914B69A465}" dt="2026-02-26T20:22:04.730" v="465"/>
          <ac:spMkLst>
            <pc:docMk/>
            <pc:sldMk cId="1774354280" sldId="256"/>
            <ac:spMk id="9" creationId="{264D3E53-6542-2AFE-2D54-6CD47BA81145}"/>
          </ac:spMkLst>
        </pc:spChg>
        <pc:spChg chg="mod">
          <ac:chgData name="Artem Pak" userId="eead9a0e-cb25-419c-ba25-67200ef5b681" providerId="ADAL" clId="{11E240EC-F19B-5C43-98D7-50914B69A465}" dt="2026-02-26T20:22:04.730" v="465"/>
          <ac:spMkLst>
            <pc:docMk/>
            <pc:sldMk cId="1774354280" sldId="256"/>
            <ac:spMk id="14" creationId="{5006B603-D6C7-9545-5B4E-380607934994}"/>
          </ac:spMkLst>
        </pc:spChg>
        <pc:spChg chg="mod">
          <ac:chgData name="Artem Pak" userId="eead9a0e-cb25-419c-ba25-67200ef5b681" providerId="ADAL" clId="{11E240EC-F19B-5C43-98D7-50914B69A465}" dt="2026-02-26T20:22:04.730" v="465"/>
          <ac:spMkLst>
            <pc:docMk/>
            <pc:sldMk cId="1774354280" sldId="256"/>
            <ac:spMk id="15" creationId="{207891CA-F260-A2B3-4888-36732FBCC9A0}"/>
          </ac:spMkLst>
        </pc:spChg>
        <pc:spChg chg="mod">
          <ac:chgData name="Artem Pak" userId="eead9a0e-cb25-419c-ba25-67200ef5b681" providerId="ADAL" clId="{11E240EC-F19B-5C43-98D7-50914B69A465}" dt="2026-02-26T20:22:04.730" v="465"/>
          <ac:spMkLst>
            <pc:docMk/>
            <pc:sldMk cId="1774354280" sldId="256"/>
            <ac:spMk id="16" creationId="{4E4C529B-46FB-77F9-11A3-D9D32B827F1D}"/>
          </ac:spMkLst>
        </pc:spChg>
        <pc:spChg chg="mod">
          <ac:chgData name="Artem Pak" userId="eead9a0e-cb25-419c-ba25-67200ef5b681" providerId="ADAL" clId="{11E240EC-F19B-5C43-98D7-50914B69A465}" dt="2026-02-26T20:24:51.235" v="485"/>
          <ac:spMkLst>
            <pc:docMk/>
            <pc:sldMk cId="1774354280" sldId="256"/>
            <ac:spMk id="19" creationId="{C3E4BEDF-F6F8-ADDC-91A8-FA35FF048062}"/>
          </ac:spMkLst>
        </pc:spChg>
        <pc:spChg chg="mod">
          <ac:chgData name="Artem Pak" userId="eead9a0e-cb25-419c-ba25-67200ef5b681" providerId="ADAL" clId="{11E240EC-F19B-5C43-98D7-50914B69A465}" dt="2026-02-26T20:24:51.235" v="485"/>
          <ac:spMkLst>
            <pc:docMk/>
            <pc:sldMk cId="1774354280" sldId="256"/>
            <ac:spMk id="24" creationId="{E0335270-E41F-C3BC-F5E6-4F253DCF7E36}"/>
          </ac:spMkLst>
        </pc:spChg>
        <pc:spChg chg="mod">
          <ac:chgData name="Artem Pak" userId="eead9a0e-cb25-419c-ba25-67200ef5b681" providerId="ADAL" clId="{11E240EC-F19B-5C43-98D7-50914B69A465}" dt="2026-02-26T20:24:51.235" v="485"/>
          <ac:spMkLst>
            <pc:docMk/>
            <pc:sldMk cId="1774354280" sldId="256"/>
            <ac:spMk id="25" creationId="{56D22B7B-EBD6-DAA8-11A1-4CD2D593FE0F}"/>
          </ac:spMkLst>
        </pc:spChg>
        <pc:spChg chg="mod">
          <ac:chgData name="Artem Pak" userId="eead9a0e-cb25-419c-ba25-67200ef5b681" providerId="ADAL" clId="{11E240EC-F19B-5C43-98D7-50914B69A465}" dt="2026-02-26T20:24:51.235" v="485"/>
          <ac:spMkLst>
            <pc:docMk/>
            <pc:sldMk cId="1774354280" sldId="256"/>
            <ac:spMk id="26" creationId="{6C1CBA77-06D5-D185-0809-1B95F36A4637}"/>
          </ac:spMkLst>
        </pc:spChg>
        <pc:spChg chg="mod">
          <ac:chgData name="Artem Pak" userId="eead9a0e-cb25-419c-ba25-67200ef5b681" providerId="ADAL" clId="{11E240EC-F19B-5C43-98D7-50914B69A465}" dt="2026-02-26T20:28:38.602" v="513" actId="20577"/>
          <ac:spMkLst>
            <pc:docMk/>
            <pc:sldMk cId="1774354280" sldId="256"/>
            <ac:spMk id="29" creationId="{6458AADE-9C29-10E7-681A-89212843E2B7}"/>
          </ac:spMkLst>
        </pc:spChg>
        <pc:spChg chg="mod">
          <ac:chgData name="Artem Pak" userId="eead9a0e-cb25-419c-ba25-67200ef5b681" providerId="ADAL" clId="{11E240EC-F19B-5C43-98D7-50914B69A465}" dt="2026-02-26T20:28:21.951" v="498"/>
          <ac:spMkLst>
            <pc:docMk/>
            <pc:sldMk cId="1774354280" sldId="256"/>
            <ac:spMk id="33" creationId="{47A3D21C-19D4-9B54-1596-A767A8D6C997}"/>
          </ac:spMkLst>
        </pc:spChg>
        <pc:spChg chg="mod">
          <ac:chgData name="Artem Pak" userId="eead9a0e-cb25-419c-ba25-67200ef5b681" providerId="ADAL" clId="{11E240EC-F19B-5C43-98D7-50914B69A465}" dt="2026-02-26T20:28:21.951" v="498"/>
          <ac:spMkLst>
            <pc:docMk/>
            <pc:sldMk cId="1774354280" sldId="256"/>
            <ac:spMk id="36" creationId="{3C20C0CE-97E6-1C44-29F5-BD7636D1FA24}"/>
          </ac:spMkLst>
        </pc:spChg>
        <pc:spChg chg="mod">
          <ac:chgData name="Artem Pak" userId="eead9a0e-cb25-419c-ba25-67200ef5b681" providerId="ADAL" clId="{11E240EC-F19B-5C43-98D7-50914B69A465}" dt="2026-02-26T20:28:21.951" v="498"/>
          <ac:spMkLst>
            <pc:docMk/>
            <pc:sldMk cId="1774354280" sldId="256"/>
            <ac:spMk id="37" creationId="{A701883A-4187-9E44-0B72-CAE606E6EA6B}"/>
          </ac:spMkLst>
        </pc:spChg>
        <pc:spChg chg="mod">
          <ac:chgData name="Artem Pak" userId="eead9a0e-cb25-419c-ba25-67200ef5b681" providerId="ADAL" clId="{11E240EC-F19B-5C43-98D7-50914B69A465}" dt="2026-02-26T20:23:50.182" v="468"/>
          <ac:spMkLst>
            <pc:docMk/>
            <pc:sldMk cId="1774354280" sldId="256"/>
            <ac:spMk id="422" creationId="{905032BB-F5C2-E4EA-CE82-2AF206BFAECB}"/>
          </ac:spMkLst>
        </pc:spChg>
        <pc:spChg chg="mod">
          <ac:chgData name="Artem Pak" userId="eead9a0e-cb25-419c-ba25-67200ef5b681" providerId="ADAL" clId="{11E240EC-F19B-5C43-98D7-50914B69A465}" dt="2026-02-26T20:09:03.451" v="352" actId="20577"/>
          <ac:spMkLst>
            <pc:docMk/>
            <pc:sldMk cId="1774354280" sldId="256"/>
            <ac:spMk id="523" creationId="{5ECC05F5-58AD-4618-08AF-C226B8B3D8FF}"/>
          </ac:spMkLst>
        </pc:spChg>
        <pc:grpChg chg="add mod">
          <ac:chgData name="Artem Pak" userId="eead9a0e-cb25-419c-ba25-67200ef5b681" providerId="ADAL" clId="{11E240EC-F19B-5C43-98D7-50914B69A465}" dt="2026-02-26T20:28:19.140" v="497" actId="1076"/>
          <ac:grpSpMkLst>
            <pc:docMk/>
            <pc:sldMk cId="1774354280" sldId="256"/>
            <ac:grpSpMk id="7" creationId="{CDA3F4AA-4949-9BFA-372C-5FA15FEE4742}"/>
          </ac:grpSpMkLst>
        </pc:grpChg>
        <pc:grpChg chg="mod">
          <ac:chgData name="Artem Pak" userId="eead9a0e-cb25-419c-ba25-67200ef5b681" providerId="ADAL" clId="{11E240EC-F19B-5C43-98D7-50914B69A465}" dt="2026-02-26T20:22:04.730" v="465"/>
          <ac:grpSpMkLst>
            <pc:docMk/>
            <pc:sldMk cId="1774354280" sldId="256"/>
            <ac:grpSpMk id="10" creationId="{08E2FCAD-3EF4-F3C9-BA6A-6A1C6698E4D2}"/>
          </ac:grpSpMkLst>
        </pc:grpChg>
        <pc:grpChg chg="mod">
          <ac:chgData name="Artem Pak" userId="eead9a0e-cb25-419c-ba25-67200ef5b681" providerId="ADAL" clId="{11E240EC-F19B-5C43-98D7-50914B69A465}" dt="2026-02-26T20:22:04.730" v="465"/>
          <ac:grpSpMkLst>
            <pc:docMk/>
            <pc:sldMk cId="1774354280" sldId="256"/>
            <ac:grpSpMk id="11" creationId="{910DC6BD-AFDD-C877-7F9B-E2BF26295B53}"/>
          </ac:grpSpMkLst>
        </pc:grpChg>
        <pc:grpChg chg="add mod">
          <ac:chgData name="Artem Pak" userId="eead9a0e-cb25-419c-ba25-67200ef5b681" providerId="ADAL" clId="{11E240EC-F19B-5C43-98D7-50914B69A465}" dt="2026-02-26T20:26:31.859" v="493" actId="1076"/>
          <ac:grpSpMkLst>
            <pc:docMk/>
            <pc:sldMk cId="1774354280" sldId="256"/>
            <ac:grpSpMk id="18" creationId="{FD833C38-3448-B270-9FEF-E7418B4BA1A3}"/>
          </ac:grpSpMkLst>
        </pc:grpChg>
        <pc:grpChg chg="mod">
          <ac:chgData name="Artem Pak" userId="eead9a0e-cb25-419c-ba25-67200ef5b681" providerId="ADAL" clId="{11E240EC-F19B-5C43-98D7-50914B69A465}" dt="2026-02-26T20:24:51.235" v="485"/>
          <ac:grpSpMkLst>
            <pc:docMk/>
            <pc:sldMk cId="1774354280" sldId="256"/>
            <ac:grpSpMk id="20" creationId="{836C77FE-49EE-1151-CA8B-129E1C76B57D}"/>
          </ac:grpSpMkLst>
        </pc:grpChg>
        <pc:grpChg chg="mod">
          <ac:chgData name="Artem Pak" userId="eead9a0e-cb25-419c-ba25-67200ef5b681" providerId="ADAL" clId="{11E240EC-F19B-5C43-98D7-50914B69A465}" dt="2026-02-26T20:24:51.235" v="485"/>
          <ac:grpSpMkLst>
            <pc:docMk/>
            <pc:sldMk cId="1774354280" sldId="256"/>
            <ac:grpSpMk id="21" creationId="{A49ED025-EC7F-BDCA-11EC-BD776647B790}"/>
          </ac:grpSpMkLst>
        </pc:grpChg>
        <pc:grpChg chg="add mod">
          <ac:chgData name="Artem Pak" userId="eead9a0e-cb25-419c-ba25-67200ef5b681" providerId="ADAL" clId="{11E240EC-F19B-5C43-98D7-50914B69A465}" dt="2026-02-26T20:28:34.506" v="499" actId="1076"/>
          <ac:grpSpMkLst>
            <pc:docMk/>
            <pc:sldMk cId="1774354280" sldId="256"/>
            <ac:grpSpMk id="28" creationId="{C3DABBC3-3550-BD33-E891-93EC8AC5126F}"/>
          </ac:grpSpMkLst>
        </pc:grpChg>
        <pc:grpChg chg="mod">
          <ac:chgData name="Artem Pak" userId="eead9a0e-cb25-419c-ba25-67200ef5b681" providerId="ADAL" clId="{11E240EC-F19B-5C43-98D7-50914B69A465}" dt="2026-02-26T20:28:21.951" v="498"/>
          <ac:grpSpMkLst>
            <pc:docMk/>
            <pc:sldMk cId="1774354280" sldId="256"/>
            <ac:grpSpMk id="30" creationId="{916603B6-B9EF-B9B4-0FA1-508BC0D7616A}"/>
          </ac:grpSpMkLst>
        </pc:grpChg>
        <pc:grpChg chg="mod">
          <ac:chgData name="Artem Pak" userId="eead9a0e-cb25-419c-ba25-67200ef5b681" providerId="ADAL" clId="{11E240EC-F19B-5C43-98D7-50914B69A465}" dt="2026-02-26T20:28:21.951" v="498"/>
          <ac:grpSpMkLst>
            <pc:docMk/>
            <pc:sldMk cId="1774354280" sldId="256"/>
            <ac:grpSpMk id="31" creationId="{09867AC4-F21E-1F30-84DD-881E2D9AE815}"/>
          </ac:grpSpMkLst>
        </pc:grpChg>
        <pc:grpChg chg="mod">
          <ac:chgData name="Artem Pak" userId="eead9a0e-cb25-419c-ba25-67200ef5b681" providerId="ADAL" clId="{11E240EC-F19B-5C43-98D7-50914B69A465}" dt="2026-02-26T20:26:15.507" v="492" actId="1076"/>
          <ac:grpSpMkLst>
            <pc:docMk/>
            <pc:sldMk cId="1774354280" sldId="256"/>
            <ac:grpSpMk id="411" creationId="{D9B42C88-4BC3-DDAD-F3A2-143FD365FE9B}"/>
          </ac:grpSpMkLst>
        </pc:grpChg>
        <pc:grpChg chg="mod">
          <ac:chgData name="Artem Pak" userId="eead9a0e-cb25-419c-ba25-67200ef5b681" providerId="ADAL" clId="{11E240EC-F19B-5C43-98D7-50914B69A465}" dt="2026-02-26T20:27:24.663" v="495" actId="1076"/>
          <ac:grpSpMkLst>
            <pc:docMk/>
            <pc:sldMk cId="1774354280" sldId="256"/>
            <ac:grpSpMk id="421" creationId="{A9136BE5-7C5F-E900-00EF-070A6C6F74C8}"/>
          </ac:grpSpMkLst>
        </pc:grpChg>
        <pc:grpChg chg="mod">
          <ac:chgData name="Artem Pak" userId="eead9a0e-cb25-419c-ba25-67200ef5b681" providerId="ADAL" clId="{11E240EC-F19B-5C43-98D7-50914B69A465}" dt="2026-02-26T20:27:58.398" v="496" actId="1076"/>
          <ac:grpSpMkLst>
            <pc:docMk/>
            <pc:sldMk cId="1774354280" sldId="256"/>
            <ac:grpSpMk id="477" creationId="{3475B43E-7BE1-3BDB-DA57-8385E4CFC364}"/>
          </ac:grpSpMkLst>
        </pc:grpChg>
        <pc:grpChg chg="mod">
          <ac:chgData name="Artem Pak" userId="eead9a0e-cb25-419c-ba25-67200ef5b681" providerId="ADAL" clId="{11E240EC-F19B-5C43-98D7-50914B69A465}" dt="2026-02-26T20:27:21.541" v="494" actId="1076"/>
          <ac:grpSpMkLst>
            <pc:docMk/>
            <pc:sldMk cId="1774354280" sldId="256"/>
            <ac:grpSpMk id="522" creationId="{652FD5B2-4BF8-4E10-8B76-7A80FBF38270}"/>
          </ac:grpSpMkLst>
        </pc:grpChg>
        <pc:graphicFrameChg chg="mod">
          <ac:chgData name="Artem Pak" userId="eead9a0e-cb25-419c-ba25-67200ef5b681" providerId="ADAL" clId="{11E240EC-F19B-5C43-98D7-50914B69A465}" dt="2026-02-26T18:53:04.265" v="5"/>
          <ac:graphicFrameMkLst>
            <pc:docMk/>
            <pc:sldMk cId="1774354280" sldId="256"/>
            <ac:graphicFrameMk id="378" creationId="{C2F5B13F-2D10-AAA5-697C-03B705B409D0}"/>
          </ac:graphicFrameMkLst>
        </pc:graphicFrameChg>
        <pc:picChg chg="mod">
          <ac:chgData name="Artem Pak" userId="eead9a0e-cb25-419c-ba25-67200ef5b681" providerId="ADAL" clId="{11E240EC-F19B-5C43-98D7-50914B69A465}" dt="2026-02-26T20:22:04.730" v="465"/>
          <ac:picMkLst>
            <pc:docMk/>
            <pc:sldMk cId="1774354280" sldId="256"/>
            <ac:picMk id="17" creationId="{C584AA7A-1966-2D44-21B3-CB16528105C7}"/>
          </ac:picMkLst>
        </pc:picChg>
        <pc:picChg chg="mod">
          <ac:chgData name="Artem Pak" userId="eead9a0e-cb25-419c-ba25-67200ef5b681" providerId="ADAL" clId="{11E240EC-F19B-5C43-98D7-50914B69A465}" dt="2026-02-26T20:24:51.235" v="485"/>
          <ac:picMkLst>
            <pc:docMk/>
            <pc:sldMk cId="1774354280" sldId="256"/>
            <ac:picMk id="27" creationId="{0F3C9A44-D9AF-80B9-7BFB-140FB94E50F4}"/>
          </ac:picMkLst>
        </pc:picChg>
        <pc:picChg chg="mod">
          <ac:chgData name="Artem Pak" userId="eead9a0e-cb25-419c-ba25-67200ef5b681" providerId="ADAL" clId="{11E240EC-F19B-5C43-98D7-50914B69A465}" dt="2026-02-26T20:28:21.951" v="498"/>
          <ac:picMkLst>
            <pc:docMk/>
            <pc:sldMk cId="1774354280" sldId="256"/>
            <ac:picMk id="32" creationId="{416063A0-8BCD-85F0-16A6-510AA650EA97}"/>
          </ac:picMkLst>
        </pc:picChg>
        <pc:cxnChg chg="mod">
          <ac:chgData name="Artem Pak" userId="eead9a0e-cb25-419c-ba25-67200ef5b681" providerId="ADAL" clId="{11E240EC-F19B-5C43-98D7-50914B69A465}" dt="2026-02-26T18:53:04.265" v="5"/>
          <ac:cxnSpMkLst>
            <pc:docMk/>
            <pc:sldMk cId="1774354280" sldId="256"/>
            <ac:cxnSpMk id="6" creationId="{2F7E534F-1E0F-FA27-D5B0-C1C30CB865D7}"/>
          </ac:cxnSpMkLst>
        </pc:cxnChg>
        <pc:cxnChg chg="mod">
          <ac:chgData name="Artem Pak" userId="eead9a0e-cb25-419c-ba25-67200ef5b681" providerId="ADAL" clId="{11E240EC-F19B-5C43-98D7-50914B69A465}" dt="2026-02-26T20:22:04.730" v="465"/>
          <ac:cxnSpMkLst>
            <pc:docMk/>
            <pc:sldMk cId="1774354280" sldId="256"/>
            <ac:cxnSpMk id="12" creationId="{D50D5573-8309-DBD7-F602-F6001403E939}"/>
          </ac:cxnSpMkLst>
        </pc:cxnChg>
        <pc:cxnChg chg="mod">
          <ac:chgData name="Artem Pak" userId="eead9a0e-cb25-419c-ba25-67200ef5b681" providerId="ADAL" clId="{11E240EC-F19B-5C43-98D7-50914B69A465}" dt="2026-02-26T20:22:04.730" v="465"/>
          <ac:cxnSpMkLst>
            <pc:docMk/>
            <pc:sldMk cId="1774354280" sldId="256"/>
            <ac:cxnSpMk id="13" creationId="{CF775124-B8F7-48FC-7FE1-5DABDD570AFD}"/>
          </ac:cxnSpMkLst>
        </pc:cxnChg>
        <pc:cxnChg chg="mod">
          <ac:chgData name="Artem Pak" userId="eead9a0e-cb25-419c-ba25-67200ef5b681" providerId="ADAL" clId="{11E240EC-F19B-5C43-98D7-50914B69A465}" dt="2026-02-26T20:24:51.235" v="485"/>
          <ac:cxnSpMkLst>
            <pc:docMk/>
            <pc:sldMk cId="1774354280" sldId="256"/>
            <ac:cxnSpMk id="22" creationId="{0C73724A-FB81-D765-6F69-945D4BF5775C}"/>
          </ac:cxnSpMkLst>
        </pc:cxnChg>
        <pc:cxnChg chg="mod">
          <ac:chgData name="Artem Pak" userId="eead9a0e-cb25-419c-ba25-67200ef5b681" providerId="ADAL" clId="{11E240EC-F19B-5C43-98D7-50914B69A465}" dt="2026-02-26T20:24:51.235" v="485"/>
          <ac:cxnSpMkLst>
            <pc:docMk/>
            <pc:sldMk cId="1774354280" sldId="256"/>
            <ac:cxnSpMk id="23" creationId="{09FAA119-52BB-F18F-BA82-FF4D4356F8CF}"/>
          </ac:cxnSpMkLst>
        </pc:cxnChg>
        <pc:cxnChg chg="mod">
          <ac:chgData name="Artem Pak" userId="eead9a0e-cb25-419c-ba25-67200ef5b681" providerId="ADAL" clId="{11E240EC-F19B-5C43-98D7-50914B69A465}" dt="2026-02-26T20:28:21.951" v="498"/>
          <ac:cxnSpMkLst>
            <pc:docMk/>
            <pc:sldMk cId="1774354280" sldId="256"/>
            <ac:cxnSpMk id="34" creationId="{1375999B-1833-B88E-BEC3-60C282A23AB1}"/>
          </ac:cxnSpMkLst>
        </pc:cxnChg>
        <pc:cxnChg chg="mod">
          <ac:chgData name="Artem Pak" userId="eead9a0e-cb25-419c-ba25-67200ef5b681" providerId="ADAL" clId="{11E240EC-F19B-5C43-98D7-50914B69A465}" dt="2026-02-26T20:28:21.951" v="498"/>
          <ac:cxnSpMkLst>
            <pc:docMk/>
            <pc:sldMk cId="1774354280" sldId="256"/>
            <ac:cxnSpMk id="35" creationId="{4C34E3F1-B822-C223-A5CC-92CDBAA940A1}"/>
          </ac:cxnSpMkLst>
        </pc:cxnChg>
      </pc:sldChg>
      <pc:sldChg chg="addSp delSp modSp mod">
        <pc:chgData name="Artem Pak" userId="eead9a0e-cb25-419c-ba25-67200ef5b681" providerId="ADAL" clId="{11E240EC-F19B-5C43-98D7-50914B69A465}" dt="2026-02-26T20:29:00.063" v="522" actId="14100"/>
        <pc:sldMkLst>
          <pc:docMk/>
          <pc:sldMk cId="1695504758" sldId="2147478282"/>
        </pc:sldMkLst>
        <pc:spChg chg="mod">
          <ac:chgData name="Artem Pak" userId="eead9a0e-cb25-419c-ba25-67200ef5b681" providerId="ADAL" clId="{11E240EC-F19B-5C43-98D7-50914B69A465}" dt="2026-02-26T20:16:47.281" v="419" actId="1038"/>
          <ac:spMkLst>
            <pc:docMk/>
            <pc:sldMk cId="1695504758" sldId="2147478282"/>
            <ac:spMk id="4" creationId="{6677BD29-0A14-A72E-32C5-08A5EB75BF77}"/>
          </ac:spMkLst>
        </pc:spChg>
        <pc:spChg chg="mod">
          <ac:chgData name="Artem Pak" userId="eead9a0e-cb25-419c-ba25-67200ef5b681" providerId="ADAL" clId="{11E240EC-F19B-5C43-98D7-50914B69A465}" dt="2026-02-26T19:10:59.515" v="6"/>
          <ac:spMkLst>
            <pc:docMk/>
            <pc:sldMk cId="1695504758" sldId="2147478282"/>
            <ac:spMk id="8" creationId="{D74963DD-08AC-0577-26DF-DDFB43948D75}"/>
          </ac:spMkLst>
        </pc:spChg>
        <pc:spChg chg="mod">
          <ac:chgData name="Artem Pak" userId="eead9a0e-cb25-419c-ba25-67200ef5b681" providerId="ADAL" clId="{11E240EC-F19B-5C43-98D7-50914B69A465}" dt="2026-02-26T19:11:02.475" v="8" actId="1076"/>
          <ac:spMkLst>
            <pc:docMk/>
            <pc:sldMk cId="1695504758" sldId="2147478282"/>
            <ac:spMk id="13" creationId="{94F93E81-0C39-F1AF-693F-58F24782E83B}"/>
          </ac:spMkLst>
        </pc:spChg>
        <pc:spChg chg="mod">
          <ac:chgData name="Artem Pak" userId="eead9a0e-cb25-419c-ba25-67200ef5b681" providerId="ADAL" clId="{11E240EC-F19B-5C43-98D7-50914B69A465}" dt="2026-02-26T19:10:59.515" v="6"/>
          <ac:spMkLst>
            <pc:docMk/>
            <pc:sldMk cId="1695504758" sldId="2147478282"/>
            <ac:spMk id="14" creationId="{27BD13B8-62AE-116D-8300-5C7F0FB2BC21}"/>
          </ac:spMkLst>
        </pc:spChg>
        <pc:spChg chg="mod">
          <ac:chgData name="Artem Pak" userId="eead9a0e-cb25-419c-ba25-67200ef5b681" providerId="ADAL" clId="{11E240EC-F19B-5C43-98D7-50914B69A465}" dt="2026-02-26T19:10:59.515" v="6"/>
          <ac:spMkLst>
            <pc:docMk/>
            <pc:sldMk cId="1695504758" sldId="2147478282"/>
            <ac:spMk id="16" creationId="{23B70069-41BD-DD87-A133-34FD9E74AC4F}"/>
          </ac:spMkLst>
        </pc:spChg>
        <pc:spChg chg="mod">
          <ac:chgData name="Artem Pak" userId="eead9a0e-cb25-419c-ba25-67200ef5b681" providerId="ADAL" clId="{11E240EC-F19B-5C43-98D7-50914B69A465}" dt="2026-02-26T19:10:59.515" v="6"/>
          <ac:spMkLst>
            <pc:docMk/>
            <pc:sldMk cId="1695504758" sldId="2147478282"/>
            <ac:spMk id="17" creationId="{4BB20E9A-A0EE-378C-EE67-BBEC1F958383}"/>
          </ac:spMkLst>
        </pc:spChg>
        <pc:spChg chg="mod">
          <ac:chgData name="Artem Pak" userId="eead9a0e-cb25-419c-ba25-67200ef5b681" providerId="ADAL" clId="{11E240EC-F19B-5C43-98D7-50914B69A465}" dt="2026-02-26T19:28:42.472" v="31" actId="20577"/>
          <ac:spMkLst>
            <pc:docMk/>
            <pc:sldMk cId="1695504758" sldId="2147478282"/>
            <ac:spMk id="21" creationId="{4CDBAB1F-3259-3C10-32E4-B436CE369A5C}"/>
          </ac:spMkLst>
        </pc:spChg>
        <pc:spChg chg="mod">
          <ac:chgData name="Artem Pak" userId="eead9a0e-cb25-419c-ba25-67200ef5b681" providerId="ADAL" clId="{11E240EC-F19B-5C43-98D7-50914B69A465}" dt="2026-02-26T19:26:55.036" v="10"/>
          <ac:spMkLst>
            <pc:docMk/>
            <pc:sldMk cId="1695504758" sldId="2147478282"/>
            <ac:spMk id="26" creationId="{B05223F0-FA10-8224-AA88-3720D8776A05}"/>
          </ac:spMkLst>
        </pc:spChg>
        <pc:spChg chg="mod">
          <ac:chgData name="Artem Pak" userId="eead9a0e-cb25-419c-ba25-67200ef5b681" providerId="ADAL" clId="{11E240EC-F19B-5C43-98D7-50914B69A465}" dt="2026-02-26T19:26:55.036" v="10"/>
          <ac:spMkLst>
            <pc:docMk/>
            <pc:sldMk cId="1695504758" sldId="2147478282"/>
            <ac:spMk id="27" creationId="{7538953F-8E57-13C6-AA79-A4F2E25E8A11}"/>
          </ac:spMkLst>
        </pc:spChg>
        <pc:spChg chg="mod">
          <ac:chgData name="Artem Pak" userId="eead9a0e-cb25-419c-ba25-67200ef5b681" providerId="ADAL" clId="{11E240EC-F19B-5C43-98D7-50914B69A465}" dt="2026-02-26T19:26:55.036" v="10"/>
          <ac:spMkLst>
            <pc:docMk/>
            <pc:sldMk cId="1695504758" sldId="2147478282"/>
            <ac:spMk id="28" creationId="{32FC60F8-241C-80E1-CEA1-1B8411DD6870}"/>
          </ac:spMkLst>
        </pc:spChg>
        <pc:spChg chg="add mod">
          <ac:chgData name="Artem Pak" userId="eead9a0e-cb25-419c-ba25-67200ef5b681" providerId="ADAL" clId="{11E240EC-F19B-5C43-98D7-50914B69A465}" dt="2026-02-26T20:17:08.907" v="434" actId="14100"/>
          <ac:spMkLst>
            <pc:docMk/>
            <pc:sldMk cId="1695504758" sldId="2147478282"/>
            <ac:spMk id="32" creationId="{43301899-7BD8-EC26-13B5-00862D100A27}"/>
          </ac:spMkLst>
        </pc:spChg>
        <pc:spChg chg="add mod">
          <ac:chgData name="Artem Pak" userId="eead9a0e-cb25-419c-ba25-67200ef5b681" providerId="ADAL" clId="{11E240EC-F19B-5C43-98D7-50914B69A465}" dt="2026-02-26T20:17:29.325" v="436" actId="1076"/>
          <ac:spMkLst>
            <pc:docMk/>
            <pc:sldMk cId="1695504758" sldId="2147478282"/>
            <ac:spMk id="33" creationId="{D34691C1-E7E3-A598-9826-83E837C30F03}"/>
          </ac:spMkLst>
        </pc:spChg>
        <pc:spChg chg="add mod">
          <ac:chgData name="Artem Pak" userId="eead9a0e-cb25-419c-ba25-67200ef5b681" providerId="ADAL" clId="{11E240EC-F19B-5C43-98D7-50914B69A465}" dt="2026-02-26T20:17:33.988" v="437" actId="1076"/>
          <ac:spMkLst>
            <pc:docMk/>
            <pc:sldMk cId="1695504758" sldId="2147478282"/>
            <ac:spMk id="34" creationId="{22BE4121-28E6-9054-6DCC-C5B9C8F750B6}"/>
          </ac:spMkLst>
        </pc:spChg>
        <pc:spChg chg="add mod">
          <ac:chgData name="Artem Pak" userId="eead9a0e-cb25-419c-ba25-67200ef5b681" providerId="ADAL" clId="{11E240EC-F19B-5C43-98D7-50914B69A465}" dt="2026-02-26T20:17:37.603" v="438" actId="1076"/>
          <ac:spMkLst>
            <pc:docMk/>
            <pc:sldMk cId="1695504758" sldId="2147478282"/>
            <ac:spMk id="35" creationId="{EDE83EC3-D73B-DC6A-0010-BCAD30AA3C65}"/>
          </ac:spMkLst>
        </pc:spChg>
        <pc:spChg chg="add mod">
          <ac:chgData name="Artem Pak" userId="eead9a0e-cb25-419c-ba25-67200ef5b681" providerId="ADAL" clId="{11E240EC-F19B-5C43-98D7-50914B69A465}" dt="2026-02-26T20:16:47.281" v="419" actId="1038"/>
          <ac:spMkLst>
            <pc:docMk/>
            <pc:sldMk cId="1695504758" sldId="2147478282"/>
            <ac:spMk id="36" creationId="{5AED048B-2934-91D7-3E51-E60A58A4BECB}"/>
          </ac:spMkLst>
        </pc:spChg>
        <pc:spChg chg="add mod">
          <ac:chgData name="Artem Pak" userId="eead9a0e-cb25-419c-ba25-67200ef5b681" providerId="ADAL" clId="{11E240EC-F19B-5C43-98D7-50914B69A465}" dt="2026-02-26T20:16:47.281" v="419" actId="1038"/>
          <ac:spMkLst>
            <pc:docMk/>
            <pc:sldMk cId="1695504758" sldId="2147478282"/>
            <ac:spMk id="37" creationId="{A4772FF0-7997-B79C-5AB5-85B65483F846}"/>
          </ac:spMkLst>
        </pc:spChg>
        <pc:spChg chg="mod">
          <ac:chgData name="Artem Pak" userId="eead9a0e-cb25-419c-ba25-67200ef5b681" providerId="ADAL" clId="{11E240EC-F19B-5C43-98D7-50914B69A465}" dt="2026-02-26T20:18:49.418" v="443" actId="1076"/>
          <ac:spMkLst>
            <pc:docMk/>
            <pc:sldMk cId="1695504758" sldId="2147478282"/>
            <ac:spMk id="38" creationId="{12F2AC96-97B0-19F2-A9B1-CDDDB6F89420}"/>
          </ac:spMkLst>
        </pc:spChg>
        <pc:spChg chg="mod">
          <ac:chgData name="Artem Pak" userId="eead9a0e-cb25-419c-ba25-67200ef5b681" providerId="ADAL" clId="{11E240EC-F19B-5C43-98D7-50914B69A465}" dt="2026-02-26T20:17:47.508" v="440" actId="1076"/>
          <ac:spMkLst>
            <pc:docMk/>
            <pc:sldMk cId="1695504758" sldId="2147478282"/>
            <ac:spMk id="44" creationId="{D40933C9-5A38-5E72-CE0D-6183D4FE0BAE}"/>
          </ac:spMkLst>
        </pc:spChg>
        <pc:spChg chg="add mod">
          <ac:chgData name="Artem Pak" userId="eead9a0e-cb25-419c-ba25-67200ef5b681" providerId="ADAL" clId="{11E240EC-F19B-5C43-98D7-50914B69A465}" dt="2026-02-26T20:16:47.281" v="419" actId="1038"/>
          <ac:spMkLst>
            <pc:docMk/>
            <pc:sldMk cId="1695504758" sldId="2147478282"/>
            <ac:spMk id="45" creationId="{F65130F0-74AA-6B97-6DD0-02E5ED39B8BE}"/>
          </ac:spMkLst>
        </pc:spChg>
        <pc:spChg chg="mod">
          <ac:chgData name="Artem Pak" userId="eead9a0e-cb25-419c-ba25-67200ef5b681" providerId="ADAL" clId="{11E240EC-F19B-5C43-98D7-50914B69A465}" dt="2026-02-26T20:16:47.281" v="419" actId="1038"/>
          <ac:spMkLst>
            <pc:docMk/>
            <pc:sldMk cId="1695504758" sldId="2147478282"/>
            <ac:spMk id="46" creationId="{AF8DFBBD-9E99-2054-49BC-527D633366C5}"/>
          </ac:spMkLst>
        </pc:spChg>
        <pc:spChg chg="add mod">
          <ac:chgData name="Artem Pak" userId="eead9a0e-cb25-419c-ba25-67200ef5b681" providerId="ADAL" clId="{11E240EC-F19B-5C43-98D7-50914B69A465}" dt="2026-02-26T20:16:47.281" v="419" actId="1038"/>
          <ac:spMkLst>
            <pc:docMk/>
            <pc:sldMk cId="1695504758" sldId="2147478282"/>
            <ac:spMk id="47" creationId="{900F9680-B448-B9CB-C170-FE07FD9E541F}"/>
          </ac:spMkLst>
        </pc:spChg>
        <pc:spChg chg="add mod">
          <ac:chgData name="Artem Pak" userId="eead9a0e-cb25-419c-ba25-67200ef5b681" providerId="ADAL" clId="{11E240EC-F19B-5C43-98D7-50914B69A465}" dt="2026-02-26T20:16:47.281" v="419" actId="1038"/>
          <ac:spMkLst>
            <pc:docMk/>
            <pc:sldMk cId="1695504758" sldId="2147478282"/>
            <ac:spMk id="48" creationId="{1A8FAB12-244E-45D7-D929-1ED72D18D7DD}"/>
          </ac:spMkLst>
        </pc:spChg>
        <pc:spChg chg="mod">
          <ac:chgData name="Artem Pak" userId="eead9a0e-cb25-419c-ba25-67200ef5b681" providerId="ADAL" clId="{11E240EC-F19B-5C43-98D7-50914B69A465}" dt="2026-02-26T20:10:40.650" v="392"/>
          <ac:spMkLst>
            <pc:docMk/>
            <pc:sldMk cId="1695504758" sldId="2147478282"/>
            <ac:spMk id="64" creationId="{2C57FE58-7483-A058-3B6C-B55105AD074C}"/>
          </ac:spMkLst>
        </pc:spChg>
        <pc:spChg chg="mod">
          <ac:chgData name="Artem Pak" userId="eead9a0e-cb25-419c-ba25-67200ef5b681" providerId="ADAL" clId="{11E240EC-F19B-5C43-98D7-50914B69A465}" dt="2026-02-26T20:10:28.171" v="390"/>
          <ac:spMkLst>
            <pc:docMk/>
            <pc:sldMk cId="1695504758" sldId="2147478282"/>
            <ac:spMk id="69" creationId="{0988A501-4EED-F322-8B07-CF3965F10A08}"/>
          </ac:spMkLst>
        </pc:spChg>
        <pc:spChg chg="mod">
          <ac:chgData name="Artem Pak" userId="eead9a0e-cb25-419c-ba25-67200ef5b681" providerId="ADAL" clId="{11E240EC-F19B-5C43-98D7-50914B69A465}" dt="2026-02-26T20:10:28.171" v="390"/>
          <ac:spMkLst>
            <pc:docMk/>
            <pc:sldMk cId="1695504758" sldId="2147478282"/>
            <ac:spMk id="70" creationId="{FA3035CC-C763-E7DD-3545-AFEEDA218B1E}"/>
          </ac:spMkLst>
        </pc:spChg>
        <pc:spChg chg="mod">
          <ac:chgData name="Artem Pak" userId="eead9a0e-cb25-419c-ba25-67200ef5b681" providerId="ADAL" clId="{11E240EC-F19B-5C43-98D7-50914B69A465}" dt="2026-02-26T20:10:28.171" v="390"/>
          <ac:spMkLst>
            <pc:docMk/>
            <pc:sldMk cId="1695504758" sldId="2147478282"/>
            <ac:spMk id="71" creationId="{7DD06999-77D9-29D1-6BFD-266B84161A7E}"/>
          </ac:spMkLst>
        </pc:spChg>
        <pc:spChg chg="mod">
          <ac:chgData name="Artem Pak" userId="eead9a0e-cb25-419c-ba25-67200ef5b681" providerId="ADAL" clId="{11E240EC-F19B-5C43-98D7-50914B69A465}" dt="2026-02-26T20:19:40.059" v="452" actId="20577"/>
          <ac:spMkLst>
            <pc:docMk/>
            <pc:sldMk cId="1695504758" sldId="2147478282"/>
            <ac:spMk id="77" creationId="{8982A910-124C-375B-00FE-073456E45581}"/>
          </ac:spMkLst>
        </pc:spChg>
        <pc:spChg chg="mod">
          <ac:chgData name="Artem Pak" userId="eead9a0e-cb25-419c-ba25-67200ef5b681" providerId="ADAL" clId="{11E240EC-F19B-5C43-98D7-50914B69A465}" dt="2026-02-26T20:19:24.252" v="449"/>
          <ac:spMkLst>
            <pc:docMk/>
            <pc:sldMk cId="1695504758" sldId="2147478282"/>
            <ac:spMk id="82" creationId="{CD90FB0A-FC98-27B4-87D1-D36BD41912BD}"/>
          </ac:spMkLst>
        </pc:spChg>
        <pc:spChg chg="mod">
          <ac:chgData name="Artem Pak" userId="eead9a0e-cb25-419c-ba25-67200ef5b681" providerId="ADAL" clId="{11E240EC-F19B-5C43-98D7-50914B69A465}" dt="2026-02-26T20:19:24.252" v="449"/>
          <ac:spMkLst>
            <pc:docMk/>
            <pc:sldMk cId="1695504758" sldId="2147478282"/>
            <ac:spMk id="83" creationId="{B75490CE-5B43-A309-4D9B-DAA014B55903}"/>
          </ac:spMkLst>
        </pc:spChg>
        <pc:spChg chg="mod">
          <ac:chgData name="Artem Pak" userId="eead9a0e-cb25-419c-ba25-67200ef5b681" providerId="ADAL" clId="{11E240EC-F19B-5C43-98D7-50914B69A465}" dt="2026-02-26T20:19:24.252" v="449"/>
          <ac:spMkLst>
            <pc:docMk/>
            <pc:sldMk cId="1695504758" sldId="2147478282"/>
            <ac:spMk id="84" creationId="{BADE7634-2E5E-39B3-DB89-172711650DD9}"/>
          </ac:spMkLst>
        </pc:spChg>
        <pc:spChg chg="mod">
          <ac:chgData name="Artem Pak" userId="eead9a0e-cb25-419c-ba25-67200ef5b681" providerId="ADAL" clId="{11E240EC-F19B-5C43-98D7-50914B69A465}" dt="2026-02-26T20:29:00.063" v="522" actId="14100"/>
          <ac:spMkLst>
            <pc:docMk/>
            <pc:sldMk cId="1695504758" sldId="2147478282"/>
            <ac:spMk id="87" creationId="{0F156CC7-1FA3-89C6-8D1B-E87A649CF842}"/>
          </ac:spMkLst>
        </pc:spChg>
        <pc:spChg chg="mod">
          <ac:chgData name="Artem Pak" userId="eead9a0e-cb25-419c-ba25-67200ef5b681" providerId="ADAL" clId="{11E240EC-F19B-5C43-98D7-50914B69A465}" dt="2026-02-26T20:19:43.555" v="453"/>
          <ac:spMkLst>
            <pc:docMk/>
            <pc:sldMk cId="1695504758" sldId="2147478282"/>
            <ac:spMk id="92" creationId="{185FC1E3-38DF-950A-F1B9-6010CAE3E936}"/>
          </ac:spMkLst>
        </pc:spChg>
        <pc:spChg chg="mod">
          <ac:chgData name="Artem Pak" userId="eead9a0e-cb25-419c-ba25-67200ef5b681" providerId="ADAL" clId="{11E240EC-F19B-5C43-98D7-50914B69A465}" dt="2026-02-26T20:19:43.555" v="453"/>
          <ac:spMkLst>
            <pc:docMk/>
            <pc:sldMk cId="1695504758" sldId="2147478282"/>
            <ac:spMk id="93" creationId="{D665B12F-981B-279D-186D-AE1C59A566F1}"/>
          </ac:spMkLst>
        </pc:spChg>
        <pc:spChg chg="mod">
          <ac:chgData name="Artem Pak" userId="eead9a0e-cb25-419c-ba25-67200ef5b681" providerId="ADAL" clId="{11E240EC-F19B-5C43-98D7-50914B69A465}" dt="2026-02-26T20:19:43.555" v="453"/>
          <ac:spMkLst>
            <pc:docMk/>
            <pc:sldMk cId="1695504758" sldId="2147478282"/>
            <ac:spMk id="94" creationId="{DF265893-E2A9-B51D-5841-053B398A910A}"/>
          </ac:spMkLst>
        </pc:spChg>
        <pc:spChg chg="mod">
          <ac:chgData name="Artem Pak" userId="eead9a0e-cb25-419c-ba25-67200ef5b681" providerId="ADAL" clId="{11E240EC-F19B-5C43-98D7-50914B69A465}" dt="2026-02-26T20:20:53.465" v="457"/>
          <ac:spMkLst>
            <pc:docMk/>
            <pc:sldMk cId="1695504758" sldId="2147478282"/>
            <ac:spMk id="97" creationId="{4E796861-87BD-6161-0658-D751C0BEF753}"/>
          </ac:spMkLst>
        </pc:spChg>
        <pc:spChg chg="mod">
          <ac:chgData name="Artem Pak" userId="eead9a0e-cb25-419c-ba25-67200ef5b681" providerId="ADAL" clId="{11E240EC-F19B-5C43-98D7-50914B69A465}" dt="2026-02-26T20:20:53.465" v="457"/>
          <ac:spMkLst>
            <pc:docMk/>
            <pc:sldMk cId="1695504758" sldId="2147478282"/>
            <ac:spMk id="101" creationId="{783AB536-07E6-8828-C017-AA3D6292C6E5}"/>
          </ac:spMkLst>
        </pc:spChg>
        <pc:spChg chg="mod">
          <ac:chgData name="Artem Pak" userId="eead9a0e-cb25-419c-ba25-67200ef5b681" providerId="ADAL" clId="{11E240EC-F19B-5C43-98D7-50914B69A465}" dt="2026-02-26T20:20:53.465" v="457"/>
          <ac:spMkLst>
            <pc:docMk/>
            <pc:sldMk cId="1695504758" sldId="2147478282"/>
            <ac:spMk id="104" creationId="{E0A97CAB-1005-D2DC-28EE-96D634A51D77}"/>
          </ac:spMkLst>
        </pc:spChg>
        <pc:spChg chg="mod">
          <ac:chgData name="Artem Pak" userId="eead9a0e-cb25-419c-ba25-67200ef5b681" providerId="ADAL" clId="{11E240EC-F19B-5C43-98D7-50914B69A465}" dt="2026-02-26T20:20:53.465" v="457"/>
          <ac:spMkLst>
            <pc:docMk/>
            <pc:sldMk cId="1695504758" sldId="2147478282"/>
            <ac:spMk id="105" creationId="{B5D0A88B-8E9C-4940-F96D-82FF872B88B3}"/>
          </ac:spMkLst>
        </pc:spChg>
        <pc:spChg chg="mod">
          <ac:chgData name="Artem Pak" userId="eead9a0e-cb25-419c-ba25-67200ef5b681" providerId="ADAL" clId="{11E240EC-F19B-5C43-98D7-50914B69A465}" dt="2026-02-26T20:20:53.465" v="457"/>
          <ac:spMkLst>
            <pc:docMk/>
            <pc:sldMk cId="1695504758" sldId="2147478282"/>
            <ac:spMk id="107" creationId="{9B504C6B-1827-C307-9B94-D1636AB64EBA}"/>
          </ac:spMkLst>
        </pc:spChg>
        <pc:spChg chg="mod">
          <ac:chgData name="Artem Pak" userId="eead9a0e-cb25-419c-ba25-67200ef5b681" providerId="ADAL" clId="{11E240EC-F19B-5C43-98D7-50914B69A465}" dt="2026-02-26T20:20:53.465" v="457"/>
          <ac:spMkLst>
            <pc:docMk/>
            <pc:sldMk cId="1695504758" sldId="2147478282"/>
            <ac:spMk id="109" creationId="{2D3A21E5-6CF3-8F5A-577E-1C8582CDCDA5}"/>
          </ac:spMkLst>
        </pc:spChg>
        <pc:spChg chg="mod">
          <ac:chgData name="Artem Pak" userId="eead9a0e-cb25-419c-ba25-67200ef5b681" providerId="ADAL" clId="{11E240EC-F19B-5C43-98D7-50914B69A465}" dt="2026-02-26T20:20:53.465" v="457"/>
          <ac:spMkLst>
            <pc:docMk/>
            <pc:sldMk cId="1695504758" sldId="2147478282"/>
            <ac:spMk id="112" creationId="{D937F064-D2F1-EB44-7A18-AA29F90A99CA}"/>
          </ac:spMkLst>
        </pc:spChg>
        <pc:spChg chg="mod">
          <ac:chgData name="Artem Pak" userId="eead9a0e-cb25-419c-ba25-67200ef5b681" providerId="ADAL" clId="{11E240EC-F19B-5C43-98D7-50914B69A465}" dt="2026-02-26T20:20:53.465" v="457"/>
          <ac:spMkLst>
            <pc:docMk/>
            <pc:sldMk cId="1695504758" sldId="2147478282"/>
            <ac:spMk id="113" creationId="{D6D21022-B3EF-C9AF-2198-1E87740C51E9}"/>
          </ac:spMkLst>
        </pc:spChg>
        <pc:spChg chg="mod">
          <ac:chgData name="Artem Pak" userId="eead9a0e-cb25-419c-ba25-67200ef5b681" providerId="ADAL" clId="{11E240EC-F19B-5C43-98D7-50914B69A465}" dt="2026-02-26T20:24:43.419" v="484" actId="20577"/>
          <ac:spMkLst>
            <pc:docMk/>
            <pc:sldMk cId="1695504758" sldId="2147478282"/>
            <ac:spMk id="116" creationId="{F2F975E1-971F-A62D-5234-DC0C735CC6C7}"/>
          </ac:spMkLst>
        </pc:spChg>
        <pc:spChg chg="mod">
          <ac:chgData name="Artem Pak" userId="eead9a0e-cb25-419c-ba25-67200ef5b681" providerId="ADAL" clId="{11E240EC-F19B-5C43-98D7-50914B69A465}" dt="2026-02-26T20:24:30.218" v="470"/>
          <ac:spMkLst>
            <pc:docMk/>
            <pc:sldMk cId="1695504758" sldId="2147478282"/>
            <ac:spMk id="121" creationId="{5213A173-C6A3-22DC-95EB-5FA5571EEC44}"/>
          </ac:spMkLst>
        </pc:spChg>
        <pc:spChg chg="mod">
          <ac:chgData name="Artem Pak" userId="eead9a0e-cb25-419c-ba25-67200ef5b681" providerId="ADAL" clId="{11E240EC-F19B-5C43-98D7-50914B69A465}" dt="2026-02-26T20:24:30.218" v="470"/>
          <ac:spMkLst>
            <pc:docMk/>
            <pc:sldMk cId="1695504758" sldId="2147478282"/>
            <ac:spMk id="122" creationId="{4B33ABA4-09E8-3520-59CE-8552DBB44427}"/>
          </ac:spMkLst>
        </pc:spChg>
        <pc:spChg chg="mod">
          <ac:chgData name="Artem Pak" userId="eead9a0e-cb25-419c-ba25-67200ef5b681" providerId="ADAL" clId="{11E240EC-F19B-5C43-98D7-50914B69A465}" dt="2026-02-26T20:24:30.218" v="470"/>
          <ac:spMkLst>
            <pc:docMk/>
            <pc:sldMk cId="1695504758" sldId="2147478282"/>
            <ac:spMk id="123" creationId="{0F075AA3-07FB-6539-65CB-4113FE2FF126}"/>
          </ac:spMkLst>
        </pc:spChg>
        <pc:grpChg chg="add mod">
          <ac:chgData name="Artem Pak" userId="eead9a0e-cb25-419c-ba25-67200ef5b681" providerId="ADAL" clId="{11E240EC-F19B-5C43-98D7-50914B69A465}" dt="2026-02-26T20:09:44.036" v="387" actId="1076"/>
          <ac:grpSpMkLst>
            <pc:docMk/>
            <pc:sldMk cId="1695504758" sldId="2147478282"/>
            <ac:grpSpMk id="7" creationId="{A5C2997D-D0EB-1B36-A783-485FDD2455CE}"/>
          </ac:grpSpMkLst>
        </pc:grpChg>
        <pc:grpChg chg="mod">
          <ac:chgData name="Artem Pak" userId="eead9a0e-cb25-419c-ba25-67200ef5b681" providerId="ADAL" clId="{11E240EC-F19B-5C43-98D7-50914B69A465}" dt="2026-02-26T19:10:59.515" v="6"/>
          <ac:grpSpMkLst>
            <pc:docMk/>
            <pc:sldMk cId="1695504758" sldId="2147478282"/>
            <ac:grpSpMk id="9" creationId="{8FA7F367-DBF5-1189-E50E-157575AA8DFB}"/>
          </ac:grpSpMkLst>
        </pc:grpChg>
        <pc:grpChg chg="mod">
          <ac:chgData name="Artem Pak" userId="eead9a0e-cb25-419c-ba25-67200ef5b681" providerId="ADAL" clId="{11E240EC-F19B-5C43-98D7-50914B69A465}" dt="2026-02-26T19:10:59.515" v="6"/>
          <ac:grpSpMkLst>
            <pc:docMk/>
            <pc:sldMk cId="1695504758" sldId="2147478282"/>
            <ac:grpSpMk id="10" creationId="{D2E5606F-A919-3F40-9007-7B75634F932E}"/>
          </ac:grpSpMkLst>
        </pc:grpChg>
        <pc:grpChg chg="add mod">
          <ac:chgData name="Artem Pak" userId="eead9a0e-cb25-419c-ba25-67200ef5b681" providerId="ADAL" clId="{11E240EC-F19B-5C43-98D7-50914B69A465}" dt="2026-02-26T20:18:52.943" v="445" actId="1076"/>
          <ac:grpSpMkLst>
            <pc:docMk/>
            <pc:sldMk cId="1695504758" sldId="2147478282"/>
            <ac:grpSpMk id="20" creationId="{A28CEAED-4CE2-88A8-61D5-6EE44DD0CBE9}"/>
          </ac:grpSpMkLst>
        </pc:grpChg>
        <pc:grpChg chg="mod">
          <ac:chgData name="Artem Pak" userId="eead9a0e-cb25-419c-ba25-67200ef5b681" providerId="ADAL" clId="{11E240EC-F19B-5C43-98D7-50914B69A465}" dt="2026-02-26T19:26:55.036" v="10"/>
          <ac:grpSpMkLst>
            <pc:docMk/>
            <pc:sldMk cId="1695504758" sldId="2147478282"/>
            <ac:grpSpMk id="22" creationId="{3D642338-A291-54CE-4904-574E8DEEF378}"/>
          </ac:grpSpMkLst>
        </pc:grpChg>
        <pc:grpChg chg="mod">
          <ac:chgData name="Artem Pak" userId="eead9a0e-cb25-419c-ba25-67200ef5b681" providerId="ADAL" clId="{11E240EC-F19B-5C43-98D7-50914B69A465}" dt="2026-02-26T19:26:55.036" v="10"/>
          <ac:grpSpMkLst>
            <pc:docMk/>
            <pc:sldMk cId="1695504758" sldId="2147478282"/>
            <ac:grpSpMk id="23" creationId="{B0EF52D6-A781-C7F2-219E-6F956FF7062C}"/>
          </ac:grpSpMkLst>
        </pc:grpChg>
        <pc:grpChg chg="add mod">
          <ac:chgData name="Artem Pak" userId="eead9a0e-cb25-419c-ba25-67200ef5b681" providerId="ADAL" clId="{11E240EC-F19B-5C43-98D7-50914B69A465}" dt="2026-02-26T20:16:47.281" v="419" actId="1038"/>
          <ac:grpSpMkLst>
            <pc:docMk/>
            <pc:sldMk cId="1695504758" sldId="2147478282"/>
            <ac:grpSpMk id="63" creationId="{B2D00F0C-1DAB-9B14-8A25-3D89890D24B5}"/>
          </ac:grpSpMkLst>
        </pc:grpChg>
        <pc:grpChg chg="mod">
          <ac:chgData name="Artem Pak" userId="eead9a0e-cb25-419c-ba25-67200ef5b681" providerId="ADAL" clId="{11E240EC-F19B-5C43-98D7-50914B69A465}" dt="2026-02-26T20:10:28.171" v="390"/>
          <ac:grpSpMkLst>
            <pc:docMk/>
            <pc:sldMk cId="1695504758" sldId="2147478282"/>
            <ac:grpSpMk id="65" creationId="{DE110463-6161-7E41-6FB2-E1B4866F6416}"/>
          </ac:grpSpMkLst>
        </pc:grpChg>
        <pc:grpChg chg="mod">
          <ac:chgData name="Artem Pak" userId="eead9a0e-cb25-419c-ba25-67200ef5b681" providerId="ADAL" clId="{11E240EC-F19B-5C43-98D7-50914B69A465}" dt="2026-02-26T20:10:28.171" v="390"/>
          <ac:grpSpMkLst>
            <pc:docMk/>
            <pc:sldMk cId="1695504758" sldId="2147478282"/>
            <ac:grpSpMk id="66" creationId="{5354E638-24C1-28CA-6D1F-79E6E8372713}"/>
          </ac:grpSpMkLst>
        </pc:grpChg>
        <pc:grpChg chg="add mod">
          <ac:chgData name="Artem Pak" userId="eead9a0e-cb25-419c-ba25-67200ef5b681" providerId="ADAL" clId="{11E240EC-F19B-5C43-98D7-50914B69A465}" dt="2026-02-26T20:19:33.860" v="450" actId="1076"/>
          <ac:grpSpMkLst>
            <pc:docMk/>
            <pc:sldMk cId="1695504758" sldId="2147478282"/>
            <ac:grpSpMk id="76" creationId="{D18E94F3-6193-9713-4542-1B2023C24C9A}"/>
          </ac:grpSpMkLst>
        </pc:grpChg>
        <pc:grpChg chg="mod">
          <ac:chgData name="Artem Pak" userId="eead9a0e-cb25-419c-ba25-67200ef5b681" providerId="ADAL" clId="{11E240EC-F19B-5C43-98D7-50914B69A465}" dt="2026-02-26T20:19:24.252" v="449"/>
          <ac:grpSpMkLst>
            <pc:docMk/>
            <pc:sldMk cId="1695504758" sldId="2147478282"/>
            <ac:grpSpMk id="78" creationId="{CDC5EA79-1744-3B8D-BF2C-178BE341375B}"/>
          </ac:grpSpMkLst>
        </pc:grpChg>
        <pc:grpChg chg="mod">
          <ac:chgData name="Artem Pak" userId="eead9a0e-cb25-419c-ba25-67200ef5b681" providerId="ADAL" clId="{11E240EC-F19B-5C43-98D7-50914B69A465}" dt="2026-02-26T20:19:24.252" v="449"/>
          <ac:grpSpMkLst>
            <pc:docMk/>
            <pc:sldMk cId="1695504758" sldId="2147478282"/>
            <ac:grpSpMk id="79" creationId="{A0F31437-AA8E-274F-D681-D5B741D2436C}"/>
          </ac:grpSpMkLst>
        </pc:grpChg>
        <pc:grpChg chg="add mod">
          <ac:chgData name="Artem Pak" userId="eead9a0e-cb25-419c-ba25-67200ef5b681" providerId="ADAL" clId="{11E240EC-F19B-5C43-98D7-50914B69A465}" dt="2026-02-26T20:20:04.306" v="456" actId="1076"/>
          <ac:grpSpMkLst>
            <pc:docMk/>
            <pc:sldMk cId="1695504758" sldId="2147478282"/>
            <ac:grpSpMk id="86" creationId="{AB963C22-24C5-E64B-4EC4-36F87A08FD77}"/>
          </ac:grpSpMkLst>
        </pc:grpChg>
        <pc:grpChg chg="mod">
          <ac:chgData name="Artem Pak" userId="eead9a0e-cb25-419c-ba25-67200ef5b681" providerId="ADAL" clId="{11E240EC-F19B-5C43-98D7-50914B69A465}" dt="2026-02-26T20:19:43.555" v="453"/>
          <ac:grpSpMkLst>
            <pc:docMk/>
            <pc:sldMk cId="1695504758" sldId="2147478282"/>
            <ac:grpSpMk id="88" creationId="{2C4B50E7-9BD7-314E-70A8-1C6F5FBC68AC}"/>
          </ac:grpSpMkLst>
        </pc:grpChg>
        <pc:grpChg chg="mod">
          <ac:chgData name="Artem Pak" userId="eead9a0e-cb25-419c-ba25-67200ef5b681" providerId="ADAL" clId="{11E240EC-F19B-5C43-98D7-50914B69A465}" dt="2026-02-26T20:19:43.555" v="453"/>
          <ac:grpSpMkLst>
            <pc:docMk/>
            <pc:sldMk cId="1695504758" sldId="2147478282"/>
            <ac:grpSpMk id="89" creationId="{064292AF-55A3-769B-5437-CFE6DF8F256D}"/>
          </ac:grpSpMkLst>
        </pc:grpChg>
        <pc:grpChg chg="mod">
          <ac:chgData name="Artem Pak" userId="eead9a0e-cb25-419c-ba25-67200ef5b681" providerId="ADAL" clId="{11E240EC-F19B-5C43-98D7-50914B69A465}" dt="2026-02-26T20:21:11.547" v="459" actId="1076"/>
          <ac:grpSpMkLst>
            <pc:docMk/>
            <pc:sldMk cId="1695504758" sldId="2147478282"/>
            <ac:grpSpMk id="96" creationId="{8CB499F1-90C3-B6F3-2853-05266221C230}"/>
          </ac:grpSpMkLst>
        </pc:grpChg>
        <pc:grpChg chg="mod">
          <ac:chgData name="Artem Pak" userId="eead9a0e-cb25-419c-ba25-67200ef5b681" providerId="ADAL" clId="{11E240EC-F19B-5C43-98D7-50914B69A465}" dt="2026-02-26T20:21:18.273" v="460" actId="1076"/>
          <ac:grpSpMkLst>
            <pc:docMk/>
            <pc:sldMk cId="1695504758" sldId="2147478282"/>
            <ac:grpSpMk id="106" creationId="{38AB8D96-B6C6-E032-BF16-35BD5B3CC393}"/>
          </ac:grpSpMkLst>
        </pc:grpChg>
        <pc:grpChg chg="add mod">
          <ac:chgData name="Artem Pak" userId="eead9a0e-cb25-419c-ba25-67200ef5b681" providerId="ADAL" clId="{11E240EC-F19B-5C43-98D7-50914B69A465}" dt="2026-02-26T20:24:37.732" v="471" actId="1076"/>
          <ac:grpSpMkLst>
            <pc:docMk/>
            <pc:sldMk cId="1695504758" sldId="2147478282"/>
            <ac:grpSpMk id="115" creationId="{CC726CD4-D5ED-FF35-C769-6832D6806D67}"/>
          </ac:grpSpMkLst>
        </pc:grpChg>
        <pc:grpChg chg="mod">
          <ac:chgData name="Artem Pak" userId="eead9a0e-cb25-419c-ba25-67200ef5b681" providerId="ADAL" clId="{11E240EC-F19B-5C43-98D7-50914B69A465}" dt="2026-02-26T20:24:30.218" v="470"/>
          <ac:grpSpMkLst>
            <pc:docMk/>
            <pc:sldMk cId="1695504758" sldId="2147478282"/>
            <ac:grpSpMk id="117" creationId="{B3642E4E-3076-EEDD-F4D1-3274C880F2BD}"/>
          </ac:grpSpMkLst>
        </pc:grpChg>
        <pc:grpChg chg="mod">
          <ac:chgData name="Artem Pak" userId="eead9a0e-cb25-419c-ba25-67200ef5b681" providerId="ADAL" clId="{11E240EC-F19B-5C43-98D7-50914B69A465}" dt="2026-02-26T20:24:30.218" v="470"/>
          <ac:grpSpMkLst>
            <pc:docMk/>
            <pc:sldMk cId="1695504758" sldId="2147478282"/>
            <ac:grpSpMk id="118" creationId="{38189932-A41D-4B16-E9A6-B91652D596C8}"/>
          </ac:grpSpMkLst>
        </pc:grpChg>
        <pc:picChg chg="mod">
          <ac:chgData name="Artem Pak" userId="eead9a0e-cb25-419c-ba25-67200ef5b681" providerId="ADAL" clId="{11E240EC-F19B-5C43-98D7-50914B69A465}" dt="2026-02-26T19:10:59.515" v="6"/>
          <ac:picMkLst>
            <pc:docMk/>
            <pc:sldMk cId="1695504758" sldId="2147478282"/>
            <ac:picMk id="19" creationId="{A502DA03-6F62-C20C-9DB9-A7FFC7F97FF5}"/>
          </ac:picMkLst>
        </pc:picChg>
        <pc:picChg chg="mod">
          <ac:chgData name="Artem Pak" userId="eead9a0e-cb25-419c-ba25-67200ef5b681" providerId="ADAL" clId="{11E240EC-F19B-5C43-98D7-50914B69A465}" dt="2026-02-26T19:26:55.036" v="10"/>
          <ac:picMkLst>
            <pc:docMk/>
            <pc:sldMk cId="1695504758" sldId="2147478282"/>
            <ac:picMk id="29" creationId="{E252D178-1A6F-118C-0DC6-664EDC95F7B2}"/>
          </ac:picMkLst>
        </pc:picChg>
        <pc:picChg chg="mod">
          <ac:chgData name="Artem Pak" userId="eead9a0e-cb25-419c-ba25-67200ef5b681" providerId="ADAL" clId="{11E240EC-F19B-5C43-98D7-50914B69A465}" dt="2026-02-26T20:10:28.171" v="390"/>
          <ac:picMkLst>
            <pc:docMk/>
            <pc:sldMk cId="1695504758" sldId="2147478282"/>
            <ac:picMk id="72" creationId="{6128C736-1CBF-64B1-8C2B-8D708F760C8C}"/>
          </ac:picMkLst>
        </pc:picChg>
        <pc:picChg chg="mod">
          <ac:chgData name="Artem Pak" userId="eead9a0e-cb25-419c-ba25-67200ef5b681" providerId="ADAL" clId="{11E240EC-F19B-5C43-98D7-50914B69A465}" dt="2026-02-26T20:19:24.252" v="449"/>
          <ac:picMkLst>
            <pc:docMk/>
            <pc:sldMk cId="1695504758" sldId="2147478282"/>
            <ac:picMk id="85" creationId="{302D7EBF-8BC8-DEFE-8E39-770372992947}"/>
          </ac:picMkLst>
        </pc:picChg>
        <pc:picChg chg="mod">
          <ac:chgData name="Artem Pak" userId="eead9a0e-cb25-419c-ba25-67200ef5b681" providerId="ADAL" clId="{11E240EC-F19B-5C43-98D7-50914B69A465}" dt="2026-02-26T20:19:43.555" v="453"/>
          <ac:picMkLst>
            <pc:docMk/>
            <pc:sldMk cId="1695504758" sldId="2147478282"/>
            <ac:picMk id="95" creationId="{D98DEDD9-B1D8-1B35-D2F9-5D252CB52943}"/>
          </ac:picMkLst>
        </pc:picChg>
        <pc:picChg chg="mod">
          <ac:chgData name="Artem Pak" userId="eead9a0e-cb25-419c-ba25-67200ef5b681" providerId="ADAL" clId="{11E240EC-F19B-5C43-98D7-50914B69A465}" dt="2026-02-26T20:20:53.465" v="457"/>
          <ac:picMkLst>
            <pc:docMk/>
            <pc:sldMk cId="1695504758" sldId="2147478282"/>
            <ac:picMk id="100" creationId="{D7F539FA-E683-9888-1C9E-849133F090BE}"/>
          </ac:picMkLst>
        </pc:picChg>
        <pc:picChg chg="mod">
          <ac:chgData name="Artem Pak" userId="eead9a0e-cb25-419c-ba25-67200ef5b681" providerId="ADAL" clId="{11E240EC-F19B-5C43-98D7-50914B69A465}" dt="2026-02-26T20:20:53.465" v="457"/>
          <ac:picMkLst>
            <pc:docMk/>
            <pc:sldMk cId="1695504758" sldId="2147478282"/>
            <ac:picMk id="114" creationId="{7027C55A-B432-FA9E-A016-F72DA53EED0E}"/>
          </ac:picMkLst>
        </pc:picChg>
        <pc:picChg chg="mod">
          <ac:chgData name="Artem Pak" userId="eead9a0e-cb25-419c-ba25-67200ef5b681" providerId="ADAL" clId="{11E240EC-F19B-5C43-98D7-50914B69A465}" dt="2026-02-26T20:24:30.218" v="470"/>
          <ac:picMkLst>
            <pc:docMk/>
            <pc:sldMk cId="1695504758" sldId="2147478282"/>
            <ac:picMk id="124" creationId="{CFB674DB-3BAF-5B1F-3A75-AF8389CAB753}"/>
          </ac:picMkLst>
        </pc:picChg>
        <pc:cxnChg chg="mod">
          <ac:chgData name="Artem Pak" userId="eead9a0e-cb25-419c-ba25-67200ef5b681" providerId="ADAL" clId="{11E240EC-F19B-5C43-98D7-50914B69A465}" dt="2026-02-26T19:10:59.515" v="6"/>
          <ac:cxnSpMkLst>
            <pc:docMk/>
            <pc:sldMk cId="1695504758" sldId="2147478282"/>
            <ac:cxnSpMk id="11" creationId="{8BC14572-00CA-6DCE-D6D7-4DAD527FFC27}"/>
          </ac:cxnSpMkLst>
        </pc:cxnChg>
        <pc:cxnChg chg="mod">
          <ac:chgData name="Artem Pak" userId="eead9a0e-cb25-419c-ba25-67200ef5b681" providerId="ADAL" clId="{11E240EC-F19B-5C43-98D7-50914B69A465}" dt="2026-02-26T19:10:59.515" v="6"/>
          <ac:cxnSpMkLst>
            <pc:docMk/>
            <pc:sldMk cId="1695504758" sldId="2147478282"/>
            <ac:cxnSpMk id="12" creationId="{247851CD-063F-6D1B-3B86-CAB91130AE05}"/>
          </ac:cxnSpMkLst>
        </pc:cxnChg>
        <pc:cxnChg chg="mod">
          <ac:chgData name="Artem Pak" userId="eead9a0e-cb25-419c-ba25-67200ef5b681" providerId="ADAL" clId="{11E240EC-F19B-5C43-98D7-50914B69A465}" dt="2026-02-26T19:26:55.036" v="10"/>
          <ac:cxnSpMkLst>
            <pc:docMk/>
            <pc:sldMk cId="1695504758" sldId="2147478282"/>
            <ac:cxnSpMk id="24" creationId="{7F36F521-36E7-78A1-2D45-5F92E0D01481}"/>
          </ac:cxnSpMkLst>
        </pc:cxnChg>
        <pc:cxnChg chg="mod">
          <ac:chgData name="Artem Pak" userId="eead9a0e-cb25-419c-ba25-67200ef5b681" providerId="ADAL" clId="{11E240EC-F19B-5C43-98D7-50914B69A465}" dt="2026-02-26T19:26:55.036" v="10"/>
          <ac:cxnSpMkLst>
            <pc:docMk/>
            <pc:sldMk cId="1695504758" sldId="2147478282"/>
            <ac:cxnSpMk id="25" creationId="{36886AF7-B281-B85C-1598-B4546B7A6EF8}"/>
          </ac:cxnSpMkLst>
        </pc:cxnChg>
        <pc:cxnChg chg="mod">
          <ac:chgData name="Artem Pak" userId="eead9a0e-cb25-419c-ba25-67200ef5b681" providerId="ADAL" clId="{11E240EC-F19B-5C43-98D7-50914B69A465}" dt="2026-02-26T20:10:28.171" v="390"/>
          <ac:cxnSpMkLst>
            <pc:docMk/>
            <pc:sldMk cId="1695504758" sldId="2147478282"/>
            <ac:cxnSpMk id="67" creationId="{14F1F02C-A797-E94C-8176-95F0BA030763}"/>
          </ac:cxnSpMkLst>
        </pc:cxnChg>
        <pc:cxnChg chg="mod">
          <ac:chgData name="Artem Pak" userId="eead9a0e-cb25-419c-ba25-67200ef5b681" providerId="ADAL" clId="{11E240EC-F19B-5C43-98D7-50914B69A465}" dt="2026-02-26T20:10:28.171" v="390"/>
          <ac:cxnSpMkLst>
            <pc:docMk/>
            <pc:sldMk cId="1695504758" sldId="2147478282"/>
            <ac:cxnSpMk id="68" creationId="{D525FEDE-465D-0F5F-C634-89BF6F5BDAF3}"/>
          </ac:cxnSpMkLst>
        </pc:cxnChg>
        <pc:cxnChg chg="mod">
          <ac:chgData name="Artem Pak" userId="eead9a0e-cb25-419c-ba25-67200ef5b681" providerId="ADAL" clId="{11E240EC-F19B-5C43-98D7-50914B69A465}" dt="2026-02-26T20:19:24.252" v="449"/>
          <ac:cxnSpMkLst>
            <pc:docMk/>
            <pc:sldMk cId="1695504758" sldId="2147478282"/>
            <ac:cxnSpMk id="80" creationId="{E8411068-667B-BDAA-DD51-226D3C14B2BA}"/>
          </ac:cxnSpMkLst>
        </pc:cxnChg>
        <pc:cxnChg chg="mod">
          <ac:chgData name="Artem Pak" userId="eead9a0e-cb25-419c-ba25-67200ef5b681" providerId="ADAL" clId="{11E240EC-F19B-5C43-98D7-50914B69A465}" dt="2026-02-26T20:19:24.252" v="449"/>
          <ac:cxnSpMkLst>
            <pc:docMk/>
            <pc:sldMk cId="1695504758" sldId="2147478282"/>
            <ac:cxnSpMk id="81" creationId="{2142A870-F98F-9621-31D2-2837CEB93F4D}"/>
          </ac:cxnSpMkLst>
        </pc:cxnChg>
        <pc:cxnChg chg="mod">
          <ac:chgData name="Artem Pak" userId="eead9a0e-cb25-419c-ba25-67200ef5b681" providerId="ADAL" clId="{11E240EC-F19B-5C43-98D7-50914B69A465}" dt="2026-02-26T20:19:43.555" v="453"/>
          <ac:cxnSpMkLst>
            <pc:docMk/>
            <pc:sldMk cId="1695504758" sldId="2147478282"/>
            <ac:cxnSpMk id="90" creationId="{93AE4F70-8FC9-2727-2C57-EAF1FD6E757B}"/>
          </ac:cxnSpMkLst>
        </pc:cxnChg>
        <pc:cxnChg chg="mod">
          <ac:chgData name="Artem Pak" userId="eead9a0e-cb25-419c-ba25-67200ef5b681" providerId="ADAL" clId="{11E240EC-F19B-5C43-98D7-50914B69A465}" dt="2026-02-26T20:19:43.555" v="453"/>
          <ac:cxnSpMkLst>
            <pc:docMk/>
            <pc:sldMk cId="1695504758" sldId="2147478282"/>
            <ac:cxnSpMk id="91" creationId="{8FA7064C-F457-1D28-3F57-8845F03AD68D}"/>
          </ac:cxnSpMkLst>
        </pc:cxnChg>
        <pc:cxnChg chg="mod">
          <ac:chgData name="Artem Pak" userId="eead9a0e-cb25-419c-ba25-67200ef5b681" providerId="ADAL" clId="{11E240EC-F19B-5C43-98D7-50914B69A465}" dt="2026-02-26T20:24:30.218" v="470"/>
          <ac:cxnSpMkLst>
            <pc:docMk/>
            <pc:sldMk cId="1695504758" sldId="2147478282"/>
            <ac:cxnSpMk id="119" creationId="{5F54294D-6697-EE1C-A0E0-C04D0AD88B7A}"/>
          </ac:cxnSpMkLst>
        </pc:cxnChg>
        <pc:cxnChg chg="mod">
          <ac:chgData name="Artem Pak" userId="eead9a0e-cb25-419c-ba25-67200ef5b681" providerId="ADAL" clId="{11E240EC-F19B-5C43-98D7-50914B69A465}" dt="2026-02-26T20:24:30.218" v="470"/>
          <ac:cxnSpMkLst>
            <pc:docMk/>
            <pc:sldMk cId="1695504758" sldId="2147478282"/>
            <ac:cxnSpMk id="120" creationId="{F3BDE873-2E62-DB13-8B86-A451070E2103}"/>
          </ac:cxnSpMkLst>
        </pc:cxnChg>
      </pc:sldChg>
    </pc:docChg>
  </pc:docChgLst>
  <pc:docChgLst>
    <pc:chgData name="Andrei Piatrushenia" userId="S::andrei_piatrushenia@epam.com::f8f7105c-c4ea-4251-85f3-b8d51197d87d" providerId="AD" clId="Web-{304D2B05-063C-DD61-C41D-35CB989A7E61}"/>
    <pc:docChg chg="mod">
      <pc:chgData name="Andrei Piatrushenia" userId="S::andrei_piatrushenia@epam.com::f8f7105c-c4ea-4251-85f3-b8d51197d87d" providerId="AD" clId="Web-{304D2B05-063C-DD61-C41D-35CB989A7E61}" dt="2026-03-03T06:59:01.021" v="0"/>
      <pc:docMkLst>
        <pc:docMk/>
      </pc:docMkLst>
    </pc:docChg>
  </pc:docChgLst>
  <pc:docChgLst>
    <pc:chgData name="Liudmila Khatkevich" userId="9e4f13db-0122-4676-b5ab-9c285f81dc95" providerId="ADAL" clId="{AFD80411-0EF2-4D4C-83C9-B5887907CF46}"/>
    <pc:docChg chg="undo custSel addSld delSld modSld delMainMaster modMainMaster">
      <pc:chgData name="Liudmila Khatkevich" userId="9e4f13db-0122-4676-b5ab-9c285f81dc95" providerId="ADAL" clId="{AFD80411-0EF2-4D4C-83C9-B5887907CF46}" dt="2026-03-03T16:24:33.382" v="3588" actId="572"/>
      <pc:docMkLst>
        <pc:docMk/>
      </pc:docMkLst>
      <pc:sldChg chg="addSp delSp modSp mod modClrScheme chgLayout">
        <pc:chgData name="Liudmila Khatkevich" userId="9e4f13db-0122-4676-b5ab-9c285f81dc95" providerId="ADAL" clId="{AFD80411-0EF2-4D4C-83C9-B5887907CF46}" dt="2026-03-03T13:00:04.212" v="2692" actId="1076"/>
        <pc:sldMkLst>
          <pc:docMk/>
          <pc:sldMk cId="1774354280" sldId="256"/>
        </pc:sldMkLst>
        <pc:spChg chg="mod ord">
          <ac:chgData name="Liudmila Khatkevich" userId="9e4f13db-0122-4676-b5ab-9c285f81dc95" providerId="ADAL" clId="{AFD80411-0EF2-4D4C-83C9-B5887907CF46}" dt="2026-03-03T12:57:29.236" v="2599" actId="14100"/>
          <ac:spMkLst>
            <pc:docMk/>
            <pc:sldMk cId="1774354280" sldId="256"/>
            <ac:spMk id="2" creationId="{1ACCDD90-B964-DE92-C302-439163B03B7D}"/>
          </ac:spMkLst>
        </pc:spChg>
        <pc:spChg chg="add del mod ord">
          <ac:chgData name="Liudmila Khatkevich" userId="9e4f13db-0122-4676-b5ab-9c285f81dc95" providerId="ADAL" clId="{AFD80411-0EF2-4D4C-83C9-B5887907CF46}" dt="2026-03-03T12:57:14.540" v="2594" actId="6264"/>
          <ac:spMkLst>
            <pc:docMk/>
            <pc:sldMk cId="1774354280" sldId="256"/>
            <ac:spMk id="3" creationId="{51DCDBCA-EF55-A877-1934-7476ED9180E5}"/>
          </ac:spMkLst>
        </pc:spChg>
        <pc:spChg chg="add del mod ord">
          <ac:chgData name="Liudmila Khatkevich" userId="9e4f13db-0122-4676-b5ab-9c285f81dc95" providerId="ADAL" clId="{AFD80411-0EF2-4D4C-83C9-B5887907CF46}" dt="2026-03-03T12:57:14.540" v="2594" actId="6264"/>
          <ac:spMkLst>
            <pc:docMk/>
            <pc:sldMk cId="1774354280" sldId="256"/>
            <ac:spMk id="5" creationId="{9BFADD5E-C5BA-6CC7-91D6-F540683A15BC}"/>
          </ac:spMkLst>
        </pc:spChg>
        <pc:spChg chg="mod">
          <ac:chgData name="Liudmila Khatkevich" userId="9e4f13db-0122-4676-b5ab-9c285f81dc95" providerId="ADAL" clId="{AFD80411-0EF2-4D4C-83C9-B5887907CF46}" dt="2026-03-03T12:58:13.912" v="2617" actId="1036"/>
          <ac:spMkLst>
            <pc:docMk/>
            <pc:sldMk cId="1774354280" sldId="256"/>
            <ac:spMk id="8" creationId="{EBE22E2E-7B21-010A-C920-3B4CF1FD5E26}"/>
          </ac:spMkLst>
        </pc:spChg>
        <pc:spChg chg="mod">
          <ac:chgData name="Liudmila Khatkevich" userId="9e4f13db-0122-4676-b5ab-9c285f81dc95" providerId="ADAL" clId="{AFD80411-0EF2-4D4C-83C9-B5887907CF46}" dt="2026-03-03T11:03:17.377" v="2"/>
          <ac:spMkLst>
            <pc:docMk/>
            <pc:sldMk cId="1774354280" sldId="256"/>
            <ac:spMk id="14" creationId="{5006B603-D6C7-9545-5B4E-380607934994}"/>
          </ac:spMkLst>
        </pc:spChg>
        <pc:spChg chg="mod">
          <ac:chgData name="Liudmila Khatkevich" userId="9e4f13db-0122-4676-b5ab-9c285f81dc95" providerId="ADAL" clId="{AFD80411-0EF2-4D4C-83C9-B5887907CF46}" dt="2026-03-03T11:03:17.377" v="2"/>
          <ac:spMkLst>
            <pc:docMk/>
            <pc:sldMk cId="1774354280" sldId="256"/>
            <ac:spMk id="29" creationId="{6458AADE-9C29-10E7-681A-89212843E2B7}"/>
          </ac:spMkLst>
        </pc:spChg>
        <pc:spChg chg="mod">
          <ac:chgData name="Liudmila Khatkevich" userId="9e4f13db-0122-4676-b5ab-9c285f81dc95" providerId="ADAL" clId="{AFD80411-0EF2-4D4C-83C9-B5887907CF46}" dt="2026-03-03T11:03:17.377" v="2"/>
          <ac:spMkLst>
            <pc:docMk/>
            <pc:sldMk cId="1774354280" sldId="256"/>
            <ac:spMk id="33" creationId="{47A3D21C-19D4-9B54-1596-A767A8D6C997}"/>
          </ac:spMkLst>
        </pc:spChg>
        <pc:spChg chg="mod">
          <ac:chgData name="Liudmila Khatkevich" userId="9e4f13db-0122-4676-b5ab-9c285f81dc95" providerId="ADAL" clId="{AFD80411-0EF2-4D4C-83C9-B5887907CF46}" dt="2026-03-03T11:03:17.377" v="2"/>
          <ac:spMkLst>
            <pc:docMk/>
            <pc:sldMk cId="1774354280" sldId="256"/>
            <ac:spMk id="37" creationId="{A701883A-4187-9E44-0B72-CAE606E6EA6B}"/>
          </ac:spMkLst>
        </pc:spChg>
        <pc:spChg chg="add del mod">
          <ac:chgData name="Liudmila Khatkevich" userId="9e4f13db-0122-4676-b5ab-9c285f81dc95" providerId="ADAL" clId="{AFD80411-0EF2-4D4C-83C9-B5887907CF46}" dt="2026-03-03T12:57:14.540" v="2594" actId="6264"/>
          <ac:spMkLst>
            <pc:docMk/>
            <pc:sldMk cId="1774354280" sldId="256"/>
            <ac:spMk id="38" creationId="{DB8B0E1C-718A-5163-96E2-9554AE235541}"/>
          </ac:spMkLst>
        </pc:spChg>
        <pc:spChg chg="add mod ord">
          <ac:chgData name="Liudmila Khatkevich" userId="9e4f13db-0122-4676-b5ab-9c285f81dc95" providerId="ADAL" clId="{AFD80411-0EF2-4D4C-83C9-B5887907CF46}" dt="2026-03-03T12:57:14.540" v="2594" actId="6264"/>
          <ac:spMkLst>
            <pc:docMk/>
            <pc:sldMk cId="1774354280" sldId="256"/>
            <ac:spMk id="39" creationId="{DF084CED-130E-FF31-1C24-0D1D62F74EB5}"/>
          </ac:spMkLst>
        </pc:spChg>
        <pc:spChg chg="add del mod ord">
          <ac:chgData name="Liudmila Khatkevich" userId="9e4f13db-0122-4676-b5ab-9c285f81dc95" providerId="ADAL" clId="{AFD80411-0EF2-4D4C-83C9-B5887907CF46}" dt="2026-03-03T12:58:15.395" v="2618" actId="478"/>
          <ac:spMkLst>
            <pc:docMk/>
            <pc:sldMk cId="1774354280" sldId="256"/>
            <ac:spMk id="40" creationId="{63CD4B2A-D27F-6D42-14B3-6FB296A5C5E1}"/>
          </ac:spMkLst>
        </pc:spChg>
        <pc:spChg chg="mod">
          <ac:chgData name="Liudmila Khatkevich" userId="9e4f13db-0122-4676-b5ab-9c285f81dc95" providerId="ADAL" clId="{AFD80411-0EF2-4D4C-83C9-B5887907CF46}" dt="2026-03-03T12:58:31.790" v="2621"/>
          <ac:spMkLst>
            <pc:docMk/>
            <pc:sldMk cId="1774354280" sldId="256"/>
            <ac:spMk id="43" creationId="{47EFCF5E-3448-F5E4-C33A-5CAB7E78F289}"/>
          </ac:spMkLst>
        </pc:spChg>
        <pc:spChg chg="mod">
          <ac:chgData name="Liudmila Khatkevich" userId="9e4f13db-0122-4676-b5ab-9c285f81dc95" providerId="ADAL" clId="{AFD80411-0EF2-4D4C-83C9-B5887907CF46}" dt="2026-03-03T12:58:31.790" v="2621"/>
          <ac:spMkLst>
            <pc:docMk/>
            <pc:sldMk cId="1774354280" sldId="256"/>
            <ac:spMk id="47" creationId="{F16443B6-5190-55DE-351A-9C27548B3BBE}"/>
          </ac:spMkLst>
        </pc:spChg>
        <pc:spChg chg="mod">
          <ac:chgData name="Liudmila Khatkevich" userId="9e4f13db-0122-4676-b5ab-9c285f81dc95" providerId="ADAL" clId="{AFD80411-0EF2-4D4C-83C9-B5887907CF46}" dt="2026-03-03T12:58:31.790" v="2621"/>
          <ac:spMkLst>
            <pc:docMk/>
            <pc:sldMk cId="1774354280" sldId="256"/>
            <ac:spMk id="50" creationId="{A0D71A9B-646F-286C-E7F3-730FDF5893D0}"/>
          </ac:spMkLst>
        </pc:spChg>
        <pc:spChg chg="mod">
          <ac:chgData name="Liudmila Khatkevich" userId="9e4f13db-0122-4676-b5ab-9c285f81dc95" providerId="ADAL" clId="{AFD80411-0EF2-4D4C-83C9-B5887907CF46}" dt="2026-03-03T12:58:31.790" v="2621"/>
          <ac:spMkLst>
            <pc:docMk/>
            <pc:sldMk cId="1774354280" sldId="256"/>
            <ac:spMk id="51" creationId="{65F61C3B-2541-0634-75B9-0BF0C71E42CE}"/>
          </ac:spMkLst>
        </pc:spChg>
        <pc:spChg chg="mod">
          <ac:chgData name="Liudmila Khatkevich" userId="9e4f13db-0122-4676-b5ab-9c285f81dc95" providerId="ADAL" clId="{AFD80411-0EF2-4D4C-83C9-B5887907CF46}" dt="2026-03-03T13:00:04.212" v="2692" actId="1076"/>
          <ac:spMkLst>
            <pc:docMk/>
            <pc:sldMk cId="1774354280" sldId="256"/>
            <ac:spMk id="381" creationId="{4DE4CCD8-F5AA-5701-28C2-D02DB2EC097C}"/>
          </ac:spMkLst>
        </pc:spChg>
        <pc:spChg chg="mod">
          <ac:chgData name="Liudmila Khatkevich" userId="9e4f13db-0122-4676-b5ab-9c285f81dc95" providerId="ADAL" clId="{AFD80411-0EF2-4D4C-83C9-B5887907CF46}" dt="2026-03-03T12:59:54.115" v="2690" actId="947"/>
          <ac:spMkLst>
            <pc:docMk/>
            <pc:sldMk cId="1774354280" sldId="256"/>
            <ac:spMk id="382" creationId="{1A6D6FAE-9120-D0E8-0422-571B145D8CFE}"/>
          </ac:spMkLst>
        </pc:spChg>
        <pc:spChg chg="mod">
          <ac:chgData name="Liudmila Khatkevich" userId="9e4f13db-0122-4676-b5ab-9c285f81dc95" providerId="ADAL" clId="{AFD80411-0EF2-4D4C-83C9-B5887907CF46}" dt="2026-03-03T12:58:21.871" v="2619" actId="1076"/>
          <ac:spMkLst>
            <pc:docMk/>
            <pc:sldMk cId="1774354280" sldId="256"/>
            <ac:spMk id="383" creationId="{C3D28071-9C2D-86BB-8FF2-F87990A17177}"/>
          </ac:spMkLst>
        </pc:spChg>
        <pc:spChg chg="mod">
          <ac:chgData name="Liudmila Khatkevich" userId="9e4f13db-0122-4676-b5ab-9c285f81dc95" providerId="ADAL" clId="{AFD80411-0EF2-4D4C-83C9-B5887907CF46}" dt="2026-03-03T12:58:21.871" v="2619" actId="1076"/>
          <ac:spMkLst>
            <pc:docMk/>
            <pc:sldMk cId="1774354280" sldId="256"/>
            <ac:spMk id="384" creationId="{B5258457-BADE-D87A-05E3-72DA6A34FA3E}"/>
          </ac:spMkLst>
        </pc:spChg>
        <pc:spChg chg="mod">
          <ac:chgData name="Liudmila Khatkevich" userId="9e4f13db-0122-4676-b5ab-9c285f81dc95" providerId="ADAL" clId="{AFD80411-0EF2-4D4C-83C9-B5887907CF46}" dt="2026-03-03T12:58:21.871" v="2619" actId="1076"/>
          <ac:spMkLst>
            <pc:docMk/>
            <pc:sldMk cId="1774354280" sldId="256"/>
            <ac:spMk id="385" creationId="{4688395C-7CC3-F076-D6A1-4A376C4FF198}"/>
          </ac:spMkLst>
        </pc:spChg>
        <pc:spChg chg="mod">
          <ac:chgData name="Liudmila Khatkevich" userId="9e4f13db-0122-4676-b5ab-9c285f81dc95" providerId="ADAL" clId="{AFD80411-0EF2-4D4C-83C9-B5887907CF46}" dt="2026-03-03T12:58:21.871" v="2619" actId="1076"/>
          <ac:spMkLst>
            <pc:docMk/>
            <pc:sldMk cId="1774354280" sldId="256"/>
            <ac:spMk id="386" creationId="{322547DB-1F65-BE75-E7E6-03A155E2CD0A}"/>
          </ac:spMkLst>
        </pc:spChg>
        <pc:spChg chg="mod">
          <ac:chgData name="Liudmila Khatkevich" userId="9e4f13db-0122-4676-b5ab-9c285f81dc95" providerId="ADAL" clId="{AFD80411-0EF2-4D4C-83C9-B5887907CF46}" dt="2026-03-03T12:58:21.871" v="2619" actId="1076"/>
          <ac:spMkLst>
            <pc:docMk/>
            <pc:sldMk cId="1774354280" sldId="256"/>
            <ac:spMk id="387" creationId="{36D7A1C7-C0B5-50A9-81C4-6C2B283DDB5E}"/>
          </ac:spMkLst>
        </pc:spChg>
        <pc:spChg chg="mod">
          <ac:chgData name="Liudmila Khatkevich" userId="9e4f13db-0122-4676-b5ab-9c285f81dc95" providerId="ADAL" clId="{AFD80411-0EF2-4D4C-83C9-B5887907CF46}" dt="2026-03-03T12:58:21.871" v="2619" actId="1076"/>
          <ac:spMkLst>
            <pc:docMk/>
            <pc:sldMk cId="1774354280" sldId="256"/>
            <ac:spMk id="389" creationId="{3FD082B5-8A31-BA87-4EF1-115262B3F7D7}"/>
          </ac:spMkLst>
        </pc:spChg>
        <pc:spChg chg="mod">
          <ac:chgData name="Liudmila Khatkevich" userId="9e4f13db-0122-4676-b5ab-9c285f81dc95" providerId="ADAL" clId="{AFD80411-0EF2-4D4C-83C9-B5887907CF46}" dt="2026-03-03T12:58:21.871" v="2619" actId="1076"/>
          <ac:spMkLst>
            <pc:docMk/>
            <pc:sldMk cId="1774354280" sldId="256"/>
            <ac:spMk id="390" creationId="{B9EF6F1B-4D97-2979-6D28-5B344968CD24}"/>
          </ac:spMkLst>
        </pc:spChg>
        <pc:spChg chg="mod">
          <ac:chgData name="Liudmila Khatkevich" userId="9e4f13db-0122-4676-b5ab-9c285f81dc95" providerId="ADAL" clId="{AFD80411-0EF2-4D4C-83C9-B5887907CF46}" dt="2026-03-03T11:03:17.377" v="2"/>
          <ac:spMkLst>
            <pc:docMk/>
            <pc:sldMk cId="1774354280" sldId="256"/>
            <ac:spMk id="419" creationId="{D5B23500-5733-3700-8D06-6B82D9B29E9F}"/>
          </ac:spMkLst>
        </pc:spChg>
        <pc:spChg chg="mod">
          <ac:chgData name="Liudmila Khatkevich" userId="9e4f13db-0122-4676-b5ab-9c285f81dc95" providerId="ADAL" clId="{AFD80411-0EF2-4D4C-83C9-B5887907CF46}" dt="2026-03-03T11:03:17.377" v="2"/>
          <ac:spMkLst>
            <pc:docMk/>
            <pc:sldMk cId="1774354280" sldId="256"/>
            <ac:spMk id="426" creationId="{D63E9DB3-C8AD-3E0B-61B5-C20C0D5DEA56}"/>
          </ac:spMkLst>
        </pc:spChg>
        <pc:spChg chg="mod">
          <ac:chgData name="Liudmila Khatkevich" userId="9e4f13db-0122-4676-b5ab-9c285f81dc95" providerId="ADAL" clId="{AFD80411-0EF2-4D4C-83C9-B5887907CF46}" dt="2026-03-03T11:03:17.377" v="2"/>
          <ac:spMkLst>
            <pc:docMk/>
            <pc:sldMk cId="1774354280" sldId="256"/>
            <ac:spMk id="484" creationId="{798F8B18-E0B8-C0BE-758C-62F730C9E202}"/>
          </ac:spMkLst>
        </pc:spChg>
        <pc:spChg chg="mod">
          <ac:chgData name="Liudmila Khatkevich" userId="9e4f13db-0122-4676-b5ab-9c285f81dc95" providerId="ADAL" clId="{AFD80411-0EF2-4D4C-83C9-B5887907CF46}" dt="2026-03-03T12:59:23.389" v="2657" actId="14100"/>
          <ac:spMkLst>
            <pc:docMk/>
            <pc:sldMk cId="1774354280" sldId="256"/>
            <ac:spMk id="498" creationId="{6BA53483-7494-5213-CF07-448A2730EF98}"/>
          </ac:spMkLst>
        </pc:spChg>
        <pc:spChg chg="mod">
          <ac:chgData name="Liudmila Khatkevich" userId="9e4f13db-0122-4676-b5ab-9c285f81dc95" providerId="ADAL" clId="{AFD80411-0EF2-4D4C-83C9-B5887907CF46}" dt="2026-03-03T12:59:38.490" v="2684" actId="1038"/>
          <ac:spMkLst>
            <pc:docMk/>
            <pc:sldMk cId="1774354280" sldId="256"/>
            <ac:spMk id="499" creationId="{C1DA1D17-DF7D-2AEF-D753-4637877DA453}"/>
          </ac:spMkLst>
        </pc:spChg>
        <pc:spChg chg="mod">
          <ac:chgData name="Liudmila Khatkevich" userId="9e4f13db-0122-4676-b5ab-9c285f81dc95" providerId="ADAL" clId="{AFD80411-0EF2-4D4C-83C9-B5887907CF46}" dt="2026-03-03T12:59:25.197" v="2658" actId="14100"/>
          <ac:spMkLst>
            <pc:docMk/>
            <pc:sldMk cId="1774354280" sldId="256"/>
            <ac:spMk id="500" creationId="{EFCC7396-20C9-9F13-5505-A15FB2949990}"/>
          </ac:spMkLst>
        </pc:spChg>
        <pc:spChg chg="mod">
          <ac:chgData name="Liudmila Khatkevich" userId="9e4f13db-0122-4676-b5ab-9c285f81dc95" providerId="ADAL" clId="{AFD80411-0EF2-4D4C-83C9-B5887907CF46}" dt="2026-03-03T12:59:38.490" v="2684" actId="1038"/>
          <ac:spMkLst>
            <pc:docMk/>
            <pc:sldMk cId="1774354280" sldId="256"/>
            <ac:spMk id="501" creationId="{D9A81591-5D90-532E-B07B-1BDFDF1DDA1F}"/>
          </ac:spMkLst>
        </pc:spChg>
        <pc:spChg chg="mod">
          <ac:chgData name="Liudmila Khatkevich" userId="9e4f13db-0122-4676-b5ab-9c285f81dc95" providerId="ADAL" clId="{AFD80411-0EF2-4D4C-83C9-B5887907CF46}" dt="2026-03-03T11:03:17.377" v="2"/>
          <ac:spMkLst>
            <pc:docMk/>
            <pc:sldMk cId="1774354280" sldId="256"/>
            <ac:spMk id="523" creationId="{5ECC05F5-58AD-4618-08AF-C226B8B3D8FF}"/>
          </ac:spMkLst>
        </pc:spChg>
        <pc:spChg chg="mod">
          <ac:chgData name="Liudmila Khatkevich" userId="9e4f13db-0122-4676-b5ab-9c285f81dc95" providerId="ADAL" clId="{AFD80411-0EF2-4D4C-83C9-B5887907CF46}" dt="2026-03-03T11:03:17.377" v="2"/>
          <ac:spMkLst>
            <pc:docMk/>
            <pc:sldMk cId="1774354280" sldId="256"/>
            <ac:spMk id="530" creationId="{47DEB122-BAC5-AC77-2064-887A76203EB3}"/>
          </ac:spMkLst>
        </pc:spChg>
        <pc:spChg chg="mod">
          <ac:chgData name="Liudmila Khatkevich" userId="9e4f13db-0122-4676-b5ab-9c285f81dc95" providerId="ADAL" clId="{AFD80411-0EF2-4D4C-83C9-B5887907CF46}" dt="2026-03-03T11:03:17.377" v="2"/>
          <ac:spMkLst>
            <pc:docMk/>
            <pc:sldMk cId="1774354280" sldId="256"/>
            <ac:spMk id="531" creationId="{2F9B50D6-95AF-7788-A4A2-FBF3471C7757}"/>
          </ac:spMkLst>
        </pc:spChg>
        <pc:grpChg chg="add mod">
          <ac:chgData name="Liudmila Khatkevich" userId="9e4f13db-0122-4676-b5ab-9c285f81dc95" providerId="ADAL" clId="{AFD80411-0EF2-4D4C-83C9-B5887907CF46}" dt="2026-03-03T12:58:37.107" v="2622" actId="1076"/>
          <ac:grpSpMkLst>
            <pc:docMk/>
            <pc:sldMk cId="1774354280" sldId="256"/>
            <ac:grpSpMk id="42" creationId="{777A8B5F-943D-455B-FF42-11D1351BF85C}"/>
          </ac:grpSpMkLst>
        </pc:grpChg>
        <pc:grpChg chg="mod">
          <ac:chgData name="Liudmila Khatkevich" userId="9e4f13db-0122-4676-b5ab-9c285f81dc95" providerId="ADAL" clId="{AFD80411-0EF2-4D4C-83C9-B5887907CF46}" dt="2026-03-03T12:58:31.790" v="2621"/>
          <ac:grpSpMkLst>
            <pc:docMk/>
            <pc:sldMk cId="1774354280" sldId="256"/>
            <ac:grpSpMk id="44" creationId="{3AC9B6BE-BC50-9C1D-A0BC-5619D223964D}"/>
          </ac:grpSpMkLst>
        </pc:grpChg>
        <pc:grpChg chg="mod">
          <ac:chgData name="Liudmila Khatkevich" userId="9e4f13db-0122-4676-b5ab-9c285f81dc95" providerId="ADAL" clId="{AFD80411-0EF2-4D4C-83C9-B5887907CF46}" dt="2026-03-03T12:58:31.790" v="2621"/>
          <ac:grpSpMkLst>
            <pc:docMk/>
            <pc:sldMk cId="1774354280" sldId="256"/>
            <ac:grpSpMk id="45" creationId="{403B159A-CAF8-24A9-CF0A-9E89759C06D4}"/>
          </ac:grpSpMkLst>
        </pc:grpChg>
        <pc:grpChg chg="del">
          <ac:chgData name="Liudmila Khatkevich" userId="9e4f13db-0122-4676-b5ab-9c285f81dc95" providerId="ADAL" clId="{AFD80411-0EF2-4D4C-83C9-B5887907CF46}" dt="2026-03-03T12:58:31.424" v="2620" actId="478"/>
          <ac:grpSpMkLst>
            <pc:docMk/>
            <pc:sldMk cId="1774354280" sldId="256"/>
            <ac:grpSpMk id="411" creationId="{D9B42C88-4BC3-DDAD-F3A2-143FD365FE9B}"/>
          </ac:grpSpMkLst>
        </pc:grpChg>
        <pc:picChg chg="add mod">
          <ac:chgData name="Liudmila Khatkevich" userId="9e4f13db-0122-4676-b5ab-9c285f81dc95" providerId="ADAL" clId="{AFD80411-0EF2-4D4C-83C9-B5887907CF46}" dt="2026-03-03T12:58:13.912" v="2617" actId="1036"/>
          <ac:picMkLst>
            <pc:docMk/>
            <pc:sldMk cId="1774354280" sldId="256"/>
            <ac:picMk id="41" creationId="{F75E0A04-D017-2796-5924-E8C80D1BE5C1}"/>
          </ac:picMkLst>
        </pc:picChg>
        <pc:picChg chg="mod">
          <ac:chgData name="Liudmila Khatkevich" userId="9e4f13db-0122-4676-b5ab-9c285f81dc95" providerId="ADAL" clId="{AFD80411-0EF2-4D4C-83C9-B5887907CF46}" dt="2026-03-03T12:58:31.790" v="2621"/>
          <ac:picMkLst>
            <pc:docMk/>
            <pc:sldMk cId="1774354280" sldId="256"/>
            <ac:picMk id="46" creationId="{9DE456A7-67BB-B385-B770-B3AA1B0DB8F0}"/>
          </ac:picMkLst>
        </pc:picChg>
        <pc:cxnChg chg="mod">
          <ac:chgData name="Liudmila Khatkevich" userId="9e4f13db-0122-4676-b5ab-9c285f81dc95" providerId="ADAL" clId="{AFD80411-0EF2-4D4C-83C9-B5887907CF46}" dt="2026-03-03T12:58:31.790" v="2621"/>
          <ac:cxnSpMkLst>
            <pc:docMk/>
            <pc:sldMk cId="1774354280" sldId="256"/>
            <ac:cxnSpMk id="48" creationId="{5371638D-8039-52ED-1EAC-27FD4542B1D6}"/>
          </ac:cxnSpMkLst>
        </pc:cxnChg>
        <pc:cxnChg chg="mod">
          <ac:chgData name="Liudmila Khatkevich" userId="9e4f13db-0122-4676-b5ab-9c285f81dc95" providerId="ADAL" clId="{AFD80411-0EF2-4D4C-83C9-B5887907CF46}" dt="2026-03-03T12:58:31.790" v="2621"/>
          <ac:cxnSpMkLst>
            <pc:docMk/>
            <pc:sldMk cId="1774354280" sldId="256"/>
            <ac:cxnSpMk id="49" creationId="{6ABD3A1E-D880-14B9-FD24-9A3DE1C7EDA6}"/>
          </ac:cxnSpMkLst>
        </pc:cxnChg>
        <pc:cxnChg chg="mod">
          <ac:chgData name="Liudmila Khatkevich" userId="9e4f13db-0122-4676-b5ab-9c285f81dc95" providerId="ADAL" clId="{AFD80411-0EF2-4D4C-83C9-B5887907CF46}" dt="2026-03-03T12:58:31.424" v="2620" actId="478"/>
          <ac:cxnSpMkLst>
            <pc:docMk/>
            <pc:sldMk cId="1774354280" sldId="256"/>
            <ac:cxnSpMk id="417" creationId="{018675FD-6ABC-A473-21FF-B50CF3F3E1D4}"/>
          </ac:cxnSpMkLst>
        </pc:cxnChg>
        <pc:cxnChg chg="mod">
          <ac:chgData name="Liudmila Khatkevich" userId="9e4f13db-0122-4676-b5ab-9c285f81dc95" providerId="ADAL" clId="{AFD80411-0EF2-4D4C-83C9-B5887907CF46}" dt="2026-03-03T12:58:31.424" v="2620" actId="478"/>
          <ac:cxnSpMkLst>
            <pc:docMk/>
            <pc:sldMk cId="1774354280" sldId="256"/>
            <ac:cxnSpMk id="418" creationId="{F834D932-0409-1B00-8315-0B622BE287BB}"/>
          </ac:cxnSpMkLst>
        </pc:cxnChg>
      </pc:sldChg>
      <pc:sldChg chg="modSp del mod">
        <pc:chgData name="Liudmila Khatkevich" userId="9e4f13db-0122-4676-b5ab-9c285f81dc95" providerId="ADAL" clId="{AFD80411-0EF2-4D4C-83C9-B5887907CF46}" dt="2026-03-03T11:04:26.837" v="22" actId="47"/>
        <pc:sldMkLst>
          <pc:docMk/>
          <pc:sldMk cId="3960105347" sldId="267"/>
        </pc:sldMkLst>
        <pc:spChg chg="mod">
          <ac:chgData name="Liudmila Khatkevich" userId="9e4f13db-0122-4676-b5ab-9c285f81dc95" providerId="ADAL" clId="{AFD80411-0EF2-4D4C-83C9-B5887907CF46}" dt="2026-03-03T11:03:17.377" v="2"/>
          <ac:spMkLst>
            <pc:docMk/>
            <pc:sldMk cId="3960105347" sldId="267"/>
            <ac:spMk id="3" creationId="{2D186489-4A0A-0670-844A-9378EC8D4131}"/>
          </ac:spMkLst>
        </pc:spChg>
        <pc:spChg chg="mod">
          <ac:chgData name="Liudmila Khatkevich" userId="9e4f13db-0122-4676-b5ab-9c285f81dc95" providerId="ADAL" clId="{AFD80411-0EF2-4D4C-83C9-B5887907CF46}" dt="2026-03-03T11:03:17.377" v="2"/>
          <ac:spMkLst>
            <pc:docMk/>
            <pc:sldMk cId="3960105347" sldId="267"/>
            <ac:spMk id="4" creationId="{16EAEB26-0250-DA39-1151-D1C050842053}"/>
          </ac:spMkLst>
        </pc:spChg>
        <pc:picChg chg="mod">
          <ac:chgData name="Liudmila Khatkevich" userId="9e4f13db-0122-4676-b5ab-9c285f81dc95" providerId="ADAL" clId="{AFD80411-0EF2-4D4C-83C9-B5887907CF46}" dt="2026-03-03T11:03:17.377" v="2"/>
          <ac:picMkLst>
            <pc:docMk/>
            <pc:sldMk cId="3960105347" sldId="267"/>
            <ac:picMk id="7" creationId="{FC3DE360-1836-CFB8-81F7-BF362E0DF950}"/>
          </ac:picMkLst>
        </pc:picChg>
        <pc:picChg chg="mod ord">
          <ac:chgData name="Liudmila Khatkevich" userId="9e4f13db-0122-4676-b5ab-9c285f81dc95" providerId="ADAL" clId="{AFD80411-0EF2-4D4C-83C9-B5887907CF46}" dt="2026-03-03T11:03:17.377" v="2"/>
          <ac:picMkLst>
            <pc:docMk/>
            <pc:sldMk cId="3960105347" sldId="267"/>
            <ac:picMk id="8" creationId="{F5B1CF98-0968-20F4-9996-751B4CE5A247}"/>
          </ac:picMkLst>
        </pc:picChg>
        <pc:picChg chg="mod">
          <ac:chgData name="Liudmila Khatkevich" userId="9e4f13db-0122-4676-b5ab-9c285f81dc95" providerId="ADAL" clId="{AFD80411-0EF2-4D4C-83C9-B5887907CF46}" dt="2026-03-03T11:03:17.377" v="2"/>
          <ac:picMkLst>
            <pc:docMk/>
            <pc:sldMk cId="3960105347" sldId="267"/>
            <ac:picMk id="10" creationId="{2F4CC580-C0B8-76B1-910D-4316625D3CDD}"/>
          </ac:picMkLst>
        </pc:picChg>
      </pc:sldChg>
      <pc:sldChg chg="addSp delSp modSp mod modClrScheme chgLayout">
        <pc:chgData name="Liudmila Khatkevich" userId="9e4f13db-0122-4676-b5ab-9c285f81dc95" providerId="ADAL" clId="{AFD80411-0EF2-4D4C-83C9-B5887907CF46}" dt="2026-03-03T11:23:17.327" v="292" actId="1076"/>
        <pc:sldMkLst>
          <pc:docMk/>
          <pc:sldMk cId="1895099447" sldId="2142533196"/>
        </pc:sldMkLst>
        <pc:spChg chg="add mod ord">
          <ac:chgData name="Liudmila Khatkevich" userId="9e4f13db-0122-4676-b5ab-9c285f81dc95" providerId="ADAL" clId="{AFD80411-0EF2-4D4C-83C9-B5887907CF46}" dt="2026-03-03T11:17:16.730" v="125" actId="700"/>
          <ac:spMkLst>
            <pc:docMk/>
            <pc:sldMk cId="1895099447" sldId="2142533196"/>
            <ac:spMk id="2" creationId="{8547EECF-7367-5B18-CD55-F55015D9D7ED}"/>
          </ac:spMkLst>
        </pc:spChg>
        <pc:spChg chg="mod ord">
          <ac:chgData name="Liudmila Khatkevich" userId="9e4f13db-0122-4676-b5ab-9c285f81dc95" providerId="ADAL" clId="{AFD80411-0EF2-4D4C-83C9-B5887907CF46}" dt="2026-03-03T11:17:16.730" v="125" actId="700"/>
          <ac:spMkLst>
            <pc:docMk/>
            <pc:sldMk cId="1895099447" sldId="2142533196"/>
            <ac:spMk id="3" creationId="{C0923879-33E5-416E-ADCF-602012CB714C}"/>
          </ac:spMkLst>
        </pc:spChg>
        <pc:spChg chg="add mod ord">
          <ac:chgData name="Liudmila Khatkevich" userId="9e4f13db-0122-4676-b5ab-9c285f81dc95" providerId="ADAL" clId="{AFD80411-0EF2-4D4C-83C9-B5887907CF46}" dt="2026-03-03T11:23:17.327" v="292" actId="1076"/>
          <ac:spMkLst>
            <pc:docMk/>
            <pc:sldMk cId="1895099447" sldId="2142533196"/>
            <ac:spMk id="4" creationId="{C17975C1-21D0-4B48-FA20-8754049B932D}"/>
          </ac:spMkLst>
        </pc:spChg>
        <pc:spChg chg="add mod">
          <ac:chgData name="Liudmila Khatkevich" userId="9e4f13db-0122-4676-b5ab-9c285f81dc95" providerId="ADAL" clId="{AFD80411-0EF2-4D4C-83C9-B5887907CF46}" dt="2026-03-03T11:23:17.327" v="292" actId="1076"/>
          <ac:spMkLst>
            <pc:docMk/>
            <pc:sldMk cId="1895099447" sldId="2142533196"/>
            <ac:spMk id="5" creationId="{540E42B6-3E77-4918-2D08-AAF70CED2596}"/>
          </ac:spMkLst>
        </pc:spChg>
        <pc:spChg chg="add del mod">
          <ac:chgData name="Liudmila Khatkevich" userId="9e4f13db-0122-4676-b5ab-9c285f81dc95" providerId="ADAL" clId="{AFD80411-0EF2-4D4C-83C9-B5887907CF46}" dt="2026-03-03T11:18:41.189" v="167" actId="478"/>
          <ac:spMkLst>
            <pc:docMk/>
            <pc:sldMk cId="1895099447" sldId="2142533196"/>
            <ac:spMk id="6" creationId="{99EED327-84FC-F70B-47C9-9192FBF85004}"/>
          </ac:spMkLst>
        </pc:spChg>
        <pc:spChg chg="mod">
          <ac:chgData name="Liudmila Khatkevich" userId="9e4f13db-0122-4676-b5ab-9c285f81dc95" providerId="ADAL" clId="{AFD80411-0EF2-4D4C-83C9-B5887907CF46}" dt="2026-03-03T11:23:17.327" v="292" actId="1076"/>
          <ac:spMkLst>
            <pc:docMk/>
            <pc:sldMk cId="1895099447" sldId="2142533196"/>
            <ac:spMk id="7" creationId="{9ACD8B9B-7C19-4E5E-BAA3-1D6BB3827C11}"/>
          </ac:spMkLst>
        </pc:spChg>
        <pc:spChg chg="add del mod">
          <ac:chgData name="Liudmila Khatkevich" userId="9e4f13db-0122-4676-b5ab-9c285f81dc95" providerId="ADAL" clId="{AFD80411-0EF2-4D4C-83C9-B5887907CF46}" dt="2026-03-03T11:18:41.189" v="167" actId="478"/>
          <ac:spMkLst>
            <pc:docMk/>
            <pc:sldMk cId="1895099447" sldId="2142533196"/>
            <ac:spMk id="8" creationId="{CB23B1DD-CBEB-6A27-06A5-CDAF23533F50}"/>
          </ac:spMkLst>
        </pc:spChg>
        <pc:spChg chg="del mod topLvl">
          <ac:chgData name="Liudmila Khatkevich" userId="9e4f13db-0122-4676-b5ab-9c285f81dc95" providerId="ADAL" clId="{AFD80411-0EF2-4D4C-83C9-B5887907CF46}" dt="2026-03-03T11:19:06.573" v="173" actId="478"/>
          <ac:spMkLst>
            <pc:docMk/>
            <pc:sldMk cId="1895099447" sldId="2142533196"/>
            <ac:spMk id="11" creationId="{768A2422-5DFF-F925-8987-CD206FF7AAE9}"/>
          </ac:spMkLst>
        </pc:spChg>
        <pc:spChg chg="del mod topLvl">
          <ac:chgData name="Liudmila Khatkevich" userId="9e4f13db-0122-4676-b5ab-9c285f81dc95" providerId="ADAL" clId="{AFD80411-0EF2-4D4C-83C9-B5887907CF46}" dt="2026-03-03T11:19:06.573" v="173" actId="478"/>
          <ac:spMkLst>
            <pc:docMk/>
            <pc:sldMk cId="1895099447" sldId="2142533196"/>
            <ac:spMk id="12" creationId="{E1C81C82-C413-CEAC-B8CF-59FD6940F865}"/>
          </ac:spMkLst>
        </pc:spChg>
        <pc:spChg chg="del mod topLvl">
          <ac:chgData name="Liudmila Khatkevich" userId="9e4f13db-0122-4676-b5ab-9c285f81dc95" providerId="ADAL" clId="{AFD80411-0EF2-4D4C-83C9-B5887907CF46}" dt="2026-03-03T11:19:06.573" v="173" actId="478"/>
          <ac:spMkLst>
            <pc:docMk/>
            <pc:sldMk cId="1895099447" sldId="2142533196"/>
            <ac:spMk id="15" creationId="{0295A9BF-CBAC-7758-FD44-C2D2298B6AF1}"/>
          </ac:spMkLst>
        </pc:spChg>
        <pc:spChg chg="del mod topLvl">
          <ac:chgData name="Liudmila Khatkevich" userId="9e4f13db-0122-4676-b5ab-9c285f81dc95" providerId="ADAL" clId="{AFD80411-0EF2-4D4C-83C9-B5887907CF46}" dt="2026-03-03T11:19:06.573" v="173" actId="478"/>
          <ac:spMkLst>
            <pc:docMk/>
            <pc:sldMk cId="1895099447" sldId="2142533196"/>
            <ac:spMk id="16" creationId="{18B066CE-16EE-A944-2713-23EE58CF10E6}"/>
          </ac:spMkLst>
        </pc:spChg>
        <pc:spChg chg="add mod ord">
          <ac:chgData name="Liudmila Khatkevich" userId="9e4f13db-0122-4676-b5ab-9c285f81dc95" providerId="ADAL" clId="{AFD80411-0EF2-4D4C-83C9-B5887907CF46}" dt="2026-03-03T11:23:17.327" v="292" actId="1076"/>
          <ac:spMkLst>
            <pc:docMk/>
            <pc:sldMk cId="1895099447" sldId="2142533196"/>
            <ac:spMk id="17" creationId="{868F8E5F-9105-C180-5B88-D77AD9F4A4E8}"/>
          </ac:spMkLst>
        </pc:spChg>
        <pc:spChg chg="add mod ord">
          <ac:chgData name="Liudmila Khatkevich" userId="9e4f13db-0122-4676-b5ab-9c285f81dc95" providerId="ADAL" clId="{AFD80411-0EF2-4D4C-83C9-B5887907CF46}" dt="2026-03-03T11:23:17.327" v="292" actId="1076"/>
          <ac:spMkLst>
            <pc:docMk/>
            <pc:sldMk cId="1895099447" sldId="2142533196"/>
            <ac:spMk id="18" creationId="{D47E1246-9CC2-CC25-2248-89E932231EB4}"/>
          </ac:spMkLst>
        </pc:spChg>
        <pc:spChg chg="mod">
          <ac:chgData name="Liudmila Khatkevich" userId="9e4f13db-0122-4676-b5ab-9c285f81dc95" providerId="ADAL" clId="{AFD80411-0EF2-4D4C-83C9-B5887907CF46}" dt="2026-03-03T11:23:17.327" v="292" actId="1076"/>
          <ac:spMkLst>
            <pc:docMk/>
            <pc:sldMk cId="1895099447" sldId="2142533196"/>
            <ac:spMk id="21" creationId="{5944D9D1-4525-1E58-8337-6CE4610D6E2E}"/>
          </ac:spMkLst>
        </pc:spChg>
        <pc:spChg chg="mod">
          <ac:chgData name="Liudmila Khatkevich" userId="9e4f13db-0122-4676-b5ab-9c285f81dc95" providerId="ADAL" clId="{AFD80411-0EF2-4D4C-83C9-B5887907CF46}" dt="2026-03-03T11:23:17.327" v="292" actId="1076"/>
          <ac:spMkLst>
            <pc:docMk/>
            <pc:sldMk cId="1895099447" sldId="2142533196"/>
            <ac:spMk id="22" creationId="{70C6D582-7A5E-A91A-84BF-40A1C4B3A52F}"/>
          </ac:spMkLst>
        </pc:spChg>
        <pc:spChg chg="add mod">
          <ac:chgData name="Liudmila Khatkevich" userId="9e4f13db-0122-4676-b5ab-9c285f81dc95" providerId="ADAL" clId="{AFD80411-0EF2-4D4C-83C9-B5887907CF46}" dt="2026-03-03T11:23:17.327" v="292" actId="1076"/>
          <ac:spMkLst>
            <pc:docMk/>
            <pc:sldMk cId="1895099447" sldId="2142533196"/>
            <ac:spMk id="23" creationId="{074BC026-CE19-CF0A-0E21-866297ED980A}"/>
          </ac:spMkLst>
        </pc:spChg>
        <pc:grpChg chg="add del mod">
          <ac:chgData name="Liudmila Khatkevich" userId="9e4f13db-0122-4676-b5ab-9c285f81dc95" providerId="ADAL" clId="{AFD80411-0EF2-4D4C-83C9-B5887907CF46}" dt="2026-03-03T11:18:50.335" v="169" actId="165"/>
          <ac:grpSpMkLst>
            <pc:docMk/>
            <pc:sldMk cId="1895099447" sldId="2142533196"/>
            <ac:grpSpMk id="9" creationId="{A47A7F6D-EA0E-4F22-0B16-DBE55A1A51DF}"/>
          </ac:grpSpMkLst>
        </pc:grpChg>
        <pc:grpChg chg="add del mod">
          <ac:chgData name="Liudmila Khatkevich" userId="9e4f13db-0122-4676-b5ab-9c285f81dc95" providerId="ADAL" clId="{AFD80411-0EF2-4D4C-83C9-B5887907CF46}" dt="2026-03-03T11:18:50.335" v="169" actId="165"/>
          <ac:grpSpMkLst>
            <pc:docMk/>
            <pc:sldMk cId="1895099447" sldId="2142533196"/>
            <ac:grpSpMk id="13" creationId="{F782AC72-C896-FF59-124E-E472D176344D}"/>
          </ac:grpSpMkLst>
        </pc:grpChg>
        <pc:picChg chg="del mod topLvl">
          <ac:chgData name="Liudmila Khatkevich" userId="9e4f13db-0122-4676-b5ab-9c285f81dc95" providerId="ADAL" clId="{AFD80411-0EF2-4D4C-83C9-B5887907CF46}" dt="2026-03-03T11:19:06.573" v="173" actId="478"/>
          <ac:picMkLst>
            <pc:docMk/>
            <pc:sldMk cId="1895099447" sldId="2142533196"/>
            <ac:picMk id="10" creationId="{E3040AFF-46B7-46CE-4880-39AFDE3B62FA}"/>
          </ac:picMkLst>
        </pc:picChg>
        <pc:picChg chg="del mod topLvl">
          <ac:chgData name="Liudmila Khatkevich" userId="9e4f13db-0122-4676-b5ab-9c285f81dc95" providerId="ADAL" clId="{AFD80411-0EF2-4D4C-83C9-B5887907CF46}" dt="2026-03-03T11:19:06.573" v="173" actId="478"/>
          <ac:picMkLst>
            <pc:docMk/>
            <pc:sldMk cId="1895099447" sldId="2142533196"/>
            <ac:picMk id="14" creationId="{AB2D83F7-7399-CE28-87AD-3912D5EF8B12}"/>
          </ac:picMkLst>
        </pc:picChg>
        <pc:picChg chg="add del mod ord">
          <ac:chgData name="Liudmila Khatkevich" userId="9e4f13db-0122-4676-b5ab-9c285f81dc95" providerId="ADAL" clId="{AFD80411-0EF2-4D4C-83C9-B5887907CF46}" dt="2026-03-03T11:21:50.297" v="209" actId="27803"/>
          <ac:picMkLst>
            <pc:docMk/>
            <pc:sldMk cId="1895099447" sldId="2142533196"/>
            <ac:picMk id="19" creationId="{5944D9D1-4525-1E58-8337-6CE4610D6E2E}"/>
          </ac:picMkLst>
        </pc:picChg>
        <pc:picChg chg="add del mod">
          <ac:chgData name="Liudmila Khatkevich" userId="9e4f13db-0122-4676-b5ab-9c285f81dc95" providerId="ADAL" clId="{AFD80411-0EF2-4D4C-83C9-B5887907CF46}" dt="2026-03-03T11:21:50.297" v="209" actId="27803"/>
          <ac:picMkLst>
            <pc:docMk/>
            <pc:sldMk cId="1895099447" sldId="2142533196"/>
            <ac:picMk id="20" creationId="{70C6D582-7A5E-A91A-84BF-40A1C4B3A52F}"/>
          </ac:picMkLst>
        </pc:picChg>
      </pc:sldChg>
      <pc:sldChg chg="addSp modSp mod modClrScheme chgLayout">
        <pc:chgData name="Liudmila Khatkevich" userId="9e4f13db-0122-4676-b5ab-9c285f81dc95" providerId="ADAL" clId="{AFD80411-0EF2-4D4C-83C9-B5887907CF46}" dt="2026-03-03T13:20:20.391" v="3387" actId="700"/>
        <pc:sldMkLst>
          <pc:docMk/>
          <pc:sldMk cId="2771880362" sldId="2142533199"/>
        </pc:sldMkLst>
        <pc:spChg chg="mod ord">
          <ac:chgData name="Liudmila Khatkevich" userId="9e4f13db-0122-4676-b5ab-9c285f81dc95" providerId="ADAL" clId="{AFD80411-0EF2-4D4C-83C9-B5887907CF46}" dt="2026-03-03T13:20:20.391" v="3387" actId="700"/>
          <ac:spMkLst>
            <pc:docMk/>
            <pc:sldMk cId="2771880362" sldId="2142533199"/>
            <ac:spMk id="3" creationId="{C0923879-33E5-416E-ADCF-602012CB714C}"/>
          </ac:spMkLst>
        </pc:spChg>
        <pc:spChg chg="mod">
          <ac:chgData name="Liudmila Khatkevich" userId="9e4f13db-0122-4676-b5ab-9c285f81dc95" providerId="ADAL" clId="{AFD80411-0EF2-4D4C-83C9-B5887907CF46}" dt="2026-03-03T11:03:17.377" v="2"/>
          <ac:spMkLst>
            <pc:docMk/>
            <pc:sldMk cId="2771880362" sldId="2142533199"/>
            <ac:spMk id="4" creationId="{94DB5517-2AF9-4480-8DBC-E1D5CACF5043}"/>
          </ac:spMkLst>
        </pc:spChg>
        <pc:spChg chg="mod">
          <ac:chgData name="Liudmila Khatkevich" userId="9e4f13db-0122-4676-b5ab-9c285f81dc95" providerId="ADAL" clId="{AFD80411-0EF2-4D4C-83C9-B5887907CF46}" dt="2026-03-03T11:03:17.377" v="2"/>
          <ac:spMkLst>
            <pc:docMk/>
            <pc:sldMk cId="2771880362" sldId="2142533199"/>
            <ac:spMk id="5" creationId="{B9CB2A84-B093-1C05-F39F-8D5C3AF48506}"/>
          </ac:spMkLst>
        </pc:spChg>
        <pc:spChg chg="mod">
          <ac:chgData name="Liudmila Khatkevich" userId="9e4f13db-0122-4676-b5ab-9c285f81dc95" providerId="ADAL" clId="{AFD80411-0EF2-4D4C-83C9-B5887907CF46}" dt="2026-03-03T11:03:17.377" v="2"/>
          <ac:spMkLst>
            <pc:docMk/>
            <pc:sldMk cId="2771880362" sldId="2142533199"/>
            <ac:spMk id="6" creationId="{7261EB1C-C819-1A4A-A864-5F18F8FC44E3}"/>
          </ac:spMkLst>
        </pc:spChg>
        <pc:spChg chg="add mod ord">
          <ac:chgData name="Liudmila Khatkevich" userId="9e4f13db-0122-4676-b5ab-9c285f81dc95" providerId="ADAL" clId="{AFD80411-0EF2-4D4C-83C9-B5887907CF46}" dt="2026-03-03T13:20:20.391" v="3387" actId="700"/>
          <ac:spMkLst>
            <pc:docMk/>
            <pc:sldMk cId="2771880362" sldId="2142533199"/>
            <ac:spMk id="7" creationId="{A24CD6A4-1ED2-8998-0C25-47E36922A802}"/>
          </ac:spMkLst>
        </pc:spChg>
        <pc:spChg chg="mod">
          <ac:chgData name="Liudmila Khatkevich" userId="9e4f13db-0122-4676-b5ab-9c285f81dc95" providerId="ADAL" clId="{AFD80411-0EF2-4D4C-83C9-B5887907CF46}" dt="2026-03-03T11:03:17.377" v="2"/>
          <ac:spMkLst>
            <pc:docMk/>
            <pc:sldMk cId="2771880362" sldId="2142533199"/>
            <ac:spMk id="12" creationId="{40924EA8-7751-4C5C-B2D9-09327F11F5F2}"/>
          </ac:spMkLst>
        </pc:spChg>
        <pc:spChg chg="mod">
          <ac:chgData name="Liudmila Khatkevich" userId="9e4f13db-0122-4676-b5ab-9c285f81dc95" providerId="ADAL" clId="{AFD80411-0EF2-4D4C-83C9-B5887907CF46}" dt="2026-03-03T11:03:17.377" v="2"/>
          <ac:spMkLst>
            <pc:docMk/>
            <pc:sldMk cId="2771880362" sldId="2142533199"/>
            <ac:spMk id="13" creationId="{7A9B371C-26CA-404A-895A-EEFF231E83F0}"/>
          </ac:spMkLst>
        </pc:spChg>
        <pc:spChg chg="mod">
          <ac:chgData name="Liudmila Khatkevich" userId="9e4f13db-0122-4676-b5ab-9c285f81dc95" providerId="ADAL" clId="{AFD80411-0EF2-4D4C-83C9-B5887907CF46}" dt="2026-03-03T11:03:17.377" v="2"/>
          <ac:spMkLst>
            <pc:docMk/>
            <pc:sldMk cId="2771880362" sldId="2142533199"/>
            <ac:spMk id="14" creationId="{1AC9C7E8-A41C-4726-9755-06FCEDC628C4}"/>
          </ac:spMkLst>
        </pc:spChg>
        <pc:graphicFrameChg chg="mod">
          <ac:chgData name="Liudmila Khatkevich" userId="9e4f13db-0122-4676-b5ab-9c285f81dc95" providerId="ADAL" clId="{AFD80411-0EF2-4D4C-83C9-B5887907CF46}" dt="2026-03-03T11:03:17.377" v="2"/>
          <ac:graphicFrameMkLst>
            <pc:docMk/>
            <pc:sldMk cId="2771880362" sldId="2142533199"/>
            <ac:graphicFrameMk id="2" creationId="{07E438A5-B7F0-468C-BE56-89FA30865AEF}"/>
          </ac:graphicFrameMkLst>
        </pc:graphicFrameChg>
      </pc:sldChg>
      <pc:sldChg chg="addSp delSp modSp mod modClrScheme chgLayout">
        <pc:chgData name="Liudmila Khatkevich" userId="9e4f13db-0122-4676-b5ab-9c285f81dc95" providerId="ADAL" clId="{AFD80411-0EF2-4D4C-83C9-B5887907CF46}" dt="2026-03-03T13:20:35.445" v="3390" actId="1076"/>
        <pc:sldMkLst>
          <pc:docMk/>
          <pc:sldMk cId="2110519885" sldId="2147478276"/>
        </pc:sldMkLst>
        <pc:spChg chg="mod ord">
          <ac:chgData name="Liudmila Khatkevich" userId="9e4f13db-0122-4676-b5ab-9c285f81dc95" providerId="ADAL" clId="{AFD80411-0EF2-4D4C-83C9-B5887907CF46}" dt="2026-03-03T13:20:32.210" v="3389" actId="700"/>
          <ac:spMkLst>
            <pc:docMk/>
            <pc:sldMk cId="2110519885" sldId="2147478276"/>
            <ac:spMk id="2" creationId="{F94C49F4-B796-A737-FB42-EEEBC83BDBF9}"/>
          </ac:spMkLst>
        </pc:spChg>
        <pc:spChg chg="add mod ord">
          <ac:chgData name="Liudmila Khatkevich" userId="9e4f13db-0122-4676-b5ab-9c285f81dc95" providerId="ADAL" clId="{AFD80411-0EF2-4D4C-83C9-B5887907CF46}" dt="2026-03-03T13:20:32.210" v="3389" actId="700"/>
          <ac:spMkLst>
            <pc:docMk/>
            <pc:sldMk cId="2110519885" sldId="2147478276"/>
            <ac:spMk id="3" creationId="{24C487AB-F278-9517-D76B-66B58F326C79}"/>
          </ac:spMkLst>
        </pc:spChg>
        <pc:spChg chg="mod">
          <ac:chgData name="Liudmila Khatkevich" userId="9e4f13db-0122-4676-b5ab-9c285f81dc95" providerId="ADAL" clId="{AFD80411-0EF2-4D4C-83C9-B5887907CF46}" dt="2026-03-03T13:20:35.445" v="3390" actId="1076"/>
          <ac:spMkLst>
            <pc:docMk/>
            <pc:sldMk cId="2110519885" sldId="2147478276"/>
            <ac:spMk id="4" creationId="{C5990E4D-CA71-1DAD-C5D9-E3A86BBCAC49}"/>
          </ac:spMkLst>
        </pc:spChg>
        <pc:spChg chg="mod">
          <ac:chgData name="Liudmila Khatkevich" userId="9e4f13db-0122-4676-b5ab-9c285f81dc95" providerId="ADAL" clId="{AFD80411-0EF2-4D4C-83C9-B5887907CF46}" dt="2026-03-03T11:03:17.377" v="2"/>
          <ac:spMkLst>
            <pc:docMk/>
            <pc:sldMk cId="2110519885" sldId="2147478276"/>
            <ac:spMk id="5" creationId="{5590BC68-D17F-6648-2001-75BCB3723C99}"/>
          </ac:spMkLst>
        </pc:spChg>
        <pc:spChg chg="mod">
          <ac:chgData name="Liudmila Khatkevich" userId="9e4f13db-0122-4676-b5ab-9c285f81dc95" providerId="ADAL" clId="{AFD80411-0EF2-4D4C-83C9-B5887907CF46}" dt="2026-03-03T11:03:17.377" v="2"/>
          <ac:spMkLst>
            <pc:docMk/>
            <pc:sldMk cId="2110519885" sldId="2147478276"/>
            <ac:spMk id="6" creationId="{B68A7B1E-A55C-7E9E-7708-59672F6D7E44}"/>
          </ac:spMkLst>
        </pc:spChg>
        <pc:spChg chg="del mod ord">
          <ac:chgData name="Liudmila Khatkevich" userId="9e4f13db-0122-4676-b5ab-9c285f81dc95" providerId="ADAL" clId="{AFD80411-0EF2-4D4C-83C9-B5887907CF46}" dt="2026-03-03T13:20:32.210" v="3389" actId="700"/>
          <ac:spMkLst>
            <pc:docMk/>
            <pc:sldMk cId="2110519885" sldId="2147478276"/>
            <ac:spMk id="8" creationId="{00A281CC-01F1-4742-9274-83FA4D5FC943}"/>
          </ac:spMkLst>
        </pc:spChg>
        <pc:spChg chg="mod">
          <ac:chgData name="Liudmila Khatkevich" userId="9e4f13db-0122-4676-b5ab-9c285f81dc95" providerId="ADAL" clId="{AFD80411-0EF2-4D4C-83C9-B5887907CF46}" dt="2026-03-03T13:20:35.445" v="3390" actId="1076"/>
          <ac:spMkLst>
            <pc:docMk/>
            <pc:sldMk cId="2110519885" sldId="2147478276"/>
            <ac:spMk id="9" creationId="{69086930-C836-6BDF-A3DB-EE630465D773}"/>
          </ac:spMkLst>
        </pc:spChg>
        <pc:spChg chg="mod">
          <ac:chgData name="Liudmila Khatkevich" userId="9e4f13db-0122-4676-b5ab-9c285f81dc95" providerId="ADAL" clId="{AFD80411-0EF2-4D4C-83C9-B5887907CF46}" dt="2026-03-03T11:03:17.377" v="2"/>
          <ac:spMkLst>
            <pc:docMk/>
            <pc:sldMk cId="2110519885" sldId="2147478276"/>
            <ac:spMk id="10" creationId="{EC54ECB2-CEF0-FD6C-3394-C64B0B8404D8}"/>
          </ac:spMkLst>
        </pc:spChg>
        <pc:spChg chg="mod">
          <ac:chgData name="Liudmila Khatkevich" userId="9e4f13db-0122-4676-b5ab-9c285f81dc95" providerId="ADAL" clId="{AFD80411-0EF2-4D4C-83C9-B5887907CF46}" dt="2026-03-03T11:03:17.377" v="2"/>
          <ac:spMkLst>
            <pc:docMk/>
            <pc:sldMk cId="2110519885" sldId="2147478276"/>
            <ac:spMk id="12" creationId="{696FDC09-CE2E-7D50-9941-EBA393BA26EE}"/>
          </ac:spMkLst>
        </pc:spChg>
        <pc:cxnChg chg="mod">
          <ac:chgData name="Liudmila Khatkevich" userId="9e4f13db-0122-4676-b5ab-9c285f81dc95" providerId="ADAL" clId="{AFD80411-0EF2-4D4C-83C9-B5887907CF46}" dt="2026-03-03T11:03:17.377" v="2"/>
          <ac:cxnSpMkLst>
            <pc:docMk/>
            <pc:sldMk cId="2110519885" sldId="2147478276"/>
            <ac:cxnSpMk id="17" creationId="{38BABAAA-C613-479C-7395-A46E459D11F9}"/>
          </ac:cxnSpMkLst>
        </pc:cxnChg>
      </pc:sldChg>
      <pc:sldChg chg="addSp delSp modSp mod modClrScheme chgLayout">
        <pc:chgData name="Liudmila Khatkevich" userId="9e4f13db-0122-4676-b5ab-9c285f81dc95" providerId="ADAL" clId="{AFD80411-0EF2-4D4C-83C9-B5887907CF46}" dt="2026-03-03T12:15:13.404" v="1229" actId="1076"/>
        <pc:sldMkLst>
          <pc:docMk/>
          <pc:sldMk cId="4026586661" sldId="2147478277"/>
        </pc:sldMkLst>
        <pc:spChg chg="mod">
          <ac:chgData name="Liudmila Khatkevich" userId="9e4f13db-0122-4676-b5ab-9c285f81dc95" providerId="ADAL" clId="{AFD80411-0EF2-4D4C-83C9-B5887907CF46}" dt="2026-03-03T11:50:18.610" v="867" actId="12789"/>
          <ac:spMkLst>
            <pc:docMk/>
            <pc:sldMk cId="4026586661" sldId="2147478277"/>
            <ac:spMk id="3" creationId="{F7E342D1-3936-8E56-B657-52A0FB992D01}"/>
          </ac:spMkLst>
        </pc:spChg>
        <pc:spChg chg="mod">
          <ac:chgData name="Liudmila Khatkevich" userId="9e4f13db-0122-4676-b5ab-9c285f81dc95" providerId="ADAL" clId="{AFD80411-0EF2-4D4C-83C9-B5887907CF46}" dt="2026-03-03T11:49:59.241" v="860" actId="1036"/>
          <ac:spMkLst>
            <pc:docMk/>
            <pc:sldMk cId="4026586661" sldId="2147478277"/>
            <ac:spMk id="4" creationId="{8BC18E6A-D4B8-368D-9032-3126CFA4B7C4}"/>
          </ac:spMkLst>
        </pc:spChg>
        <pc:spChg chg="mod">
          <ac:chgData name="Liudmila Khatkevich" userId="9e4f13db-0122-4676-b5ab-9c285f81dc95" providerId="ADAL" clId="{AFD80411-0EF2-4D4C-83C9-B5887907CF46}" dt="2026-03-03T12:11:53.402" v="1161" actId="1076"/>
          <ac:spMkLst>
            <pc:docMk/>
            <pc:sldMk cId="4026586661" sldId="2147478277"/>
            <ac:spMk id="5" creationId="{F7BA48D5-9533-AEB4-921D-CA79A6E05BB3}"/>
          </ac:spMkLst>
        </pc:spChg>
        <pc:spChg chg="mod">
          <ac:chgData name="Liudmila Khatkevich" userId="9e4f13db-0122-4676-b5ab-9c285f81dc95" providerId="ADAL" clId="{AFD80411-0EF2-4D4C-83C9-B5887907CF46}" dt="2026-03-03T11:50:47.875" v="872" actId="12789"/>
          <ac:spMkLst>
            <pc:docMk/>
            <pc:sldMk cId="4026586661" sldId="2147478277"/>
            <ac:spMk id="6" creationId="{F98BBE33-D8E7-EC6F-9714-DAD02D898BE3}"/>
          </ac:spMkLst>
        </pc:spChg>
        <pc:spChg chg="del mod ord">
          <ac:chgData name="Liudmila Khatkevich" userId="9e4f13db-0122-4676-b5ab-9c285f81dc95" providerId="ADAL" clId="{AFD80411-0EF2-4D4C-83C9-B5887907CF46}" dt="2026-03-03T11:52:04.605" v="926" actId="700"/>
          <ac:spMkLst>
            <pc:docMk/>
            <pc:sldMk cId="4026586661" sldId="2147478277"/>
            <ac:spMk id="7" creationId="{4D618915-F764-BBF3-4F04-7A288081D1F6}"/>
          </ac:spMkLst>
        </pc:spChg>
        <pc:spChg chg="mod">
          <ac:chgData name="Liudmila Khatkevich" userId="9e4f13db-0122-4676-b5ab-9c285f81dc95" providerId="ADAL" clId="{AFD80411-0EF2-4D4C-83C9-B5887907CF46}" dt="2026-03-03T11:59:58.649" v="1012" actId="1035"/>
          <ac:spMkLst>
            <pc:docMk/>
            <pc:sldMk cId="4026586661" sldId="2147478277"/>
            <ac:spMk id="9" creationId="{223AF9E3-69AB-B5BA-EB7B-2F1D97E0E244}"/>
          </ac:spMkLst>
        </pc:spChg>
        <pc:spChg chg="mod">
          <ac:chgData name="Liudmila Khatkevich" userId="9e4f13db-0122-4676-b5ab-9c285f81dc95" providerId="ADAL" clId="{AFD80411-0EF2-4D4C-83C9-B5887907CF46}" dt="2026-03-03T12:11:28.417" v="1154" actId="12788"/>
          <ac:spMkLst>
            <pc:docMk/>
            <pc:sldMk cId="4026586661" sldId="2147478277"/>
            <ac:spMk id="10" creationId="{FE94789E-E8CB-1272-5823-DDBF928F56E7}"/>
          </ac:spMkLst>
        </pc:spChg>
        <pc:spChg chg="mod topLvl">
          <ac:chgData name="Liudmila Khatkevich" userId="9e4f13db-0122-4676-b5ab-9c285f81dc95" providerId="ADAL" clId="{AFD80411-0EF2-4D4C-83C9-B5887907CF46}" dt="2026-03-03T12:14:27.809" v="1218" actId="207"/>
          <ac:spMkLst>
            <pc:docMk/>
            <pc:sldMk cId="4026586661" sldId="2147478277"/>
            <ac:spMk id="11" creationId="{94A7ACF8-030F-D03D-9830-76795828892B}"/>
          </ac:spMkLst>
        </pc:spChg>
        <pc:spChg chg="mod topLvl">
          <ac:chgData name="Liudmila Khatkevich" userId="9e4f13db-0122-4676-b5ab-9c285f81dc95" providerId="ADAL" clId="{AFD80411-0EF2-4D4C-83C9-B5887907CF46}" dt="2026-03-03T12:02:21.713" v="1045" actId="1038"/>
          <ac:spMkLst>
            <pc:docMk/>
            <pc:sldMk cId="4026586661" sldId="2147478277"/>
            <ac:spMk id="12" creationId="{666CF31F-6214-5467-CFD2-A97F3935344D}"/>
          </ac:spMkLst>
        </pc:spChg>
        <pc:spChg chg="mod">
          <ac:chgData name="Liudmila Khatkevich" userId="9e4f13db-0122-4676-b5ab-9c285f81dc95" providerId="ADAL" clId="{AFD80411-0EF2-4D4C-83C9-B5887907CF46}" dt="2026-03-03T12:14:33.799" v="1221" actId="207"/>
          <ac:spMkLst>
            <pc:docMk/>
            <pc:sldMk cId="4026586661" sldId="2147478277"/>
            <ac:spMk id="13" creationId="{8CC538D9-A3B7-9959-5F6E-BF0C0AF26AB4}"/>
          </ac:spMkLst>
        </pc:spChg>
        <pc:spChg chg="mod">
          <ac:chgData name="Liudmila Khatkevich" userId="9e4f13db-0122-4676-b5ab-9c285f81dc95" providerId="ADAL" clId="{AFD80411-0EF2-4D4C-83C9-B5887907CF46}" dt="2026-03-03T12:14:37.905" v="1222" actId="2085"/>
          <ac:spMkLst>
            <pc:docMk/>
            <pc:sldMk cId="4026586661" sldId="2147478277"/>
            <ac:spMk id="14" creationId="{26CE3083-55C7-60EA-E2F5-0EF7503198B6}"/>
          </ac:spMkLst>
        </pc:spChg>
        <pc:spChg chg="mod">
          <ac:chgData name="Liudmila Khatkevich" userId="9e4f13db-0122-4676-b5ab-9c285f81dc95" providerId="ADAL" clId="{AFD80411-0EF2-4D4C-83C9-B5887907CF46}" dt="2026-03-03T12:14:37.905" v="1222" actId="2085"/>
          <ac:spMkLst>
            <pc:docMk/>
            <pc:sldMk cId="4026586661" sldId="2147478277"/>
            <ac:spMk id="15" creationId="{F894EE57-E5A8-2594-54CB-DE56BB25DD09}"/>
          </ac:spMkLst>
        </pc:spChg>
        <pc:spChg chg="mod">
          <ac:chgData name="Liudmila Khatkevich" userId="9e4f13db-0122-4676-b5ab-9c285f81dc95" providerId="ADAL" clId="{AFD80411-0EF2-4D4C-83C9-B5887907CF46}" dt="2026-03-03T12:14:37.905" v="1222" actId="2085"/>
          <ac:spMkLst>
            <pc:docMk/>
            <pc:sldMk cId="4026586661" sldId="2147478277"/>
            <ac:spMk id="16" creationId="{2D29476B-25A6-5DBA-02A2-76D0083C8D3C}"/>
          </ac:spMkLst>
        </pc:spChg>
        <pc:spChg chg="mod">
          <ac:chgData name="Liudmila Khatkevich" userId="9e4f13db-0122-4676-b5ab-9c285f81dc95" providerId="ADAL" clId="{AFD80411-0EF2-4D4C-83C9-B5887907CF46}" dt="2026-03-03T12:14:37.905" v="1222" actId="2085"/>
          <ac:spMkLst>
            <pc:docMk/>
            <pc:sldMk cId="4026586661" sldId="2147478277"/>
            <ac:spMk id="17" creationId="{B83AC4AB-10B9-BA9E-FF42-75832282EDB8}"/>
          </ac:spMkLst>
        </pc:spChg>
        <pc:spChg chg="mod">
          <ac:chgData name="Liudmila Khatkevich" userId="9e4f13db-0122-4676-b5ab-9c285f81dc95" providerId="ADAL" clId="{AFD80411-0EF2-4D4C-83C9-B5887907CF46}" dt="2026-03-03T12:11:57.706" v="1163" actId="554"/>
          <ac:spMkLst>
            <pc:docMk/>
            <pc:sldMk cId="4026586661" sldId="2147478277"/>
            <ac:spMk id="18" creationId="{E1395E68-67B0-41A3-F73D-6A8D3DFECAFF}"/>
          </ac:spMkLst>
        </pc:spChg>
        <pc:spChg chg="mod">
          <ac:chgData name="Liudmila Khatkevich" userId="9e4f13db-0122-4676-b5ab-9c285f81dc95" providerId="ADAL" clId="{AFD80411-0EF2-4D4C-83C9-B5887907CF46}" dt="2026-03-03T12:10:52.439" v="1144" actId="554"/>
          <ac:spMkLst>
            <pc:docMk/>
            <pc:sldMk cId="4026586661" sldId="2147478277"/>
            <ac:spMk id="19" creationId="{E78C27B6-E95B-8945-90A8-1DD57D7556C2}"/>
          </ac:spMkLst>
        </pc:spChg>
        <pc:spChg chg="mod topLvl">
          <ac:chgData name="Liudmila Khatkevich" userId="9e4f13db-0122-4676-b5ab-9c285f81dc95" providerId="ADAL" clId="{AFD80411-0EF2-4D4C-83C9-B5887907CF46}" dt="2026-03-03T12:09:16.817" v="1123" actId="242"/>
          <ac:spMkLst>
            <pc:docMk/>
            <pc:sldMk cId="4026586661" sldId="2147478277"/>
            <ac:spMk id="20" creationId="{9FF2FB1E-0D4E-85F4-C2F1-BD79C163F874}"/>
          </ac:spMkLst>
        </pc:spChg>
        <pc:spChg chg="mod topLvl">
          <ac:chgData name="Liudmila Khatkevich" userId="9e4f13db-0122-4676-b5ab-9c285f81dc95" providerId="ADAL" clId="{AFD80411-0EF2-4D4C-83C9-B5887907CF46}" dt="2026-03-03T12:11:55.459" v="1162" actId="12789"/>
          <ac:spMkLst>
            <pc:docMk/>
            <pc:sldMk cId="4026586661" sldId="2147478277"/>
            <ac:spMk id="21" creationId="{06A8C0F8-A820-B3CE-1DFD-06A854124B54}"/>
          </ac:spMkLst>
        </pc:spChg>
        <pc:spChg chg="mod">
          <ac:chgData name="Liudmila Khatkevich" userId="9e4f13db-0122-4676-b5ab-9c285f81dc95" providerId="ADAL" clId="{AFD80411-0EF2-4D4C-83C9-B5887907CF46}" dt="2026-03-03T11:47:58.549" v="802" actId="1035"/>
          <ac:spMkLst>
            <pc:docMk/>
            <pc:sldMk cId="4026586661" sldId="2147478277"/>
            <ac:spMk id="22" creationId="{3A750B73-E1EB-6030-F939-7FB243F4AFA4}"/>
          </ac:spMkLst>
        </pc:spChg>
        <pc:spChg chg="mod">
          <ac:chgData name="Liudmila Khatkevich" userId="9e4f13db-0122-4676-b5ab-9c285f81dc95" providerId="ADAL" clId="{AFD80411-0EF2-4D4C-83C9-B5887907CF46}" dt="2026-03-03T12:11:28.417" v="1154" actId="12788"/>
          <ac:spMkLst>
            <pc:docMk/>
            <pc:sldMk cId="4026586661" sldId="2147478277"/>
            <ac:spMk id="24" creationId="{E92C3B4C-481C-20C4-AF90-EE0669028FB4}"/>
          </ac:spMkLst>
        </pc:spChg>
        <pc:spChg chg="mod">
          <ac:chgData name="Liudmila Khatkevich" userId="9e4f13db-0122-4676-b5ab-9c285f81dc95" providerId="ADAL" clId="{AFD80411-0EF2-4D4C-83C9-B5887907CF46}" dt="2026-03-03T11:48:06.937" v="813" actId="1036"/>
          <ac:spMkLst>
            <pc:docMk/>
            <pc:sldMk cId="4026586661" sldId="2147478277"/>
            <ac:spMk id="26" creationId="{4E9999F1-EA94-F272-ED56-4DB453088242}"/>
          </ac:spMkLst>
        </pc:spChg>
        <pc:spChg chg="mod">
          <ac:chgData name="Liudmila Khatkevich" userId="9e4f13db-0122-4676-b5ab-9c285f81dc95" providerId="ADAL" clId="{AFD80411-0EF2-4D4C-83C9-B5887907CF46}" dt="2026-03-03T12:11:50.351" v="1159" actId="242"/>
          <ac:spMkLst>
            <pc:docMk/>
            <pc:sldMk cId="4026586661" sldId="2147478277"/>
            <ac:spMk id="28" creationId="{7D0EDCFD-1BE9-194E-201E-39101EFC623A}"/>
          </ac:spMkLst>
        </pc:spChg>
        <pc:spChg chg="mod">
          <ac:chgData name="Liudmila Khatkevich" userId="9e4f13db-0122-4676-b5ab-9c285f81dc95" providerId="ADAL" clId="{AFD80411-0EF2-4D4C-83C9-B5887907CF46}" dt="2026-03-03T12:11:50.351" v="1159" actId="242"/>
          <ac:spMkLst>
            <pc:docMk/>
            <pc:sldMk cId="4026586661" sldId="2147478277"/>
            <ac:spMk id="29" creationId="{60E8C20E-9169-CABE-8A43-D55B3E255B03}"/>
          </ac:spMkLst>
        </pc:spChg>
        <pc:spChg chg="mod">
          <ac:chgData name="Liudmila Khatkevich" userId="9e4f13db-0122-4676-b5ab-9c285f81dc95" providerId="ADAL" clId="{AFD80411-0EF2-4D4C-83C9-B5887907CF46}" dt="2026-03-03T12:11:50.351" v="1159" actId="242"/>
          <ac:spMkLst>
            <pc:docMk/>
            <pc:sldMk cId="4026586661" sldId="2147478277"/>
            <ac:spMk id="30" creationId="{2036FD15-851D-E343-E8BE-902C378E2AD2}"/>
          </ac:spMkLst>
        </pc:spChg>
        <pc:spChg chg="del">
          <ac:chgData name="Liudmila Khatkevich" userId="9e4f13db-0122-4676-b5ab-9c285f81dc95" providerId="ADAL" clId="{AFD80411-0EF2-4D4C-83C9-B5887907CF46}" dt="2026-03-03T12:09:42.380" v="1127" actId="478"/>
          <ac:spMkLst>
            <pc:docMk/>
            <pc:sldMk cId="4026586661" sldId="2147478277"/>
            <ac:spMk id="31" creationId="{DFF95937-9E4C-030D-C377-BAD1A8BC126B}"/>
          </ac:spMkLst>
        </pc:spChg>
        <pc:spChg chg="del mod">
          <ac:chgData name="Liudmila Khatkevich" userId="9e4f13db-0122-4676-b5ab-9c285f81dc95" providerId="ADAL" clId="{AFD80411-0EF2-4D4C-83C9-B5887907CF46}" dt="2026-03-03T12:12:08.427" v="1166" actId="478"/>
          <ac:spMkLst>
            <pc:docMk/>
            <pc:sldMk cId="4026586661" sldId="2147478277"/>
            <ac:spMk id="32" creationId="{EBBC3BED-B0D5-D7D7-9E52-531BF3EAA895}"/>
          </ac:spMkLst>
        </pc:spChg>
        <pc:spChg chg="mod">
          <ac:chgData name="Liudmila Khatkevich" userId="9e4f13db-0122-4676-b5ab-9c285f81dc95" providerId="ADAL" clId="{AFD80411-0EF2-4D4C-83C9-B5887907CF46}" dt="2026-03-03T11:48:12.531" v="822" actId="1035"/>
          <ac:spMkLst>
            <pc:docMk/>
            <pc:sldMk cId="4026586661" sldId="2147478277"/>
            <ac:spMk id="33" creationId="{088A6AF7-4A92-C18B-55E4-97DBEA53D139}"/>
          </ac:spMkLst>
        </pc:spChg>
        <pc:spChg chg="mod">
          <ac:chgData name="Liudmila Khatkevich" userId="9e4f13db-0122-4676-b5ab-9c285f81dc95" providerId="ADAL" clId="{AFD80411-0EF2-4D4C-83C9-B5887907CF46}" dt="2026-03-03T11:48:17.769" v="830" actId="1035"/>
          <ac:spMkLst>
            <pc:docMk/>
            <pc:sldMk cId="4026586661" sldId="2147478277"/>
            <ac:spMk id="35" creationId="{FF19B6E1-958A-6F92-013B-22CFA3ADD2A1}"/>
          </ac:spMkLst>
        </pc:spChg>
        <pc:spChg chg="mod topLvl">
          <ac:chgData name="Liudmila Khatkevich" userId="9e4f13db-0122-4676-b5ab-9c285f81dc95" providerId="ADAL" clId="{AFD80411-0EF2-4D4C-83C9-B5887907CF46}" dt="2026-03-03T12:13:38.797" v="1206" actId="14100"/>
          <ac:spMkLst>
            <pc:docMk/>
            <pc:sldMk cId="4026586661" sldId="2147478277"/>
            <ac:spMk id="36" creationId="{A700AE47-B84A-A17A-7243-5E17A6600AD5}"/>
          </ac:spMkLst>
        </pc:spChg>
        <pc:spChg chg="mod topLvl">
          <ac:chgData name="Liudmila Khatkevich" userId="9e4f13db-0122-4676-b5ab-9c285f81dc95" providerId="ADAL" clId="{AFD80411-0EF2-4D4C-83C9-B5887907CF46}" dt="2026-03-03T12:13:38.797" v="1206" actId="14100"/>
          <ac:spMkLst>
            <pc:docMk/>
            <pc:sldMk cId="4026586661" sldId="2147478277"/>
            <ac:spMk id="37" creationId="{B189823B-06DA-ABAD-7717-5DED483D550E}"/>
          </ac:spMkLst>
        </pc:spChg>
        <pc:spChg chg="del mod">
          <ac:chgData name="Liudmila Khatkevich" userId="9e4f13db-0122-4676-b5ab-9c285f81dc95" providerId="ADAL" clId="{AFD80411-0EF2-4D4C-83C9-B5887907CF46}" dt="2026-03-03T12:12:43.263" v="1183" actId="478"/>
          <ac:spMkLst>
            <pc:docMk/>
            <pc:sldMk cId="4026586661" sldId="2147478277"/>
            <ac:spMk id="38" creationId="{9EEFC887-37FA-C3C1-E2BC-5AC194074502}"/>
          </ac:spMkLst>
        </pc:spChg>
        <pc:spChg chg="del">
          <ac:chgData name="Liudmila Khatkevich" userId="9e4f13db-0122-4676-b5ab-9c285f81dc95" providerId="ADAL" clId="{AFD80411-0EF2-4D4C-83C9-B5887907CF46}" dt="2026-03-03T12:12:14.397" v="1170" actId="478"/>
          <ac:spMkLst>
            <pc:docMk/>
            <pc:sldMk cId="4026586661" sldId="2147478277"/>
            <ac:spMk id="39" creationId="{77F017D3-CFDC-7A99-6B94-D08119D89CCB}"/>
          </ac:spMkLst>
        </pc:spChg>
        <pc:spChg chg="del mod topLvl">
          <ac:chgData name="Liudmila Khatkevich" userId="9e4f13db-0122-4676-b5ab-9c285f81dc95" providerId="ADAL" clId="{AFD80411-0EF2-4D4C-83C9-B5887907CF46}" dt="2026-03-03T12:12:41.247" v="1182" actId="478"/>
          <ac:spMkLst>
            <pc:docMk/>
            <pc:sldMk cId="4026586661" sldId="2147478277"/>
            <ac:spMk id="40" creationId="{14FEBFEF-FFF4-D4CE-878F-D3E148FC68C6}"/>
          </ac:spMkLst>
        </pc:spChg>
        <pc:spChg chg="del mod topLvl">
          <ac:chgData name="Liudmila Khatkevich" userId="9e4f13db-0122-4676-b5ab-9c285f81dc95" providerId="ADAL" clId="{AFD80411-0EF2-4D4C-83C9-B5887907CF46}" dt="2026-03-03T12:12:51.936" v="1187" actId="478"/>
          <ac:spMkLst>
            <pc:docMk/>
            <pc:sldMk cId="4026586661" sldId="2147478277"/>
            <ac:spMk id="41" creationId="{34E9A1AC-F839-1047-8545-D57F3D642996}"/>
          </ac:spMkLst>
        </pc:spChg>
        <pc:spChg chg="mod">
          <ac:chgData name="Liudmila Khatkevich" userId="9e4f13db-0122-4676-b5ab-9c285f81dc95" providerId="ADAL" clId="{AFD80411-0EF2-4D4C-83C9-B5887907CF46}" dt="2026-03-03T12:14:37.905" v="1222" actId="2085"/>
          <ac:spMkLst>
            <pc:docMk/>
            <pc:sldMk cId="4026586661" sldId="2147478277"/>
            <ac:spMk id="42" creationId="{6953E72D-7125-CC58-EFBE-5AEA3BC6635F}"/>
          </ac:spMkLst>
        </pc:spChg>
        <pc:spChg chg="mod topLvl">
          <ac:chgData name="Liudmila Khatkevich" userId="9e4f13db-0122-4676-b5ab-9c285f81dc95" providerId="ADAL" clId="{AFD80411-0EF2-4D4C-83C9-B5887907CF46}" dt="2026-03-03T12:14:37.905" v="1222" actId="2085"/>
          <ac:spMkLst>
            <pc:docMk/>
            <pc:sldMk cId="4026586661" sldId="2147478277"/>
            <ac:spMk id="43" creationId="{7DD020A9-B792-233A-B563-F3B04F79B104}"/>
          </ac:spMkLst>
        </pc:spChg>
        <pc:spChg chg="del">
          <ac:chgData name="Liudmila Khatkevich" userId="9e4f13db-0122-4676-b5ab-9c285f81dc95" providerId="ADAL" clId="{AFD80411-0EF2-4D4C-83C9-B5887907CF46}" dt="2026-03-03T12:13:07.170" v="1193" actId="478"/>
          <ac:spMkLst>
            <pc:docMk/>
            <pc:sldMk cId="4026586661" sldId="2147478277"/>
            <ac:spMk id="44" creationId="{8E5BDF9F-C634-FE87-AB98-45C7CB54D3C0}"/>
          </ac:spMkLst>
        </pc:spChg>
        <pc:spChg chg="mod topLvl">
          <ac:chgData name="Liudmila Khatkevich" userId="9e4f13db-0122-4676-b5ab-9c285f81dc95" providerId="ADAL" clId="{AFD80411-0EF2-4D4C-83C9-B5887907CF46}" dt="2026-03-03T12:13:51.789" v="1210" actId="14100"/>
          <ac:spMkLst>
            <pc:docMk/>
            <pc:sldMk cId="4026586661" sldId="2147478277"/>
            <ac:spMk id="45" creationId="{81AE0D92-853E-F87C-FFCD-21E583BCA283}"/>
          </ac:spMkLst>
        </pc:spChg>
        <pc:spChg chg="del mod">
          <ac:chgData name="Liudmila Khatkevich" userId="9e4f13db-0122-4676-b5ab-9c285f81dc95" providerId="ADAL" clId="{AFD80411-0EF2-4D4C-83C9-B5887907CF46}" dt="2026-03-03T12:12:19.416" v="1174" actId="478"/>
          <ac:spMkLst>
            <pc:docMk/>
            <pc:sldMk cId="4026586661" sldId="2147478277"/>
            <ac:spMk id="46" creationId="{A46A8CEC-370D-FF13-94E7-EEC1216B9643}"/>
          </ac:spMkLst>
        </pc:spChg>
        <pc:spChg chg="mod">
          <ac:chgData name="Liudmila Khatkevich" userId="9e4f13db-0122-4676-b5ab-9c285f81dc95" providerId="ADAL" clId="{AFD80411-0EF2-4D4C-83C9-B5887907CF46}" dt="2026-03-03T11:50:25.643" v="869" actId="14100"/>
          <ac:spMkLst>
            <pc:docMk/>
            <pc:sldMk cId="4026586661" sldId="2147478277"/>
            <ac:spMk id="47" creationId="{4409CEC1-40E8-60C2-2B73-42D45C865826}"/>
          </ac:spMkLst>
        </pc:spChg>
        <pc:spChg chg="mod">
          <ac:chgData name="Liudmila Khatkevich" userId="9e4f13db-0122-4676-b5ab-9c285f81dc95" providerId="ADAL" clId="{AFD80411-0EF2-4D4C-83C9-B5887907CF46}" dt="2026-03-03T11:50:47.875" v="872" actId="12789"/>
          <ac:spMkLst>
            <pc:docMk/>
            <pc:sldMk cId="4026586661" sldId="2147478277"/>
            <ac:spMk id="51" creationId="{AAAC0EAB-70E8-D7D3-58C7-8D4F2678F728}"/>
          </ac:spMkLst>
        </pc:spChg>
        <pc:spChg chg="mod">
          <ac:chgData name="Liudmila Khatkevich" userId="9e4f13db-0122-4676-b5ab-9c285f81dc95" providerId="ADAL" clId="{AFD80411-0EF2-4D4C-83C9-B5887907CF46}" dt="2026-03-03T11:50:08.620" v="863" actId="12789"/>
          <ac:spMkLst>
            <pc:docMk/>
            <pc:sldMk cId="4026586661" sldId="2147478277"/>
            <ac:spMk id="52" creationId="{425EAA6E-9A26-D6CF-9216-9CD6B986505E}"/>
          </ac:spMkLst>
        </pc:spChg>
        <pc:spChg chg="mod">
          <ac:chgData name="Liudmila Khatkevich" userId="9e4f13db-0122-4676-b5ab-9c285f81dc95" providerId="ADAL" clId="{AFD80411-0EF2-4D4C-83C9-B5887907CF46}" dt="2026-03-03T11:51:00.768" v="873" actId="14100"/>
          <ac:spMkLst>
            <pc:docMk/>
            <pc:sldMk cId="4026586661" sldId="2147478277"/>
            <ac:spMk id="53" creationId="{F8EDEC41-C38A-3D71-BC1C-FDE921E8B6FB}"/>
          </ac:spMkLst>
        </pc:spChg>
        <pc:spChg chg="mod">
          <ac:chgData name="Liudmila Khatkevich" userId="9e4f13db-0122-4676-b5ab-9c285f81dc95" providerId="ADAL" clId="{AFD80411-0EF2-4D4C-83C9-B5887907CF46}" dt="2026-03-03T12:15:10.416" v="1228" actId="164"/>
          <ac:spMkLst>
            <pc:docMk/>
            <pc:sldMk cId="4026586661" sldId="2147478277"/>
            <ac:spMk id="54" creationId="{56A077D8-2548-BD4C-1B47-94615431FC9E}"/>
          </ac:spMkLst>
        </pc:spChg>
        <pc:spChg chg="del mod">
          <ac:chgData name="Liudmila Khatkevich" userId="9e4f13db-0122-4676-b5ab-9c285f81dc95" providerId="ADAL" clId="{AFD80411-0EF2-4D4C-83C9-B5887907CF46}" dt="2026-03-03T12:14:59.172" v="1225" actId="478"/>
          <ac:spMkLst>
            <pc:docMk/>
            <pc:sldMk cId="4026586661" sldId="2147478277"/>
            <ac:spMk id="55" creationId="{FC764388-1FAA-0071-FB96-A47CD70672F1}"/>
          </ac:spMkLst>
        </pc:spChg>
        <pc:spChg chg="mod">
          <ac:chgData name="Liudmila Khatkevich" userId="9e4f13db-0122-4676-b5ab-9c285f81dc95" providerId="ADAL" clId="{AFD80411-0EF2-4D4C-83C9-B5887907CF46}" dt="2026-03-03T12:15:10.416" v="1228" actId="164"/>
          <ac:spMkLst>
            <pc:docMk/>
            <pc:sldMk cId="4026586661" sldId="2147478277"/>
            <ac:spMk id="56" creationId="{288ACEC5-45CD-F3E2-92B4-95384F039D6B}"/>
          </ac:spMkLst>
        </pc:spChg>
        <pc:spChg chg="mod">
          <ac:chgData name="Liudmila Khatkevich" userId="9e4f13db-0122-4676-b5ab-9c285f81dc95" providerId="ADAL" clId="{AFD80411-0EF2-4D4C-83C9-B5887907CF46}" dt="2026-03-03T12:15:10.416" v="1228" actId="164"/>
          <ac:spMkLst>
            <pc:docMk/>
            <pc:sldMk cId="4026586661" sldId="2147478277"/>
            <ac:spMk id="57" creationId="{423150BE-3F88-CCC0-3724-99E042E4D91D}"/>
          </ac:spMkLst>
        </pc:spChg>
        <pc:spChg chg="mod">
          <ac:chgData name="Liudmila Khatkevich" userId="9e4f13db-0122-4676-b5ab-9c285f81dc95" providerId="ADAL" clId="{AFD80411-0EF2-4D4C-83C9-B5887907CF46}" dt="2026-03-03T12:15:10.416" v="1228" actId="164"/>
          <ac:spMkLst>
            <pc:docMk/>
            <pc:sldMk cId="4026586661" sldId="2147478277"/>
            <ac:spMk id="58" creationId="{B451510B-E89D-E990-C584-C86C776CDD65}"/>
          </ac:spMkLst>
        </pc:spChg>
        <pc:spChg chg="mod">
          <ac:chgData name="Liudmila Khatkevich" userId="9e4f13db-0122-4676-b5ab-9c285f81dc95" providerId="ADAL" clId="{AFD80411-0EF2-4D4C-83C9-B5887907CF46}" dt="2026-03-03T12:15:10.416" v="1228" actId="164"/>
          <ac:spMkLst>
            <pc:docMk/>
            <pc:sldMk cId="4026586661" sldId="2147478277"/>
            <ac:spMk id="59" creationId="{A4C5BD7A-43CB-1BED-721D-2B4CD46A5C15}"/>
          </ac:spMkLst>
        </pc:spChg>
        <pc:spChg chg="add del mod ord">
          <ac:chgData name="Liudmila Khatkevich" userId="9e4f13db-0122-4676-b5ab-9c285f81dc95" providerId="ADAL" clId="{AFD80411-0EF2-4D4C-83C9-B5887907CF46}" dt="2026-03-03T11:58:43.486" v="927" actId="6264"/>
          <ac:spMkLst>
            <pc:docMk/>
            <pc:sldMk cId="4026586661" sldId="2147478277"/>
            <ac:spMk id="64" creationId="{7AC6FC52-12B9-C30D-123B-1835A0282F76}"/>
          </ac:spMkLst>
        </pc:spChg>
        <pc:spChg chg="add del mod">
          <ac:chgData name="Liudmila Khatkevich" userId="9e4f13db-0122-4676-b5ab-9c285f81dc95" providerId="ADAL" clId="{AFD80411-0EF2-4D4C-83C9-B5887907CF46}" dt="2026-03-03T11:58:43.486" v="927" actId="6264"/>
          <ac:spMkLst>
            <pc:docMk/>
            <pc:sldMk cId="4026586661" sldId="2147478277"/>
            <ac:spMk id="65" creationId="{964B2AFA-1A43-1A54-20C2-BF654A9086F9}"/>
          </ac:spMkLst>
        </pc:spChg>
        <pc:spChg chg="add mod ord">
          <ac:chgData name="Liudmila Khatkevich" userId="9e4f13db-0122-4676-b5ab-9c285f81dc95" providerId="ADAL" clId="{AFD80411-0EF2-4D4C-83C9-B5887907CF46}" dt="2026-03-03T11:58:43.486" v="927" actId="6264"/>
          <ac:spMkLst>
            <pc:docMk/>
            <pc:sldMk cId="4026586661" sldId="2147478277"/>
            <ac:spMk id="66" creationId="{F7BF5F99-493E-CBC4-246D-644DDA472F3B}"/>
          </ac:spMkLst>
        </pc:spChg>
        <pc:spChg chg="mod ord">
          <ac:chgData name="Liudmila Khatkevich" userId="9e4f13db-0122-4676-b5ab-9c285f81dc95" providerId="ADAL" clId="{AFD80411-0EF2-4D4C-83C9-B5887907CF46}" dt="2026-03-03T11:58:43.486" v="927" actId="6264"/>
          <ac:spMkLst>
            <pc:docMk/>
            <pc:sldMk cId="4026586661" sldId="2147478277"/>
            <ac:spMk id="68" creationId="{913980F0-D134-8371-D7B7-4EEC97DA0B26}"/>
          </ac:spMkLst>
        </pc:spChg>
        <pc:spChg chg="add mod">
          <ac:chgData name="Liudmila Khatkevich" userId="9e4f13db-0122-4676-b5ab-9c285f81dc95" providerId="ADAL" clId="{AFD80411-0EF2-4D4C-83C9-B5887907CF46}" dt="2026-03-03T12:15:10.416" v="1228" actId="164"/>
          <ac:spMkLst>
            <pc:docMk/>
            <pc:sldMk cId="4026586661" sldId="2147478277"/>
            <ac:spMk id="116" creationId="{A794B67B-383E-F1D7-8042-3F5FA48F58CB}"/>
          </ac:spMkLst>
        </pc:spChg>
        <pc:grpChg chg="mod">
          <ac:chgData name="Liudmila Khatkevich" userId="9e4f13db-0122-4676-b5ab-9c285f81dc95" providerId="ADAL" clId="{AFD80411-0EF2-4D4C-83C9-B5887907CF46}" dt="2026-03-03T11:50:37.913" v="870" actId="14100"/>
          <ac:grpSpMkLst>
            <pc:docMk/>
            <pc:sldMk cId="4026586661" sldId="2147478277"/>
            <ac:grpSpMk id="2" creationId="{BC0EB7ED-A156-9186-B4CB-20B5ED23DEF9}"/>
          </ac:grpSpMkLst>
        </pc:grpChg>
        <pc:grpChg chg="add mod">
          <ac:chgData name="Liudmila Khatkevich" userId="9e4f13db-0122-4676-b5ab-9c285f81dc95" providerId="ADAL" clId="{AFD80411-0EF2-4D4C-83C9-B5887907CF46}" dt="2026-03-03T12:15:13.404" v="1229" actId="1076"/>
          <ac:grpSpMkLst>
            <pc:docMk/>
            <pc:sldMk cId="4026586661" sldId="2147478277"/>
            <ac:grpSpMk id="117" creationId="{48AF2AEE-AD7B-4F0B-BFC2-0927C6F7920C}"/>
          </ac:grpSpMkLst>
        </pc:grpChg>
        <pc:picChg chg="mod">
          <ac:chgData name="Liudmila Khatkevich" userId="9e4f13db-0122-4676-b5ab-9c285f81dc95" providerId="ADAL" clId="{AFD80411-0EF2-4D4C-83C9-B5887907CF46}" dt="2026-03-03T11:47:58.549" v="802" actId="1035"/>
          <ac:picMkLst>
            <pc:docMk/>
            <pc:sldMk cId="4026586661" sldId="2147478277"/>
            <ac:picMk id="23" creationId="{CE535A98-4D16-A615-E3E3-B68647AEAF2E}"/>
          </ac:picMkLst>
        </pc:picChg>
        <pc:picChg chg="mod">
          <ac:chgData name="Liudmila Khatkevich" userId="9e4f13db-0122-4676-b5ab-9c285f81dc95" providerId="ADAL" clId="{AFD80411-0EF2-4D4C-83C9-B5887907CF46}" dt="2026-03-03T11:48:06.937" v="813" actId="1036"/>
          <ac:picMkLst>
            <pc:docMk/>
            <pc:sldMk cId="4026586661" sldId="2147478277"/>
            <ac:picMk id="25" creationId="{1D01E46B-DDF9-9A34-D8C8-EE988276161B}"/>
          </ac:picMkLst>
        </pc:picChg>
        <pc:picChg chg="mod">
          <ac:chgData name="Liudmila Khatkevich" userId="9e4f13db-0122-4676-b5ab-9c285f81dc95" providerId="ADAL" clId="{AFD80411-0EF2-4D4C-83C9-B5887907CF46}" dt="2026-03-03T11:48:12.531" v="822" actId="1035"/>
          <ac:picMkLst>
            <pc:docMk/>
            <pc:sldMk cId="4026586661" sldId="2147478277"/>
            <ac:picMk id="27" creationId="{C90967C3-0FB1-BF55-9752-DA44A40685B1}"/>
          </ac:picMkLst>
        </pc:picChg>
        <pc:picChg chg="mod">
          <ac:chgData name="Liudmila Khatkevich" userId="9e4f13db-0122-4676-b5ab-9c285f81dc95" providerId="ADAL" clId="{AFD80411-0EF2-4D4C-83C9-B5887907CF46}" dt="2026-03-03T11:48:17.769" v="830" actId="1035"/>
          <ac:picMkLst>
            <pc:docMk/>
            <pc:sldMk cId="4026586661" sldId="2147478277"/>
            <ac:picMk id="34" creationId="{0A248D14-0582-BB48-BCB4-AF86F2CD245F}"/>
          </ac:picMkLst>
        </pc:picChg>
        <pc:cxnChg chg="mod">
          <ac:chgData name="Liudmila Khatkevich" userId="9e4f13db-0122-4676-b5ab-9c285f81dc95" providerId="ADAL" clId="{AFD80411-0EF2-4D4C-83C9-B5887907CF46}" dt="2026-03-03T11:59:55.239" v="1010" actId="1037"/>
          <ac:cxnSpMkLst>
            <pc:docMk/>
            <pc:sldMk cId="4026586661" sldId="2147478277"/>
            <ac:cxnSpMk id="8" creationId="{D195FE7C-02A8-6E5D-3C77-00654FE9C00A}"/>
          </ac:cxnSpMkLst>
        </pc:cxnChg>
        <pc:cxnChg chg="mod">
          <ac:chgData name="Liudmila Khatkevich" userId="9e4f13db-0122-4676-b5ab-9c285f81dc95" providerId="ADAL" clId="{AFD80411-0EF2-4D4C-83C9-B5887907CF46}" dt="2026-03-03T12:04:45.196" v="1092" actId="554"/>
          <ac:cxnSpMkLst>
            <pc:docMk/>
            <pc:sldMk cId="4026586661" sldId="2147478277"/>
            <ac:cxnSpMk id="48" creationId="{F701D9BB-B202-3DDB-B75E-D48802201653}"/>
          </ac:cxnSpMkLst>
        </pc:cxnChg>
        <pc:cxnChg chg="del mod">
          <ac:chgData name="Liudmila Khatkevich" userId="9e4f13db-0122-4676-b5ab-9c285f81dc95" providerId="ADAL" clId="{AFD80411-0EF2-4D4C-83C9-B5887907CF46}" dt="2026-03-03T12:04:30.524" v="1085" actId="478"/>
          <ac:cxnSpMkLst>
            <pc:docMk/>
            <pc:sldMk cId="4026586661" sldId="2147478277"/>
            <ac:cxnSpMk id="49" creationId="{C27D8531-59AA-A606-C3CD-261471FBD962}"/>
          </ac:cxnSpMkLst>
        </pc:cxnChg>
        <pc:cxnChg chg="mod">
          <ac:chgData name="Liudmila Khatkevich" userId="9e4f13db-0122-4676-b5ab-9c285f81dc95" providerId="ADAL" clId="{AFD80411-0EF2-4D4C-83C9-B5887907CF46}" dt="2026-03-03T12:11:28.417" v="1154" actId="12788"/>
          <ac:cxnSpMkLst>
            <pc:docMk/>
            <pc:sldMk cId="4026586661" sldId="2147478277"/>
            <ac:cxnSpMk id="50" creationId="{517712A7-C509-0C33-45FA-FF222A8EE725}"/>
          </ac:cxnSpMkLst>
        </pc:cxnChg>
        <pc:cxnChg chg="mod">
          <ac:chgData name="Liudmila Khatkevich" userId="9e4f13db-0122-4676-b5ab-9c285f81dc95" providerId="ADAL" clId="{AFD80411-0EF2-4D4C-83C9-B5887907CF46}" dt="2026-03-03T12:11:57.706" v="1163" actId="554"/>
          <ac:cxnSpMkLst>
            <pc:docMk/>
            <pc:sldMk cId="4026586661" sldId="2147478277"/>
            <ac:cxnSpMk id="60" creationId="{5991ACE6-018B-365E-C15F-905710B6465B}"/>
          </ac:cxnSpMkLst>
        </pc:cxnChg>
        <pc:cxnChg chg="mod">
          <ac:chgData name="Liudmila Khatkevich" userId="9e4f13db-0122-4676-b5ab-9c285f81dc95" providerId="ADAL" clId="{AFD80411-0EF2-4D4C-83C9-B5887907CF46}" dt="2026-03-03T12:11:34.936" v="1156" actId="554"/>
          <ac:cxnSpMkLst>
            <pc:docMk/>
            <pc:sldMk cId="4026586661" sldId="2147478277"/>
            <ac:cxnSpMk id="61" creationId="{4CE4DC4D-78B9-DCFB-54A4-E8118426F639}"/>
          </ac:cxnSpMkLst>
        </pc:cxnChg>
        <pc:cxnChg chg="del mod">
          <ac:chgData name="Liudmila Khatkevich" userId="9e4f13db-0122-4676-b5ab-9c285f81dc95" providerId="ADAL" clId="{AFD80411-0EF2-4D4C-83C9-B5887907CF46}" dt="2026-03-03T12:13:31.216" v="1203" actId="478"/>
          <ac:cxnSpMkLst>
            <pc:docMk/>
            <pc:sldMk cId="4026586661" sldId="2147478277"/>
            <ac:cxnSpMk id="62" creationId="{2811943D-6A1B-3281-F336-263834B75A4D}"/>
          </ac:cxnSpMkLst>
        </pc:cxnChg>
        <pc:cxnChg chg="del mod">
          <ac:chgData name="Liudmila Khatkevich" userId="9e4f13db-0122-4676-b5ab-9c285f81dc95" providerId="ADAL" clId="{AFD80411-0EF2-4D4C-83C9-B5887907CF46}" dt="2026-03-03T12:13:28.960" v="1202" actId="478"/>
          <ac:cxnSpMkLst>
            <pc:docMk/>
            <pc:sldMk cId="4026586661" sldId="2147478277"/>
            <ac:cxnSpMk id="63" creationId="{0C8AAB0F-FF4E-839C-CB72-DD9E87889412}"/>
          </ac:cxnSpMkLst>
        </pc:cxnChg>
        <pc:cxnChg chg="add mod">
          <ac:chgData name="Liudmila Khatkevich" userId="9e4f13db-0122-4676-b5ab-9c285f81dc95" providerId="ADAL" clId="{AFD80411-0EF2-4D4C-83C9-B5887907CF46}" dt="2026-03-03T12:04:45.196" v="1092" actId="554"/>
          <ac:cxnSpMkLst>
            <pc:docMk/>
            <pc:sldMk cId="4026586661" sldId="2147478277"/>
            <ac:cxnSpMk id="73" creationId="{51270CEC-6986-149C-8128-081B32330562}"/>
          </ac:cxnSpMkLst>
        </pc:cxnChg>
        <pc:cxnChg chg="add mod">
          <ac:chgData name="Liudmila Khatkevich" userId="9e4f13db-0122-4676-b5ab-9c285f81dc95" providerId="ADAL" clId="{AFD80411-0EF2-4D4C-83C9-B5887907CF46}" dt="2026-03-03T12:11:28.417" v="1154" actId="12788"/>
          <ac:cxnSpMkLst>
            <pc:docMk/>
            <pc:sldMk cId="4026586661" sldId="2147478277"/>
            <ac:cxnSpMk id="77" creationId="{8F0ED26D-4F08-10C4-6FE5-AE9073B48902}"/>
          </ac:cxnSpMkLst>
        </pc:cxnChg>
        <pc:cxnChg chg="add mod">
          <ac:chgData name="Liudmila Khatkevich" userId="9e4f13db-0122-4676-b5ab-9c285f81dc95" providerId="ADAL" clId="{AFD80411-0EF2-4D4C-83C9-B5887907CF46}" dt="2026-03-03T12:12:12.830" v="1169" actId="14100"/>
          <ac:cxnSpMkLst>
            <pc:docMk/>
            <pc:sldMk cId="4026586661" sldId="2147478277"/>
            <ac:cxnSpMk id="82" creationId="{0A2DAD0B-988E-7541-4914-310A63AA5489}"/>
          </ac:cxnSpMkLst>
        </pc:cxnChg>
        <pc:cxnChg chg="add mod">
          <ac:chgData name="Liudmila Khatkevich" userId="9e4f13db-0122-4676-b5ab-9c285f81dc95" providerId="ADAL" clId="{AFD80411-0EF2-4D4C-83C9-B5887907CF46}" dt="2026-03-03T12:12:18.362" v="1173" actId="14100"/>
          <ac:cxnSpMkLst>
            <pc:docMk/>
            <pc:sldMk cId="4026586661" sldId="2147478277"/>
            <ac:cxnSpMk id="85" creationId="{6E4208BD-26C3-AEFA-684F-0A927B8DC8E1}"/>
          </ac:cxnSpMkLst>
        </pc:cxnChg>
        <pc:cxnChg chg="add mod">
          <ac:chgData name="Liudmila Khatkevich" userId="9e4f13db-0122-4676-b5ab-9c285f81dc95" providerId="ADAL" clId="{AFD80411-0EF2-4D4C-83C9-B5887907CF46}" dt="2026-03-03T12:12:24.372" v="1177" actId="14100"/>
          <ac:cxnSpMkLst>
            <pc:docMk/>
            <pc:sldMk cId="4026586661" sldId="2147478277"/>
            <ac:cxnSpMk id="88" creationId="{968E27DE-9AF3-8F75-4BE6-E8723DEA2C1B}"/>
          </ac:cxnSpMkLst>
        </pc:cxnChg>
        <pc:cxnChg chg="add mod">
          <ac:chgData name="Liudmila Khatkevich" userId="9e4f13db-0122-4676-b5ab-9c285f81dc95" providerId="ADAL" clId="{AFD80411-0EF2-4D4C-83C9-B5887907CF46}" dt="2026-03-03T12:14:08.775" v="1211" actId="692"/>
          <ac:cxnSpMkLst>
            <pc:docMk/>
            <pc:sldMk cId="4026586661" sldId="2147478277"/>
            <ac:cxnSpMk id="91" creationId="{7AEDA416-75C9-DEF4-A4B2-586C19EEAC50}"/>
          </ac:cxnSpMkLst>
        </pc:cxnChg>
        <pc:cxnChg chg="add mod">
          <ac:chgData name="Liudmila Khatkevich" userId="9e4f13db-0122-4676-b5ab-9c285f81dc95" providerId="ADAL" clId="{AFD80411-0EF2-4D4C-83C9-B5887907CF46}" dt="2026-03-03T12:13:38.797" v="1206" actId="14100"/>
          <ac:cxnSpMkLst>
            <pc:docMk/>
            <pc:sldMk cId="4026586661" sldId="2147478277"/>
            <ac:cxnSpMk id="94" creationId="{349613D9-D5FA-5260-0E16-2F5459EAE909}"/>
          </ac:cxnSpMkLst>
        </pc:cxnChg>
        <pc:cxnChg chg="add mod">
          <ac:chgData name="Liudmila Khatkevich" userId="9e4f13db-0122-4676-b5ab-9c285f81dc95" providerId="ADAL" clId="{AFD80411-0EF2-4D4C-83C9-B5887907CF46}" dt="2026-03-03T12:14:08.775" v="1211" actId="692"/>
          <ac:cxnSpMkLst>
            <pc:docMk/>
            <pc:sldMk cId="4026586661" sldId="2147478277"/>
            <ac:cxnSpMk id="97" creationId="{8B83BD7C-447E-1270-C812-353D969A601E}"/>
          </ac:cxnSpMkLst>
        </pc:cxnChg>
        <pc:cxnChg chg="add del mod">
          <ac:chgData name="Liudmila Khatkevich" userId="9e4f13db-0122-4676-b5ab-9c285f81dc95" providerId="ADAL" clId="{AFD80411-0EF2-4D4C-83C9-B5887907CF46}" dt="2026-03-03T12:13:13.057" v="1197" actId="478"/>
          <ac:cxnSpMkLst>
            <pc:docMk/>
            <pc:sldMk cId="4026586661" sldId="2147478277"/>
            <ac:cxnSpMk id="100" creationId="{9711CB37-28DB-1FAF-99A7-EAEEF12AB5B5}"/>
          </ac:cxnSpMkLst>
        </pc:cxnChg>
        <pc:cxnChg chg="add mod">
          <ac:chgData name="Liudmila Khatkevich" userId="9e4f13db-0122-4676-b5ab-9c285f81dc95" providerId="ADAL" clId="{AFD80411-0EF2-4D4C-83C9-B5887907CF46}" dt="2026-03-03T12:13:51.789" v="1210" actId="14100"/>
          <ac:cxnSpMkLst>
            <pc:docMk/>
            <pc:sldMk cId="4026586661" sldId="2147478277"/>
            <ac:cxnSpMk id="103" creationId="{6DE84999-2E6F-36FF-8D10-70E39F3C19EE}"/>
          </ac:cxnSpMkLst>
        </pc:cxnChg>
        <pc:cxnChg chg="add mod">
          <ac:chgData name="Liudmila Khatkevich" userId="9e4f13db-0122-4676-b5ab-9c285f81dc95" providerId="ADAL" clId="{AFD80411-0EF2-4D4C-83C9-B5887907CF46}" dt="2026-03-03T12:13:43.884" v="1208" actId="14100"/>
          <ac:cxnSpMkLst>
            <pc:docMk/>
            <pc:sldMk cId="4026586661" sldId="2147478277"/>
            <ac:cxnSpMk id="106" creationId="{DE332CE4-D02E-D8E7-AB3E-F6EE03CA3636}"/>
          </ac:cxnSpMkLst>
        </pc:cxnChg>
      </pc:sldChg>
      <pc:sldChg chg="addSp delSp modSp mod modClrScheme chgLayout">
        <pc:chgData name="Liudmila Khatkevich" userId="9e4f13db-0122-4676-b5ab-9c285f81dc95" providerId="ADAL" clId="{AFD80411-0EF2-4D4C-83C9-B5887907CF46}" dt="2026-03-03T12:29:24.109" v="1629" actId="1036"/>
        <pc:sldMkLst>
          <pc:docMk/>
          <pc:sldMk cId="868507825" sldId="2147478278"/>
        </pc:sldMkLst>
        <pc:spChg chg="mod ord">
          <ac:chgData name="Liudmila Khatkevich" userId="9e4f13db-0122-4676-b5ab-9c285f81dc95" providerId="ADAL" clId="{AFD80411-0EF2-4D4C-83C9-B5887907CF46}" dt="2026-03-03T12:24:46.356" v="1559" actId="700"/>
          <ac:spMkLst>
            <pc:docMk/>
            <pc:sldMk cId="868507825" sldId="2147478278"/>
            <ac:spMk id="2" creationId="{9717E7FF-9E52-E8F4-8228-C6601743662D}"/>
          </ac:spMkLst>
        </pc:spChg>
        <pc:spChg chg="add mod ord">
          <ac:chgData name="Liudmila Khatkevich" userId="9e4f13db-0122-4676-b5ab-9c285f81dc95" providerId="ADAL" clId="{AFD80411-0EF2-4D4C-83C9-B5887907CF46}" dt="2026-03-03T12:24:46.356" v="1559" actId="700"/>
          <ac:spMkLst>
            <pc:docMk/>
            <pc:sldMk cId="868507825" sldId="2147478278"/>
            <ac:spMk id="3" creationId="{5D0C6E5C-2BD5-3792-7084-58D1051C36B7}"/>
          </ac:spMkLst>
        </pc:spChg>
        <pc:spChg chg="add mod ord">
          <ac:chgData name="Liudmila Khatkevich" userId="9e4f13db-0122-4676-b5ab-9c285f81dc95" providerId="ADAL" clId="{AFD80411-0EF2-4D4C-83C9-B5887907CF46}" dt="2026-03-03T12:28:11.322" v="1587" actId="12788"/>
          <ac:spMkLst>
            <pc:docMk/>
            <pc:sldMk cId="868507825" sldId="2147478278"/>
            <ac:spMk id="4" creationId="{EAD735EC-0831-289E-D063-8C7B5611AD1A}"/>
          </ac:spMkLst>
        </pc:spChg>
        <pc:spChg chg="del mod ord">
          <ac:chgData name="Liudmila Khatkevich" userId="9e4f13db-0122-4676-b5ab-9c285f81dc95" providerId="ADAL" clId="{AFD80411-0EF2-4D4C-83C9-B5887907CF46}" dt="2026-03-03T12:24:46.356" v="1559" actId="700"/>
          <ac:spMkLst>
            <pc:docMk/>
            <pc:sldMk cId="868507825" sldId="2147478278"/>
            <ac:spMk id="5" creationId="{C2A923BD-3C34-D1AC-50B7-8E5319F48DC0}"/>
          </ac:spMkLst>
        </pc:spChg>
        <pc:spChg chg="add mod ord">
          <ac:chgData name="Liudmila Khatkevich" userId="9e4f13db-0122-4676-b5ab-9c285f81dc95" providerId="ADAL" clId="{AFD80411-0EF2-4D4C-83C9-B5887907CF46}" dt="2026-03-03T12:24:58.869" v="1566" actId="167"/>
          <ac:spMkLst>
            <pc:docMk/>
            <pc:sldMk cId="868507825" sldId="2147478278"/>
            <ac:spMk id="6" creationId="{A9492203-EEA5-0393-2E8C-451BA9A6CED5}"/>
          </ac:spMkLst>
        </pc:spChg>
        <pc:spChg chg="mod">
          <ac:chgData name="Liudmila Khatkevich" userId="9e4f13db-0122-4676-b5ab-9c285f81dc95" providerId="ADAL" clId="{AFD80411-0EF2-4D4C-83C9-B5887907CF46}" dt="2026-03-03T12:28:31.073" v="1609" actId="1035"/>
          <ac:spMkLst>
            <pc:docMk/>
            <pc:sldMk cId="868507825" sldId="2147478278"/>
            <ac:spMk id="7" creationId="{FBF446F3-F217-2ACA-0EA5-17639323C374}"/>
          </ac:spMkLst>
        </pc:spChg>
        <pc:spChg chg="mod">
          <ac:chgData name="Liudmila Khatkevich" userId="9e4f13db-0122-4676-b5ab-9c285f81dc95" providerId="ADAL" clId="{AFD80411-0EF2-4D4C-83C9-B5887907CF46}" dt="2026-03-03T12:29:08.663" v="1623" actId="14100"/>
          <ac:spMkLst>
            <pc:docMk/>
            <pc:sldMk cId="868507825" sldId="2147478278"/>
            <ac:spMk id="8" creationId="{ED8C0DFD-779A-9FD4-4130-2C652C1EB3E7}"/>
          </ac:spMkLst>
        </pc:spChg>
        <pc:spChg chg="add mod ord">
          <ac:chgData name="Liudmila Khatkevich" userId="9e4f13db-0122-4676-b5ab-9c285f81dc95" providerId="ADAL" clId="{AFD80411-0EF2-4D4C-83C9-B5887907CF46}" dt="2026-03-03T12:24:58.869" v="1566" actId="167"/>
          <ac:spMkLst>
            <pc:docMk/>
            <pc:sldMk cId="868507825" sldId="2147478278"/>
            <ac:spMk id="9" creationId="{20042B01-64E7-2EC3-BA3A-5C5F7B94BE04}"/>
          </ac:spMkLst>
        </pc:spChg>
        <pc:spChg chg="del mod topLvl">
          <ac:chgData name="Liudmila Khatkevich" userId="9e4f13db-0122-4676-b5ab-9c285f81dc95" providerId="ADAL" clId="{AFD80411-0EF2-4D4C-83C9-B5887907CF46}" dt="2026-03-03T12:24:36.759" v="1557" actId="478"/>
          <ac:spMkLst>
            <pc:docMk/>
            <pc:sldMk cId="868507825" sldId="2147478278"/>
            <ac:spMk id="10" creationId="{F1626023-7CB8-B93D-7F7D-38473C099DDA}"/>
          </ac:spMkLst>
        </pc:spChg>
        <pc:spChg chg="del mod">
          <ac:chgData name="Liudmila Khatkevich" userId="9e4f13db-0122-4676-b5ab-9c285f81dc95" providerId="ADAL" clId="{AFD80411-0EF2-4D4C-83C9-B5887907CF46}" dt="2026-03-03T12:24:40.215" v="1558" actId="478"/>
          <ac:spMkLst>
            <pc:docMk/>
            <pc:sldMk cId="868507825" sldId="2147478278"/>
            <ac:spMk id="12" creationId="{EBBCADC6-1E97-9A40-F514-D6692225B5E1}"/>
          </ac:spMkLst>
        </pc:spChg>
        <pc:spChg chg="del mod">
          <ac:chgData name="Liudmila Khatkevich" userId="9e4f13db-0122-4676-b5ab-9c285f81dc95" providerId="ADAL" clId="{AFD80411-0EF2-4D4C-83C9-B5887907CF46}" dt="2026-03-03T12:24:40.215" v="1558" actId="478"/>
          <ac:spMkLst>
            <pc:docMk/>
            <pc:sldMk cId="868507825" sldId="2147478278"/>
            <ac:spMk id="14" creationId="{FA92477C-258E-93F7-3EE8-0B9AA0BB02EC}"/>
          </ac:spMkLst>
        </pc:spChg>
        <pc:spChg chg="mod">
          <ac:chgData name="Liudmila Khatkevich" userId="9e4f13db-0122-4676-b5ab-9c285f81dc95" providerId="ADAL" clId="{AFD80411-0EF2-4D4C-83C9-B5887907CF46}" dt="2026-03-03T12:29:24.109" v="1629" actId="1036"/>
          <ac:spMkLst>
            <pc:docMk/>
            <pc:sldMk cId="868507825" sldId="2147478278"/>
            <ac:spMk id="16" creationId="{09C2EA91-20E8-1108-A7EE-DC82EE2818F4}"/>
          </ac:spMkLst>
        </pc:spChg>
        <pc:spChg chg="mod">
          <ac:chgData name="Liudmila Khatkevich" userId="9e4f13db-0122-4676-b5ab-9c285f81dc95" providerId="ADAL" clId="{AFD80411-0EF2-4D4C-83C9-B5887907CF46}" dt="2026-03-03T12:24:57.382" v="1565"/>
          <ac:spMkLst>
            <pc:docMk/>
            <pc:sldMk cId="868507825" sldId="2147478278"/>
            <ac:spMk id="19" creationId="{F77EA353-446D-3783-8A9B-8A20D87BD222}"/>
          </ac:spMkLst>
        </pc:spChg>
        <pc:spChg chg="mod">
          <ac:chgData name="Liudmila Khatkevich" userId="9e4f13db-0122-4676-b5ab-9c285f81dc95" providerId="ADAL" clId="{AFD80411-0EF2-4D4C-83C9-B5887907CF46}" dt="2026-03-03T12:25:16.421" v="1571" actId="14100"/>
          <ac:spMkLst>
            <pc:docMk/>
            <pc:sldMk cId="868507825" sldId="2147478278"/>
            <ac:spMk id="20" creationId="{F5928E38-4B1B-852C-7162-945841FC912A}"/>
          </ac:spMkLst>
        </pc:spChg>
        <pc:spChg chg="mod">
          <ac:chgData name="Liudmila Khatkevich" userId="9e4f13db-0122-4676-b5ab-9c285f81dc95" providerId="ADAL" clId="{AFD80411-0EF2-4D4C-83C9-B5887907CF46}" dt="2026-03-03T12:24:57.382" v="1565"/>
          <ac:spMkLst>
            <pc:docMk/>
            <pc:sldMk cId="868507825" sldId="2147478278"/>
            <ac:spMk id="21" creationId="{0ECBBB4E-3713-41B6-68DA-7C3A253C7565}"/>
          </ac:spMkLst>
        </pc:spChg>
        <pc:spChg chg="mod">
          <ac:chgData name="Liudmila Khatkevich" userId="9e4f13db-0122-4676-b5ab-9c285f81dc95" providerId="ADAL" clId="{AFD80411-0EF2-4D4C-83C9-B5887907CF46}" dt="2026-03-03T12:24:57.382" v="1565"/>
          <ac:spMkLst>
            <pc:docMk/>
            <pc:sldMk cId="868507825" sldId="2147478278"/>
            <ac:spMk id="22" creationId="{56C285B7-0F50-4734-F3A9-73DE7CE1C88E}"/>
          </ac:spMkLst>
        </pc:spChg>
        <pc:spChg chg="mod">
          <ac:chgData name="Liudmila Khatkevich" userId="9e4f13db-0122-4676-b5ab-9c285f81dc95" providerId="ADAL" clId="{AFD80411-0EF2-4D4C-83C9-B5887907CF46}" dt="2026-03-03T12:24:57.382" v="1565"/>
          <ac:spMkLst>
            <pc:docMk/>
            <pc:sldMk cId="868507825" sldId="2147478278"/>
            <ac:spMk id="24" creationId="{7B03AF7C-574F-B07E-45CE-0ADCD6D8BE93}"/>
          </ac:spMkLst>
        </pc:spChg>
        <pc:spChg chg="mod">
          <ac:chgData name="Liudmila Khatkevich" userId="9e4f13db-0122-4676-b5ab-9c285f81dc95" providerId="ADAL" clId="{AFD80411-0EF2-4D4C-83C9-B5887907CF46}" dt="2026-03-03T12:24:57.382" v="1565"/>
          <ac:spMkLst>
            <pc:docMk/>
            <pc:sldMk cId="868507825" sldId="2147478278"/>
            <ac:spMk id="25" creationId="{6A25F3DE-03B3-1BE0-B1F8-D2445EE55545}"/>
          </ac:spMkLst>
        </pc:spChg>
        <pc:spChg chg="mod">
          <ac:chgData name="Liudmila Khatkevich" userId="9e4f13db-0122-4676-b5ab-9c285f81dc95" providerId="ADAL" clId="{AFD80411-0EF2-4D4C-83C9-B5887907CF46}" dt="2026-03-03T12:24:57.382" v="1565"/>
          <ac:spMkLst>
            <pc:docMk/>
            <pc:sldMk cId="868507825" sldId="2147478278"/>
            <ac:spMk id="26" creationId="{2BDBDFD8-4825-01DA-1CDC-38017BCDCE64}"/>
          </ac:spMkLst>
        </pc:spChg>
        <pc:grpChg chg="del mod">
          <ac:chgData name="Liudmila Khatkevich" userId="9e4f13db-0122-4676-b5ab-9c285f81dc95" providerId="ADAL" clId="{AFD80411-0EF2-4D4C-83C9-B5887907CF46}" dt="2026-03-03T12:24:36.759" v="1557" actId="478"/>
          <ac:grpSpMkLst>
            <pc:docMk/>
            <pc:sldMk cId="868507825" sldId="2147478278"/>
            <ac:grpSpMk id="11" creationId="{0EC5CC40-9DE7-0958-4B0C-6C36D8B35A91}"/>
          </ac:grpSpMkLst>
        </pc:grpChg>
        <pc:grpChg chg="ord">
          <ac:chgData name="Liudmila Khatkevich" userId="9e4f13db-0122-4676-b5ab-9c285f81dc95" providerId="ADAL" clId="{AFD80411-0EF2-4D4C-83C9-B5887907CF46}" dt="2026-03-03T12:24:58.869" v="1566" actId="167"/>
          <ac:grpSpMkLst>
            <pc:docMk/>
            <pc:sldMk cId="868507825" sldId="2147478278"/>
            <ac:grpSpMk id="18" creationId="{9C4A7408-7768-8FD5-9C8C-B02BB4BD8896}"/>
          </ac:grpSpMkLst>
        </pc:grpChg>
        <pc:grpChg chg="add mod ord">
          <ac:chgData name="Liudmila Khatkevich" userId="9e4f13db-0122-4676-b5ab-9c285f81dc95" providerId="ADAL" clId="{AFD80411-0EF2-4D4C-83C9-B5887907CF46}" dt="2026-03-03T12:24:58.869" v="1566" actId="167"/>
          <ac:grpSpMkLst>
            <pc:docMk/>
            <pc:sldMk cId="868507825" sldId="2147478278"/>
            <ac:grpSpMk id="23" creationId="{89DDD0C8-4873-CBDF-F810-DDE00AAC3A6F}"/>
          </ac:grpSpMkLst>
        </pc:grpChg>
        <pc:picChg chg="mod ord topLvl">
          <ac:chgData name="Liudmila Khatkevich" userId="9e4f13db-0122-4676-b5ab-9c285f81dc95" providerId="ADAL" clId="{AFD80411-0EF2-4D4C-83C9-B5887907CF46}" dt="2026-03-03T12:28:31.073" v="1609" actId="1035"/>
          <ac:picMkLst>
            <pc:docMk/>
            <pc:sldMk cId="868507825" sldId="2147478278"/>
            <ac:picMk id="13" creationId="{B0470D1A-345C-AEF1-B454-6781B3944AED}"/>
          </ac:picMkLst>
        </pc:picChg>
        <pc:cxnChg chg="ord">
          <ac:chgData name="Liudmila Khatkevich" userId="9e4f13db-0122-4676-b5ab-9c285f81dc95" providerId="ADAL" clId="{AFD80411-0EF2-4D4C-83C9-B5887907CF46}" dt="2026-03-03T12:24:58.869" v="1566" actId="167"/>
          <ac:cxnSpMkLst>
            <pc:docMk/>
            <pc:sldMk cId="868507825" sldId="2147478278"/>
            <ac:cxnSpMk id="15" creationId="{7DEC0258-A2E2-832B-EB2F-5881DD4EA677}"/>
          </ac:cxnSpMkLst>
        </pc:cxnChg>
        <pc:cxnChg chg="ord">
          <ac:chgData name="Liudmila Khatkevich" userId="9e4f13db-0122-4676-b5ab-9c285f81dc95" providerId="ADAL" clId="{AFD80411-0EF2-4D4C-83C9-B5887907CF46}" dt="2026-03-03T12:24:58.869" v="1566" actId="167"/>
          <ac:cxnSpMkLst>
            <pc:docMk/>
            <pc:sldMk cId="868507825" sldId="2147478278"/>
            <ac:cxnSpMk id="17" creationId="{6A9B6339-40CF-C7DC-1F1B-BB1635F642B4}"/>
          </ac:cxnSpMkLst>
        </pc:cxnChg>
      </pc:sldChg>
      <pc:sldChg chg="addSp modSp mod modClrScheme chgLayout">
        <pc:chgData name="Liudmila Khatkevich" userId="9e4f13db-0122-4676-b5ab-9c285f81dc95" providerId="ADAL" clId="{AFD80411-0EF2-4D4C-83C9-B5887907CF46}" dt="2026-03-03T12:33:33.639" v="1823" actId="14861"/>
        <pc:sldMkLst>
          <pc:docMk/>
          <pc:sldMk cId="624816479" sldId="2147478279"/>
        </pc:sldMkLst>
        <pc:spChg chg="mod ord">
          <ac:chgData name="Liudmila Khatkevich" userId="9e4f13db-0122-4676-b5ab-9c285f81dc95" providerId="ADAL" clId="{AFD80411-0EF2-4D4C-83C9-B5887907CF46}" dt="2026-03-03T12:32:01.931" v="1757" actId="700"/>
          <ac:spMkLst>
            <pc:docMk/>
            <pc:sldMk cId="624816479" sldId="2147478279"/>
            <ac:spMk id="2" creationId="{E8F06121-CB47-C332-4921-4B394C53B538}"/>
          </ac:spMkLst>
        </pc:spChg>
        <pc:spChg chg="add mod ord">
          <ac:chgData name="Liudmila Khatkevich" userId="9e4f13db-0122-4676-b5ab-9c285f81dc95" providerId="ADAL" clId="{AFD80411-0EF2-4D4C-83C9-B5887907CF46}" dt="2026-03-03T12:32:01.931" v="1757" actId="700"/>
          <ac:spMkLst>
            <pc:docMk/>
            <pc:sldMk cId="624816479" sldId="2147478279"/>
            <ac:spMk id="3" creationId="{B3FCD395-E442-F903-D3FA-DB4AC2054C94}"/>
          </ac:spMkLst>
        </pc:spChg>
        <pc:spChg chg="add mod ord">
          <ac:chgData name="Liudmila Khatkevich" userId="9e4f13db-0122-4676-b5ab-9c285f81dc95" providerId="ADAL" clId="{AFD80411-0EF2-4D4C-83C9-B5887907CF46}" dt="2026-03-03T12:33:33.639" v="1823" actId="14861"/>
          <ac:spMkLst>
            <pc:docMk/>
            <pc:sldMk cId="624816479" sldId="2147478279"/>
            <ac:spMk id="4" creationId="{D1DB1268-86AD-DF0B-C325-E42192D8768F}"/>
          </ac:spMkLst>
        </pc:spChg>
        <pc:picChg chg="mod">
          <ac:chgData name="Liudmila Khatkevich" userId="9e4f13db-0122-4676-b5ab-9c285f81dc95" providerId="ADAL" clId="{AFD80411-0EF2-4D4C-83C9-B5887907CF46}" dt="2026-03-03T12:33:21.269" v="1789" actId="1035"/>
          <ac:picMkLst>
            <pc:docMk/>
            <pc:sldMk cId="624816479" sldId="2147478279"/>
            <ac:picMk id="5" creationId="{65C6D4A3-89B1-CE01-45D5-157CE170F349}"/>
          </ac:picMkLst>
        </pc:picChg>
        <pc:picChg chg="mod modCrop">
          <ac:chgData name="Liudmila Khatkevich" userId="9e4f13db-0122-4676-b5ab-9c285f81dc95" providerId="ADAL" clId="{AFD80411-0EF2-4D4C-83C9-B5887907CF46}" dt="2026-03-03T12:33:11.627" v="1784" actId="12788"/>
          <ac:picMkLst>
            <pc:docMk/>
            <pc:sldMk cId="624816479" sldId="2147478279"/>
            <ac:picMk id="10" creationId="{F4CF66D7-6228-301B-699E-EE09D6123DE5}"/>
          </ac:picMkLst>
        </pc:picChg>
      </pc:sldChg>
      <pc:sldChg chg="addSp delSp modSp mod modClrScheme chgLayout">
        <pc:chgData name="Liudmila Khatkevich" userId="9e4f13db-0122-4676-b5ab-9c285f81dc95" providerId="ADAL" clId="{AFD80411-0EF2-4D4C-83C9-B5887907CF46}" dt="2026-03-03T12:42:51.692" v="2048" actId="12789"/>
        <pc:sldMkLst>
          <pc:docMk/>
          <pc:sldMk cId="1317459544" sldId="2147478280"/>
        </pc:sldMkLst>
        <pc:spChg chg="mod ord">
          <ac:chgData name="Liudmila Khatkevich" userId="9e4f13db-0122-4676-b5ab-9c285f81dc95" providerId="ADAL" clId="{AFD80411-0EF2-4D4C-83C9-B5887907CF46}" dt="2026-03-03T12:33:46.323" v="1824" actId="700"/>
          <ac:spMkLst>
            <pc:docMk/>
            <pc:sldMk cId="1317459544" sldId="2147478280"/>
            <ac:spMk id="2" creationId="{3B982DC8-3A08-0579-4617-308E1DDC472A}"/>
          </ac:spMkLst>
        </pc:spChg>
        <pc:spChg chg="add mod ord">
          <ac:chgData name="Liudmila Khatkevich" userId="9e4f13db-0122-4676-b5ab-9c285f81dc95" providerId="ADAL" clId="{AFD80411-0EF2-4D4C-83C9-B5887907CF46}" dt="2026-03-03T12:33:46.323" v="1824" actId="700"/>
          <ac:spMkLst>
            <pc:docMk/>
            <pc:sldMk cId="1317459544" sldId="2147478280"/>
            <ac:spMk id="3" creationId="{F57A0FEC-D304-9395-860C-4CC521F4BCF2}"/>
          </ac:spMkLst>
        </pc:spChg>
        <pc:spChg chg="del mod ord">
          <ac:chgData name="Liudmila Khatkevich" userId="9e4f13db-0122-4676-b5ab-9c285f81dc95" providerId="ADAL" clId="{AFD80411-0EF2-4D4C-83C9-B5887907CF46}" dt="2026-03-03T12:33:46.323" v="1824" actId="700"/>
          <ac:spMkLst>
            <pc:docMk/>
            <pc:sldMk cId="1317459544" sldId="2147478280"/>
            <ac:spMk id="5" creationId="{CA6F6C72-BB98-B9C0-4D4B-AC11FDD951E8}"/>
          </ac:spMkLst>
        </pc:spChg>
        <pc:spChg chg="mod">
          <ac:chgData name="Liudmila Khatkevich" userId="9e4f13db-0122-4676-b5ab-9c285f81dc95" providerId="ADAL" clId="{AFD80411-0EF2-4D4C-83C9-B5887907CF46}" dt="2026-03-03T12:37:31.271" v="1947" actId="207"/>
          <ac:spMkLst>
            <pc:docMk/>
            <pc:sldMk cId="1317459544" sldId="2147478280"/>
            <ac:spMk id="8" creationId="{834F7CFE-E00C-0A89-C46F-1B559B80D793}"/>
          </ac:spMkLst>
        </pc:spChg>
        <pc:spChg chg="mod">
          <ac:chgData name="Liudmila Khatkevich" userId="9e4f13db-0122-4676-b5ab-9c285f81dc95" providerId="ADAL" clId="{AFD80411-0EF2-4D4C-83C9-B5887907CF46}" dt="2026-03-03T12:37:31.271" v="1947" actId="207"/>
          <ac:spMkLst>
            <pc:docMk/>
            <pc:sldMk cId="1317459544" sldId="2147478280"/>
            <ac:spMk id="9" creationId="{99F8EC19-AEB1-3963-19FF-8A384A68DBCE}"/>
          </ac:spMkLst>
        </pc:spChg>
        <pc:spChg chg="mod">
          <ac:chgData name="Liudmila Khatkevich" userId="9e4f13db-0122-4676-b5ab-9c285f81dc95" providerId="ADAL" clId="{AFD80411-0EF2-4D4C-83C9-B5887907CF46}" dt="2026-03-03T12:37:37.139" v="1948" actId="571"/>
          <ac:spMkLst>
            <pc:docMk/>
            <pc:sldMk cId="1317459544" sldId="2147478280"/>
            <ac:spMk id="11" creationId="{4597D37E-0B06-7985-0D34-F9E3C0FFC7CE}"/>
          </ac:spMkLst>
        </pc:spChg>
        <pc:spChg chg="mod">
          <ac:chgData name="Liudmila Khatkevich" userId="9e4f13db-0122-4676-b5ab-9c285f81dc95" providerId="ADAL" clId="{AFD80411-0EF2-4D4C-83C9-B5887907CF46}" dt="2026-03-03T12:37:37.139" v="1948" actId="571"/>
          <ac:spMkLst>
            <pc:docMk/>
            <pc:sldMk cId="1317459544" sldId="2147478280"/>
            <ac:spMk id="12" creationId="{BB7E50A7-97CF-C5FB-3C0F-55A935CFFB6E}"/>
          </ac:spMkLst>
        </pc:spChg>
        <pc:spChg chg="add mod">
          <ac:chgData name="Liudmila Khatkevich" userId="9e4f13db-0122-4676-b5ab-9c285f81dc95" providerId="ADAL" clId="{AFD80411-0EF2-4D4C-83C9-B5887907CF46}" dt="2026-03-03T12:38:57.147" v="1973" actId="692"/>
          <ac:spMkLst>
            <pc:docMk/>
            <pc:sldMk cId="1317459544" sldId="2147478280"/>
            <ac:spMk id="15" creationId="{14B28B1C-2655-057E-458E-5559CE8E5EBF}"/>
          </ac:spMkLst>
        </pc:spChg>
        <pc:spChg chg="add mod">
          <ac:chgData name="Liudmila Khatkevich" userId="9e4f13db-0122-4676-b5ab-9c285f81dc95" providerId="ADAL" clId="{AFD80411-0EF2-4D4C-83C9-B5887907CF46}" dt="2026-03-03T12:39:11.412" v="1979" actId="12789"/>
          <ac:spMkLst>
            <pc:docMk/>
            <pc:sldMk cId="1317459544" sldId="2147478280"/>
            <ac:spMk id="16" creationId="{D0E8C782-1F14-B20C-7FD2-A33D5558B128}"/>
          </ac:spMkLst>
        </pc:spChg>
        <pc:spChg chg="mod">
          <ac:chgData name="Liudmila Khatkevich" userId="9e4f13db-0122-4676-b5ab-9c285f81dc95" providerId="ADAL" clId="{AFD80411-0EF2-4D4C-83C9-B5887907CF46}" dt="2026-03-03T12:39:29.274" v="2000" actId="207"/>
          <ac:spMkLst>
            <pc:docMk/>
            <pc:sldMk cId="1317459544" sldId="2147478280"/>
            <ac:spMk id="17" creationId="{15A9E247-7B73-1218-7238-CB98383E27A7}"/>
          </ac:spMkLst>
        </pc:spChg>
        <pc:spChg chg="mod">
          <ac:chgData name="Liudmila Khatkevich" userId="9e4f13db-0122-4676-b5ab-9c285f81dc95" providerId="ADAL" clId="{AFD80411-0EF2-4D4C-83C9-B5887907CF46}" dt="2026-03-03T12:39:29.274" v="2000" actId="207"/>
          <ac:spMkLst>
            <pc:docMk/>
            <pc:sldMk cId="1317459544" sldId="2147478280"/>
            <ac:spMk id="18" creationId="{850496DE-B56F-82D1-6DDF-66A363C29E2C}"/>
          </ac:spMkLst>
        </pc:spChg>
        <pc:spChg chg="mod ord">
          <ac:chgData name="Liudmila Khatkevich" userId="9e4f13db-0122-4676-b5ab-9c285f81dc95" providerId="ADAL" clId="{AFD80411-0EF2-4D4C-83C9-B5887907CF46}" dt="2026-03-03T12:39:33.669" v="2001" actId="166"/>
          <ac:spMkLst>
            <pc:docMk/>
            <pc:sldMk cId="1317459544" sldId="2147478280"/>
            <ac:spMk id="28" creationId="{8E0EAE99-9E51-DAF0-8518-4F0A55AB0BE1}"/>
          </ac:spMkLst>
        </pc:spChg>
        <pc:spChg chg="mod">
          <ac:chgData name="Liudmila Khatkevich" userId="9e4f13db-0122-4676-b5ab-9c285f81dc95" providerId="ADAL" clId="{AFD80411-0EF2-4D4C-83C9-B5887907CF46}" dt="2026-03-03T12:39:07.048" v="1977" actId="14100"/>
          <ac:spMkLst>
            <pc:docMk/>
            <pc:sldMk cId="1317459544" sldId="2147478280"/>
            <ac:spMk id="30" creationId="{777776CA-E562-EFFD-8D57-3819FCF6E77B}"/>
          </ac:spMkLst>
        </pc:spChg>
        <pc:spChg chg="del">
          <ac:chgData name="Liudmila Khatkevich" userId="9e4f13db-0122-4676-b5ab-9c285f81dc95" providerId="ADAL" clId="{AFD80411-0EF2-4D4C-83C9-B5887907CF46}" dt="2026-03-03T12:33:54.080" v="1825" actId="478"/>
          <ac:spMkLst>
            <pc:docMk/>
            <pc:sldMk cId="1317459544" sldId="2147478280"/>
            <ac:spMk id="32" creationId="{3D6DAA03-EDB9-F494-29DE-1854334E7DCB}"/>
          </ac:spMkLst>
        </pc:spChg>
        <pc:spChg chg="del">
          <ac:chgData name="Liudmila Khatkevich" userId="9e4f13db-0122-4676-b5ab-9c285f81dc95" providerId="ADAL" clId="{AFD80411-0EF2-4D4C-83C9-B5887907CF46}" dt="2026-03-03T12:33:58.444" v="1828" actId="478"/>
          <ac:spMkLst>
            <pc:docMk/>
            <pc:sldMk cId="1317459544" sldId="2147478280"/>
            <ac:spMk id="34" creationId="{0635C209-3FD0-8ACA-DA4F-FA9A80308F16}"/>
          </ac:spMkLst>
        </pc:spChg>
        <pc:spChg chg="add mod">
          <ac:chgData name="Liudmila Khatkevich" userId="9e4f13db-0122-4676-b5ab-9c285f81dc95" providerId="ADAL" clId="{AFD80411-0EF2-4D4C-83C9-B5887907CF46}" dt="2026-03-03T12:42:09.994" v="2031" actId="14100"/>
          <ac:spMkLst>
            <pc:docMk/>
            <pc:sldMk cId="1317459544" sldId="2147478280"/>
            <ac:spMk id="35" creationId="{97A7BF9F-EE71-C1B5-EB50-46462BD09A12}"/>
          </ac:spMkLst>
        </pc:spChg>
        <pc:spChg chg="del">
          <ac:chgData name="Liudmila Khatkevich" userId="9e4f13db-0122-4676-b5ab-9c285f81dc95" providerId="ADAL" clId="{AFD80411-0EF2-4D4C-83C9-B5887907CF46}" dt="2026-03-03T12:34:02.702" v="1831" actId="478"/>
          <ac:spMkLst>
            <pc:docMk/>
            <pc:sldMk cId="1317459544" sldId="2147478280"/>
            <ac:spMk id="36" creationId="{982D1428-ACFF-A457-CBF0-58A4E8D680BC}"/>
          </ac:spMkLst>
        </pc:spChg>
        <pc:spChg chg="add mod">
          <ac:chgData name="Liudmila Khatkevich" userId="9e4f13db-0122-4676-b5ab-9c285f81dc95" providerId="ADAL" clId="{AFD80411-0EF2-4D4C-83C9-B5887907CF46}" dt="2026-03-03T12:42:45.281" v="2047" actId="20577"/>
          <ac:spMkLst>
            <pc:docMk/>
            <pc:sldMk cId="1317459544" sldId="2147478280"/>
            <ac:spMk id="37" creationId="{A19DDFDE-4FD5-D4EE-4898-380E7E86ADA7}"/>
          </ac:spMkLst>
        </pc:spChg>
        <pc:spChg chg="del">
          <ac:chgData name="Liudmila Khatkevich" userId="9e4f13db-0122-4676-b5ab-9c285f81dc95" providerId="ADAL" clId="{AFD80411-0EF2-4D4C-83C9-B5887907CF46}" dt="2026-03-03T12:34:07.464" v="1834" actId="478"/>
          <ac:spMkLst>
            <pc:docMk/>
            <pc:sldMk cId="1317459544" sldId="2147478280"/>
            <ac:spMk id="38" creationId="{6A9C8D2E-C54B-63EA-2185-BFA7F6AD1C40}"/>
          </ac:spMkLst>
        </pc:spChg>
        <pc:spChg chg="del">
          <ac:chgData name="Liudmila Khatkevich" userId="9e4f13db-0122-4676-b5ab-9c285f81dc95" providerId="ADAL" clId="{AFD80411-0EF2-4D4C-83C9-B5887907CF46}" dt="2026-03-03T12:34:16.022" v="1840" actId="478"/>
          <ac:spMkLst>
            <pc:docMk/>
            <pc:sldMk cId="1317459544" sldId="2147478280"/>
            <ac:spMk id="40" creationId="{C547B533-06D9-75E1-23B9-69175D5BA7A1}"/>
          </ac:spMkLst>
        </pc:spChg>
        <pc:spChg chg="del">
          <ac:chgData name="Liudmila Khatkevich" userId="9e4f13db-0122-4676-b5ab-9c285f81dc95" providerId="ADAL" clId="{AFD80411-0EF2-4D4C-83C9-B5887907CF46}" dt="2026-03-03T12:34:11.838" v="1837" actId="478"/>
          <ac:spMkLst>
            <pc:docMk/>
            <pc:sldMk cId="1317459544" sldId="2147478280"/>
            <ac:spMk id="42" creationId="{4F56E364-6D9F-5461-DC4F-800C874948CF}"/>
          </ac:spMkLst>
        </pc:spChg>
        <pc:spChg chg="mod">
          <ac:chgData name="Liudmila Khatkevich" userId="9e4f13db-0122-4676-b5ab-9c285f81dc95" providerId="ADAL" clId="{AFD80411-0EF2-4D4C-83C9-B5887907CF46}" dt="2026-03-03T12:36:05.228" v="1917" actId="164"/>
          <ac:spMkLst>
            <pc:docMk/>
            <pc:sldMk cId="1317459544" sldId="2147478280"/>
            <ac:spMk id="43" creationId="{17727FC9-436C-E849-BF1D-A3C3BF1E1029}"/>
          </ac:spMkLst>
        </pc:spChg>
        <pc:spChg chg="del mod">
          <ac:chgData name="Liudmila Khatkevich" userId="9e4f13db-0122-4676-b5ab-9c285f81dc95" providerId="ADAL" clId="{AFD80411-0EF2-4D4C-83C9-B5887907CF46}" dt="2026-03-03T12:35:05.888" v="1888" actId="478"/>
          <ac:spMkLst>
            <pc:docMk/>
            <pc:sldMk cId="1317459544" sldId="2147478280"/>
            <ac:spMk id="50" creationId="{E6007015-9866-FEDE-A299-A66B892E37B0}"/>
          </ac:spMkLst>
        </pc:spChg>
        <pc:spChg chg="del">
          <ac:chgData name="Liudmila Khatkevich" userId="9e4f13db-0122-4676-b5ab-9c285f81dc95" providerId="ADAL" clId="{AFD80411-0EF2-4D4C-83C9-B5887907CF46}" dt="2026-03-03T12:35:11.476" v="1891" actId="478"/>
          <ac:spMkLst>
            <pc:docMk/>
            <pc:sldMk cId="1317459544" sldId="2147478280"/>
            <ac:spMk id="52" creationId="{BA6690C4-99A6-854A-51D6-988687934866}"/>
          </ac:spMkLst>
        </pc:spChg>
        <pc:spChg chg="del">
          <ac:chgData name="Liudmila Khatkevich" userId="9e4f13db-0122-4676-b5ab-9c285f81dc95" providerId="ADAL" clId="{AFD80411-0EF2-4D4C-83C9-B5887907CF46}" dt="2026-03-03T12:35:27.278" v="1903" actId="478"/>
          <ac:spMkLst>
            <pc:docMk/>
            <pc:sldMk cId="1317459544" sldId="2147478280"/>
            <ac:spMk id="54" creationId="{43FC12EF-A423-25AC-8131-576BE1BC9673}"/>
          </ac:spMkLst>
        </pc:spChg>
        <pc:spChg chg="del mod">
          <ac:chgData name="Liudmila Khatkevich" userId="9e4f13db-0122-4676-b5ab-9c285f81dc95" providerId="ADAL" clId="{AFD80411-0EF2-4D4C-83C9-B5887907CF46}" dt="2026-03-03T12:35:17.630" v="1897" actId="478"/>
          <ac:spMkLst>
            <pc:docMk/>
            <pc:sldMk cId="1317459544" sldId="2147478280"/>
            <ac:spMk id="56" creationId="{82E1988B-E451-A11C-74EC-0CC764D4E11B}"/>
          </ac:spMkLst>
        </pc:spChg>
        <pc:spChg chg="mod">
          <ac:chgData name="Liudmila Khatkevich" userId="9e4f13db-0122-4676-b5ab-9c285f81dc95" providerId="ADAL" clId="{AFD80411-0EF2-4D4C-83C9-B5887907CF46}" dt="2026-03-03T12:41:50.032" v="2019" actId="20577"/>
          <ac:spMkLst>
            <pc:docMk/>
            <pc:sldMk cId="1317459544" sldId="2147478280"/>
            <ac:spMk id="57" creationId="{48C084B5-9DDD-5A23-3699-788DD2A48F4A}"/>
          </ac:spMkLst>
        </pc:spChg>
        <pc:spChg chg="mod">
          <ac:chgData name="Liudmila Khatkevich" userId="9e4f13db-0122-4676-b5ab-9c285f81dc95" providerId="ADAL" clId="{AFD80411-0EF2-4D4C-83C9-B5887907CF46}" dt="2026-03-03T12:36:05.228" v="1917" actId="164"/>
          <ac:spMkLst>
            <pc:docMk/>
            <pc:sldMk cId="1317459544" sldId="2147478280"/>
            <ac:spMk id="58" creationId="{3A31A4EF-D492-A7F0-7D3B-277AEFE2A3C3}"/>
          </ac:spMkLst>
        </pc:spChg>
        <pc:spChg chg="mod">
          <ac:chgData name="Liudmila Khatkevich" userId="9e4f13db-0122-4676-b5ab-9c285f81dc95" providerId="ADAL" clId="{AFD80411-0EF2-4D4C-83C9-B5887907CF46}" dt="2026-03-03T12:36:05.228" v="1917" actId="164"/>
          <ac:spMkLst>
            <pc:docMk/>
            <pc:sldMk cId="1317459544" sldId="2147478280"/>
            <ac:spMk id="59" creationId="{92346901-8DF2-590C-6C74-D964BFD0B2F2}"/>
          </ac:spMkLst>
        </pc:spChg>
        <pc:spChg chg="mod">
          <ac:chgData name="Liudmila Khatkevich" userId="9e4f13db-0122-4676-b5ab-9c285f81dc95" providerId="ADAL" clId="{AFD80411-0EF2-4D4C-83C9-B5887907CF46}" dt="2026-03-03T12:36:05.228" v="1917" actId="164"/>
          <ac:spMkLst>
            <pc:docMk/>
            <pc:sldMk cId="1317459544" sldId="2147478280"/>
            <ac:spMk id="60" creationId="{9BED1F42-F642-FA31-52FB-CFDD0BB5EF61}"/>
          </ac:spMkLst>
        </pc:spChg>
        <pc:spChg chg="mod">
          <ac:chgData name="Liudmila Khatkevich" userId="9e4f13db-0122-4676-b5ab-9c285f81dc95" providerId="ADAL" clId="{AFD80411-0EF2-4D4C-83C9-B5887907CF46}" dt="2026-03-03T12:42:13.767" v="2032" actId="20577"/>
          <ac:spMkLst>
            <pc:docMk/>
            <pc:sldMk cId="1317459544" sldId="2147478280"/>
            <ac:spMk id="61" creationId="{37C05E8B-CAE6-5ACC-254F-12969D0AFAE2}"/>
          </ac:spMkLst>
        </pc:spChg>
        <pc:spChg chg="del">
          <ac:chgData name="Liudmila Khatkevich" userId="9e4f13db-0122-4676-b5ab-9c285f81dc95" providerId="ADAL" clId="{AFD80411-0EF2-4D4C-83C9-B5887907CF46}" dt="2026-03-03T12:35:22.140" v="1900" actId="478"/>
          <ac:spMkLst>
            <pc:docMk/>
            <pc:sldMk cId="1317459544" sldId="2147478280"/>
            <ac:spMk id="63" creationId="{D169D122-7BAD-AE9A-FEFD-267ADBD16455}"/>
          </ac:spMkLst>
        </pc:spChg>
        <pc:spChg chg="del mod">
          <ac:chgData name="Liudmila Khatkevich" userId="9e4f13db-0122-4676-b5ab-9c285f81dc95" providerId="ADAL" clId="{AFD80411-0EF2-4D4C-83C9-B5887907CF46}" dt="2026-03-03T12:35:35.078" v="1906" actId="478"/>
          <ac:spMkLst>
            <pc:docMk/>
            <pc:sldMk cId="1317459544" sldId="2147478280"/>
            <ac:spMk id="65" creationId="{169E686B-959C-CE7E-FB81-53D25B36DDF7}"/>
          </ac:spMkLst>
        </pc:spChg>
        <pc:spChg chg="mod">
          <ac:chgData name="Liudmila Khatkevich" userId="9e4f13db-0122-4676-b5ab-9c285f81dc95" providerId="ADAL" clId="{AFD80411-0EF2-4D4C-83C9-B5887907CF46}" dt="2026-03-03T12:34:58.425" v="1887" actId="207"/>
          <ac:spMkLst>
            <pc:docMk/>
            <pc:sldMk cId="1317459544" sldId="2147478280"/>
            <ac:spMk id="67" creationId="{CEF4298A-E64C-0735-0216-BD34C1FA0914}"/>
          </ac:spMkLst>
        </pc:spChg>
        <pc:spChg chg="mod">
          <ac:chgData name="Liudmila Khatkevich" userId="9e4f13db-0122-4676-b5ab-9c285f81dc95" providerId="ADAL" clId="{AFD80411-0EF2-4D4C-83C9-B5887907CF46}" dt="2026-03-03T12:34:58.425" v="1887" actId="207"/>
          <ac:spMkLst>
            <pc:docMk/>
            <pc:sldMk cId="1317459544" sldId="2147478280"/>
            <ac:spMk id="68" creationId="{5C2527D1-38D8-394B-2491-E6747515E6CE}"/>
          </ac:spMkLst>
        </pc:spChg>
        <pc:spChg chg="mod">
          <ac:chgData name="Liudmila Khatkevich" userId="9e4f13db-0122-4676-b5ab-9c285f81dc95" providerId="ADAL" clId="{AFD80411-0EF2-4D4C-83C9-B5887907CF46}" dt="2026-03-03T12:34:58.425" v="1887" actId="207"/>
          <ac:spMkLst>
            <pc:docMk/>
            <pc:sldMk cId="1317459544" sldId="2147478280"/>
            <ac:spMk id="69" creationId="{7C39FC72-0051-6728-0D06-25CB653A89F6}"/>
          </ac:spMkLst>
        </pc:spChg>
        <pc:spChg chg="mod">
          <ac:chgData name="Liudmila Khatkevich" userId="9e4f13db-0122-4676-b5ab-9c285f81dc95" providerId="ADAL" clId="{AFD80411-0EF2-4D4C-83C9-B5887907CF46}" dt="2026-03-03T12:34:58.425" v="1887" actId="207"/>
          <ac:spMkLst>
            <pc:docMk/>
            <pc:sldMk cId="1317459544" sldId="2147478280"/>
            <ac:spMk id="70" creationId="{9BDE488B-0CD6-488B-A9E9-52FF7A1FC189}"/>
          </ac:spMkLst>
        </pc:spChg>
        <pc:spChg chg="mod">
          <ac:chgData name="Liudmila Khatkevich" userId="9e4f13db-0122-4676-b5ab-9c285f81dc95" providerId="ADAL" clId="{AFD80411-0EF2-4D4C-83C9-B5887907CF46}" dt="2026-03-03T12:34:58.425" v="1887" actId="207"/>
          <ac:spMkLst>
            <pc:docMk/>
            <pc:sldMk cId="1317459544" sldId="2147478280"/>
            <ac:spMk id="71" creationId="{D5362DC4-8CC4-44DF-E921-F1D2DB318400}"/>
          </ac:spMkLst>
        </pc:spChg>
        <pc:spChg chg="mod">
          <ac:chgData name="Liudmila Khatkevich" userId="9e4f13db-0122-4676-b5ab-9c285f81dc95" providerId="ADAL" clId="{AFD80411-0EF2-4D4C-83C9-B5887907CF46}" dt="2026-03-03T12:34:58.425" v="1887" actId="207"/>
          <ac:spMkLst>
            <pc:docMk/>
            <pc:sldMk cId="1317459544" sldId="2147478280"/>
            <ac:spMk id="72" creationId="{BF00F804-C403-658E-7298-E0518533B981}"/>
          </ac:spMkLst>
        </pc:spChg>
        <pc:grpChg chg="add mod">
          <ac:chgData name="Liudmila Khatkevich" userId="9e4f13db-0122-4676-b5ab-9c285f81dc95" providerId="ADAL" clId="{AFD80411-0EF2-4D4C-83C9-B5887907CF46}" dt="2026-03-03T12:34:54.612" v="1886" actId="207"/>
          <ac:grpSpMkLst>
            <pc:docMk/>
            <pc:sldMk cId="1317459544" sldId="2147478280"/>
            <ac:grpSpMk id="4" creationId="{0EFEA69C-D0D1-67E3-733D-B647A26E9831}"/>
          </ac:grpSpMkLst>
        </pc:grpChg>
        <pc:grpChg chg="add mod">
          <ac:chgData name="Liudmila Khatkevich" userId="9e4f13db-0122-4676-b5ab-9c285f81dc95" providerId="ADAL" clId="{AFD80411-0EF2-4D4C-83C9-B5887907CF46}" dt="2026-03-03T12:36:14.590" v="1926" actId="1036"/>
          <ac:grpSpMkLst>
            <pc:docMk/>
            <pc:sldMk cId="1317459544" sldId="2147478280"/>
            <ac:grpSpMk id="6" creationId="{564DF9F2-3811-364E-9827-AD341125C540}"/>
          </ac:grpSpMkLst>
        </pc:grpChg>
        <pc:grpChg chg="add del mod">
          <ac:chgData name="Liudmila Khatkevich" userId="9e4f13db-0122-4676-b5ab-9c285f81dc95" providerId="ADAL" clId="{AFD80411-0EF2-4D4C-83C9-B5887907CF46}" dt="2026-03-03T12:37:39.835" v="1950" actId="478"/>
          <ac:grpSpMkLst>
            <pc:docMk/>
            <pc:sldMk cId="1317459544" sldId="2147478280"/>
            <ac:grpSpMk id="7" creationId="{FD9CEE68-9603-7CE3-1877-F99B48D7397C}"/>
          </ac:grpSpMkLst>
        </pc:grpChg>
        <pc:grpChg chg="add del mod">
          <ac:chgData name="Liudmila Khatkevich" userId="9e4f13db-0122-4676-b5ab-9c285f81dc95" providerId="ADAL" clId="{AFD80411-0EF2-4D4C-83C9-B5887907CF46}" dt="2026-03-03T12:37:38.139" v="1949" actId="478"/>
          <ac:grpSpMkLst>
            <pc:docMk/>
            <pc:sldMk cId="1317459544" sldId="2147478280"/>
            <ac:grpSpMk id="10" creationId="{28E952DA-F4AA-5BE4-1B60-0E7214795FAC}"/>
          </ac:grpSpMkLst>
        </pc:grpChg>
        <pc:picChg chg="add del mod">
          <ac:chgData name="Liudmila Khatkevich" userId="9e4f13db-0122-4676-b5ab-9c285f81dc95" providerId="ADAL" clId="{AFD80411-0EF2-4D4C-83C9-B5887907CF46}" dt="2026-03-03T12:39:21.281" v="1981" actId="27803"/>
          <ac:picMkLst>
            <pc:docMk/>
            <pc:sldMk cId="1317459544" sldId="2147478280"/>
            <ac:picMk id="13" creationId="{15A9E247-7B73-1218-7238-CB98383E27A7}"/>
          </ac:picMkLst>
        </pc:picChg>
        <pc:picChg chg="add del mod">
          <ac:chgData name="Liudmila Khatkevich" userId="9e4f13db-0122-4676-b5ab-9c285f81dc95" providerId="ADAL" clId="{AFD80411-0EF2-4D4C-83C9-B5887907CF46}" dt="2026-03-03T12:39:21.281" v="1981" actId="27803"/>
          <ac:picMkLst>
            <pc:docMk/>
            <pc:sldMk cId="1317459544" sldId="2147478280"/>
            <ac:picMk id="14" creationId="{850496DE-B56F-82D1-6DDF-66A363C29E2C}"/>
          </ac:picMkLst>
        </pc:picChg>
        <pc:picChg chg="add mod ord">
          <ac:chgData name="Liudmila Khatkevich" userId="9e4f13db-0122-4676-b5ab-9c285f81dc95" providerId="ADAL" clId="{AFD80411-0EF2-4D4C-83C9-B5887907CF46}" dt="2026-03-03T12:42:51.692" v="2048" actId="12789"/>
          <ac:picMkLst>
            <pc:docMk/>
            <pc:sldMk cId="1317459544" sldId="2147478280"/>
            <ac:picMk id="20" creationId="{D531A0D3-E203-8A3E-2173-4BF07CBE75FD}"/>
          </ac:picMkLst>
        </pc:picChg>
        <pc:picChg chg="add mod ord">
          <ac:chgData name="Liudmila Khatkevich" userId="9e4f13db-0122-4676-b5ab-9c285f81dc95" providerId="ADAL" clId="{AFD80411-0EF2-4D4C-83C9-B5887907CF46}" dt="2026-03-03T12:42:51.692" v="2048" actId="12789"/>
          <ac:picMkLst>
            <pc:docMk/>
            <pc:sldMk cId="1317459544" sldId="2147478280"/>
            <ac:picMk id="22" creationId="{C4604514-3E4B-9A66-1E58-374F181C1D43}"/>
          </ac:picMkLst>
        </pc:picChg>
        <pc:picChg chg="add mod ord">
          <ac:chgData name="Liudmila Khatkevich" userId="9e4f13db-0122-4676-b5ab-9c285f81dc95" providerId="ADAL" clId="{AFD80411-0EF2-4D4C-83C9-B5887907CF46}" dt="2026-03-03T12:42:51.692" v="2048" actId="12789"/>
          <ac:picMkLst>
            <pc:docMk/>
            <pc:sldMk cId="1317459544" sldId="2147478280"/>
            <ac:picMk id="24" creationId="{8BA75149-6AFD-9C80-55E7-FF940F2597AB}"/>
          </ac:picMkLst>
        </pc:picChg>
        <pc:picChg chg="add mod ord">
          <ac:chgData name="Liudmila Khatkevich" userId="9e4f13db-0122-4676-b5ab-9c285f81dc95" providerId="ADAL" clId="{AFD80411-0EF2-4D4C-83C9-B5887907CF46}" dt="2026-03-03T12:42:51.692" v="2048" actId="12789"/>
          <ac:picMkLst>
            <pc:docMk/>
            <pc:sldMk cId="1317459544" sldId="2147478280"/>
            <ac:picMk id="26" creationId="{703719BD-452E-4AE7-A7FF-86AAE885B2AA}"/>
          </ac:picMkLst>
        </pc:picChg>
        <pc:picChg chg="add mod ord">
          <ac:chgData name="Liudmila Khatkevich" userId="9e4f13db-0122-4676-b5ab-9c285f81dc95" providerId="ADAL" clId="{AFD80411-0EF2-4D4C-83C9-B5887907CF46}" dt="2026-03-03T12:42:51.692" v="2048" actId="12789"/>
          <ac:picMkLst>
            <pc:docMk/>
            <pc:sldMk cId="1317459544" sldId="2147478280"/>
            <ac:picMk id="29" creationId="{F6F260DC-31E3-4959-C69A-1166F61DEC1B}"/>
          </ac:picMkLst>
        </pc:picChg>
        <pc:picChg chg="add mod ord">
          <ac:chgData name="Liudmila Khatkevich" userId="9e4f13db-0122-4676-b5ab-9c285f81dc95" providerId="ADAL" clId="{AFD80411-0EF2-4D4C-83C9-B5887907CF46}" dt="2026-03-03T12:42:51.692" v="2048" actId="12789"/>
          <ac:picMkLst>
            <pc:docMk/>
            <pc:sldMk cId="1317459544" sldId="2147478280"/>
            <ac:picMk id="33" creationId="{0D43CFB4-7FAD-D6FD-6FF4-176480A3D956}"/>
          </ac:picMkLst>
        </pc:picChg>
      </pc:sldChg>
      <pc:sldChg chg="addSp delSp modSp mod modClrScheme chgLayout">
        <pc:chgData name="Liudmila Khatkevich" userId="9e4f13db-0122-4676-b5ab-9c285f81dc95" providerId="ADAL" clId="{AFD80411-0EF2-4D4C-83C9-B5887907CF46}" dt="2026-03-03T13:33:45.015" v="3560" actId="1036"/>
        <pc:sldMkLst>
          <pc:docMk/>
          <pc:sldMk cId="1655409889" sldId="2147478281"/>
        </pc:sldMkLst>
        <pc:spChg chg="mod ord">
          <ac:chgData name="Liudmila Khatkevich" userId="9e4f13db-0122-4676-b5ab-9c285f81dc95" providerId="ADAL" clId="{AFD80411-0EF2-4D4C-83C9-B5887907CF46}" dt="2026-03-03T13:30:43.593" v="3395" actId="700"/>
          <ac:spMkLst>
            <pc:docMk/>
            <pc:sldMk cId="1655409889" sldId="2147478281"/>
            <ac:spMk id="2" creationId="{F07F2C78-2119-860D-2EBB-1525C9A523F1}"/>
          </ac:spMkLst>
        </pc:spChg>
        <pc:spChg chg="mod ord">
          <ac:chgData name="Liudmila Khatkevich" userId="9e4f13db-0122-4676-b5ab-9c285f81dc95" providerId="ADAL" clId="{AFD80411-0EF2-4D4C-83C9-B5887907CF46}" dt="2026-03-03T13:30:43.593" v="3395" actId="700"/>
          <ac:spMkLst>
            <pc:docMk/>
            <pc:sldMk cId="1655409889" sldId="2147478281"/>
            <ac:spMk id="3" creationId="{59C9E233-247A-77C0-B39D-EB9C614EC789}"/>
          </ac:spMkLst>
        </pc:spChg>
        <pc:spChg chg="add mod topLvl">
          <ac:chgData name="Liudmila Khatkevich" userId="9e4f13db-0122-4676-b5ab-9c285f81dc95" providerId="ADAL" clId="{AFD80411-0EF2-4D4C-83C9-B5887907CF46}" dt="2026-03-03T13:32:31.285" v="3477" actId="12788"/>
          <ac:spMkLst>
            <pc:docMk/>
            <pc:sldMk cId="1655409889" sldId="2147478281"/>
            <ac:spMk id="4" creationId="{02451B71-886C-EBB3-9DE6-A8C43A0D7B06}"/>
          </ac:spMkLst>
        </pc:spChg>
        <pc:spChg chg="add mod topLvl">
          <ac:chgData name="Liudmila Khatkevich" userId="9e4f13db-0122-4676-b5ab-9c285f81dc95" providerId="ADAL" clId="{AFD80411-0EF2-4D4C-83C9-B5887907CF46}" dt="2026-03-03T13:33:34.564" v="3557" actId="14861"/>
          <ac:spMkLst>
            <pc:docMk/>
            <pc:sldMk cId="1655409889" sldId="2147478281"/>
            <ac:spMk id="5" creationId="{D9DD7105-43DE-1FC5-BEAD-8BB263A6F231}"/>
          </ac:spMkLst>
        </pc:spChg>
        <pc:spChg chg="mod">
          <ac:chgData name="Liudmila Khatkevich" userId="9e4f13db-0122-4676-b5ab-9c285f81dc95" providerId="ADAL" clId="{AFD80411-0EF2-4D4C-83C9-B5887907CF46}" dt="2026-03-03T13:31:52.659" v="3455" actId="122"/>
          <ac:spMkLst>
            <pc:docMk/>
            <pc:sldMk cId="1655409889" sldId="2147478281"/>
            <ac:spMk id="6" creationId="{CED47690-2506-8766-C3AD-DB403B419803}"/>
          </ac:spMkLst>
        </pc:spChg>
        <pc:spChg chg="mod">
          <ac:chgData name="Liudmila Khatkevich" userId="9e4f13db-0122-4676-b5ab-9c285f81dc95" providerId="ADAL" clId="{AFD80411-0EF2-4D4C-83C9-B5887907CF46}" dt="2026-03-03T13:31:48.461" v="3453" actId="1038"/>
          <ac:spMkLst>
            <pc:docMk/>
            <pc:sldMk cId="1655409889" sldId="2147478281"/>
            <ac:spMk id="7" creationId="{7F58D74A-0BF6-6555-50C0-062B1C439209}"/>
          </ac:spMkLst>
        </pc:spChg>
        <pc:spChg chg="mod">
          <ac:chgData name="Liudmila Khatkevich" userId="9e4f13db-0122-4676-b5ab-9c285f81dc95" providerId="ADAL" clId="{AFD80411-0EF2-4D4C-83C9-B5887907CF46}" dt="2026-03-03T13:32:36.188" v="3479" actId="207"/>
          <ac:spMkLst>
            <pc:docMk/>
            <pc:sldMk cId="1655409889" sldId="2147478281"/>
            <ac:spMk id="8" creationId="{8856AECE-6856-F909-CD9C-0B4EC5BFEC88}"/>
          </ac:spMkLst>
        </pc:spChg>
        <pc:spChg chg="mod ord">
          <ac:chgData name="Liudmila Khatkevich" userId="9e4f13db-0122-4676-b5ab-9c285f81dc95" providerId="ADAL" clId="{AFD80411-0EF2-4D4C-83C9-B5887907CF46}" dt="2026-03-03T13:33:05.435" v="3506" actId="166"/>
          <ac:spMkLst>
            <pc:docMk/>
            <pc:sldMk cId="1655409889" sldId="2147478281"/>
            <ac:spMk id="9" creationId="{18D11AAD-63D2-4622-31BF-BA78C268E06D}"/>
          </ac:spMkLst>
        </pc:spChg>
        <pc:spChg chg="del mod">
          <ac:chgData name="Liudmila Khatkevich" userId="9e4f13db-0122-4676-b5ab-9c285f81dc95" providerId="ADAL" clId="{AFD80411-0EF2-4D4C-83C9-B5887907CF46}" dt="2026-03-03T12:43:18.753" v="2050" actId="478"/>
          <ac:spMkLst>
            <pc:docMk/>
            <pc:sldMk cId="1655409889" sldId="2147478281"/>
            <ac:spMk id="10" creationId="{F22074B2-7DCB-7D02-0323-BB259C7CCC08}"/>
          </ac:spMkLst>
        </pc:spChg>
        <pc:spChg chg="del mod">
          <ac:chgData name="Liudmila Khatkevich" userId="9e4f13db-0122-4676-b5ab-9c285f81dc95" providerId="ADAL" clId="{AFD80411-0EF2-4D4C-83C9-B5887907CF46}" dt="2026-03-03T12:43:18.753" v="2050" actId="478"/>
          <ac:spMkLst>
            <pc:docMk/>
            <pc:sldMk cId="1655409889" sldId="2147478281"/>
            <ac:spMk id="20" creationId="{B1E7C7CC-0B90-19FC-1A5E-29C28CD0D05D}"/>
          </ac:spMkLst>
        </pc:spChg>
        <pc:spChg chg="mod">
          <ac:chgData name="Liudmila Khatkevich" userId="9e4f13db-0122-4676-b5ab-9c285f81dc95" providerId="ADAL" clId="{AFD80411-0EF2-4D4C-83C9-B5887907CF46}" dt="2026-03-03T13:33:45.015" v="3560" actId="1036"/>
          <ac:spMkLst>
            <pc:docMk/>
            <pc:sldMk cId="1655409889" sldId="2147478281"/>
            <ac:spMk id="21" creationId="{AD37C53A-0B30-6258-3AB6-EF68B908CBBC}"/>
          </ac:spMkLst>
        </pc:spChg>
        <pc:grpChg chg="add del mod ord">
          <ac:chgData name="Liudmila Khatkevich" userId="9e4f13db-0122-4676-b5ab-9c285f81dc95" providerId="ADAL" clId="{AFD80411-0EF2-4D4C-83C9-B5887907CF46}" dt="2026-03-03T13:31:18.334" v="3405" actId="165"/>
          <ac:grpSpMkLst>
            <pc:docMk/>
            <pc:sldMk cId="1655409889" sldId="2147478281"/>
            <ac:grpSpMk id="12" creationId="{A50C0056-AF4D-2BFC-7E89-E10A1F2EDA38}"/>
          </ac:grpSpMkLst>
        </pc:grpChg>
        <pc:picChg chg="mod">
          <ac:chgData name="Liudmila Khatkevich" userId="9e4f13db-0122-4676-b5ab-9c285f81dc95" providerId="ADAL" clId="{AFD80411-0EF2-4D4C-83C9-B5887907CF46}" dt="2026-03-03T13:32:26.658" v="3475"/>
          <ac:picMkLst>
            <pc:docMk/>
            <pc:sldMk cId="1655409889" sldId="2147478281"/>
            <ac:picMk id="11" creationId="{904AC9F1-CDBD-0EF1-974C-D1DE972DC343}"/>
          </ac:picMkLst>
        </pc:picChg>
        <pc:picChg chg="mod">
          <ac:chgData name="Liudmila Khatkevich" userId="9e4f13db-0122-4676-b5ab-9c285f81dc95" providerId="ADAL" clId="{AFD80411-0EF2-4D4C-83C9-B5887907CF46}" dt="2026-03-03T13:32:07.466" v="3462" actId="1036"/>
          <ac:picMkLst>
            <pc:docMk/>
            <pc:sldMk cId="1655409889" sldId="2147478281"/>
            <ac:picMk id="17" creationId="{D32AEFFF-6750-DE43-4329-E50A808FB417}"/>
          </ac:picMkLst>
        </pc:picChg>
      </pc:sldChg>
      <pc:sldChg chg="addSp delSp modSp mod modClrScheme chgLayout">
        <pc:chgData name="Liudmila Khatkevich" userId="9e4f13db-0122-4676-b5ab-9c285f81dc95" providerId="ADAL" clId="{AFD80411-0EF2-4D4C-83C9-B5887907CF46}" dt="2026-03-03T12:56:43.641" v="2592" actId="20577"/>
        <pc:sldMkLst>
          <pc:docMk/>
          <pc:sldMk cId="1695504758" sldId="2147478282"/>
        </pc:sldMkLst>
        <pc:spChg chg="mod ord">
          <ac:chgData name="Liudmila Khatkevich" userId="9e4f13db-0122-4676-b5ab-9c285f81dc95" providerId="ADAL" clId="{AFD80411-0EF2-4D4C-83C9-B5887907CF46}" dt="2026-03-03T12:48:00.267" v="2280" actId="700"/>
          <ac:spMkLst>
            <pc:docMk/>
            <pc:sldMk cId="1695504758" sldId="2147478282"/>
            <ac:spMk id="2" creationId="{FF96022C-5D67-90A3-7B77-DA5713EFA876}"/>
          </ac:spMkLst>
        </pc:spChg>
        <pc:spChg chg="add mod ord">
          <ac:chgData name="Liudmila Khatkevich" userId="9e4f13db-0122-4676-b5ab-9c285f81dc95" providerId="ADAL" clId="{AFD80411-0EF2-4D4C-83C9-B5887907CF46}" dt="2026-03-03T12:48:00.267" v="2280" actId="700"/>
          <ac:spMkLst>
            <pc:docMk/>
            <pc:sldMk cId="1695504758" sldId="2147478282"/>
            <ac:spMk id="3" creationId="{5C4A997D-E7A4-F3C7-D1AE-BE5756FC29CE}"/>
          </ac:spMkLst>
        </pc:spChg>
        <pc:spChg chg="mod">
          <ac:chgData name="Liudmila Khatkevich" userId="9e4f13db-0122-4676-b5ab-9c285f81dc95" providerId="ADAL" clId="{AFD80411-0EF2-4D4C-83C9-B5887907CF46}" dt="2026-03-03T12:49:40.225" v="2340" actId="403"/>
          <ac:spMkLst>
            <pc:docMk/>
            <pc:sldMk cId="1695504758" sldId="2147478282"/>
            <ac:spMk id="4" creationId="{6677BD29-0A14-A72E-32C5-08A5EB75BF77}"/>
          </ac:spMkLst>
        </pc:spChg>
        <pc:spChg chg="del mod ord">
          <ac:chgData name="Liudmila Khatkevich" userId="9e4f13db-0122-4676-b5ab-9c285f81dc95" providerId="ADAL" clId="{AFD80411-0EF2-4D4C-83C9-B5887907CF46}" dt="2026-03-03T12:48:00.267" v="2280" actId="700"/>
          <ac:spMkLst>
            <pc:docMk/>
            <pc:sldMk cId="1695504758" sldId="2147478282"/>
            <ac:spMk id="6" creationId="{08A50DD8-4BEE-31EE-D4C4-21D47550039C}"/>
          </ac:spMkLst>
        </pc:spChg>
        <pc:spChg chg="mod">
          <ac:chgData name="Liudmila Khatkevich" userId="9e4f13db-0122-4676-b5ab-9c285f81dc95" providerId="ADAL" clId="{AFD80411-0EF2-4D4C-83C9-B5887907CF46}" dt="2026-03-03T12:48:24.053" v="2293" actId="207"/>
          <ac:spMkLst>
            <pc:docMk/>
            <pc:sldMk cId="1695504758" sldId="2147478282"/>
            <ac:spMk id="13" creationId="{94F93E81-0C39-F1AF-693F-58F24782E83B}"/>
          </ac:spMkLst>
        </pc:spChg>
        <pc:spChg chg="mod">
          <ac:chgData name="Liudmila Khatkevich" userId="9e4f13db-0122-4676-b5ab-9c285f81dc95" providerId="ADAL" clId="{AFD80411-0EF2-4D4C-83C9-B5887907CF46}" dt="2026-03-03T11:03:17.377" v="2"/>
          <ac:spMkLst>
            <pc:docMk/>
            <pc:sldMk cId="1695504758" sldId="2147478282"/>
            <ac:spMk id="30" creationId="{291AA093-2205-FB7A-DE64-512D5177F35D}"/>
          </ac:spMkLst>
        </pc:spChg>
        <pc:spChg chg="mod">
          <ac:chgData name="Liudmila Khatkevich" userId="9e4f13db-0122-4676-b5ab-9c285f81dc95" providerId="ADAL" clId="{AFD80411-0EF2-4D4C-83C9-B5887907CF46}" dt="2026-03-03T11:03:17.377" v="2"/>
          <ac:spMkLst>
            <pc:docMk/>
            <pc:sldMk cId="1695504758" sldId="2147478282"/>
            <ac:spMk id="31" creationId="{95E30D02-2D64-A76A-B955-CC7C3E3FB5F2}"/>
          </ac:spMkLst>
        </pc:spChg>
        <pc:spChg chg="mod">
          <ac:chgData name="Liudmila Khatkevich" userId="9e4f13db-0122-4676-b5ab-9c285f81dc95" providerId="ADAL" clId="{AFD80411-0EF2-4D4C-83C9-B5887907CF46}" dt="2026-03-03T12:56:30.218" v="2582" actId="242"/>
          <ac:spMkLst>
            <pc:docMk/>
            <pc:sldMk cId="1695504758" sldId="2147478282"/>
            <ac:spMk id="32" creationId="{43301899-7BD8-EC26-13B5-00862D100A27}"/>
          </ac:spMkLst>
        </pc:spChg>
        <pc:spChg chg="mod">
          <ac:chgData name="Liudmila Khatkevich" userId="9e4f13db-0122-4676-b5ab-9c285f81dc95" providerId="ADAL" clId="{AFD80411-0EF2-4D4C-83C9-B5887907CF46}" dt="2026-03-03T12:56:30.218" v="2582" actId="242"/>
          <ac:spMkLst>
            <pc:docMk/>
            <pc:sldMk cId="1695504758" sldId="2147478282"/>
            <ac:spMk id="33" creationId="{D34691C1-E7E3-A598-9826-83E837C30F03}"/>
          </ac:spMkLst>
        </pc:spChg>
        <pc:spChg chg="mod">
          <ac:chgData name="Liudmila Khatkevich" userId="9e4f13db-0122-4676-b5ab-9c285f81dc95" providerId="ADAL" clId="{AFD80411-0EF2-4D4C-83C9-B5887907CF46}" dt="2026-03-03T12:56:30.218" v="2582" actId="242"/>
          <ac:spMkLst>
            <pc:docMk/>
            <pc:sldMk cId="1695504758" sldId="2147478282"/>
            <ac:spMk id="34" creationId="{22BE4121-28E6-9054-6DCC-C5B9C8F750B6}"/>
          </ac:spMkLst>
        </pc:spChg>
        <pc:spChg chg="mod">
          <ac:chgData name="Liudmila Khatkevich" userId="9e4f13db-0122-4676-b5ab-9c285f81dc95" providerId="ADAL" clId="{AFD80411-0EF2-4D4C-83C9-B5887907CF46}" dt="2026-03-03T12:56:30.218" v="2582" actId="242"/>
          <ac:spMkLst>
            <pc:docMk/>
            <pc:sldMk cId="1695504758" sldId="2147478282"/>
            <ac:spMk id="35" creationId="{EDE83EC3-D73B-DC6A-0010-BCAD30AA3C65}"/>
          </ac:spMkLst>
        </pc:spChg>
        <pc:spChg chg="mod">
          <ac:chgData name="Liudmila Khatkevich" userId="9e4f13db-0122-4676-b5ab-9c285f81dc95" providerId="ADAL" clId="{AFD80411-0EF2-4D4C-83C9-B5887907CF46}" dt="2026-03-03T12:56:30.218" v="2582" actId="242"/>
          <ac:spMkLst>
            <pc:docMk/>
            <pc:sldMk cId="1695504758" sldId="2147478282"/>
            <ac:spMk id="36" creationId="{5AED048B-2934-91D7-3E51-E60A58A4BECB}"/>
          </ac:spMkLst>
        </pc:spChg>
        <pc:spChg chg="mod">
          <ac:chgData name="Liudmila Khatkevich" userId="9e4f13db-0122-4676-b5ab-9c285f81dc95" providerId="ADAL" clId="{AFD80411-0EF2-4D4C-83C9-B5887907CF46}" dt="2026-03-03T12:56:30.218" v="2582" actId="242"/>
          <ac:spMkLst>
            <pc:docMk/>
            <pc:sldMk cId="1695504758" sldId="2147478282"/>
            <ac:spMk id="37" creationId="{A4772FF0-7997-B79C-5AB5-85B65483F846}"/>
          </ac:spMkLst>
        </pc:spChg>
        <pc:spChg chg="del mod">
          <ac:chgData name="Liudmila Khatkevich" userId="9e4f13db-0122-4676-b5ab-9c285f81dc95" providerId="ADAL" clId="{AFD80411-0EF2-4D4C-83C9-B5887907CF46}" dt="2026-03-03T12:54:00.290" v="2488" actId="478"/>
          <ac:spMkLst>
            <pc:docMk/>
            <pc:sldMk cId="1695504758" sldId="2147478282"/>
            <ac:spMk id="39" creationId="{57BD3FE5-6EC2-7113-921D-A66AFB546CE1}"/>
          </ac:spMkLst>
        </pc:spChg>
        <pc:spChg chg="mod">
          <ac:chgData name="Liudmila Khatkevich" userId="9e4f13db-0122-4676-b5ab-9c285f81dc95" providerId="ADAL" clId="{AFD80411-0EF2-4D4C-83C9-B5887907CF46}" dt="2026-03-03T11:03:17.377" v="2"/>
          <ac:spMkLst>
            <pc:docMk/>
            <pc:sldMk cId="1695504758" sldId="2147478282"/>
            <ac:spMk id="41" creationId="{1AAE2FDB-83E9-7467-B588-5B6865343F01}"/>
          </ac:spMkLst>
        </pc:spChg>
        <pc:spChg chg="mod">
          <ac:chgData name="Liudmila Khatkevich" userId="9e4f13db-0122-4676-b5ab-9c285f81dc95" providerId="ADAL" clId="{AFD80411-0EF2-4D4C-83C9-B5887907CF46}" dt="2026-03-03T12:48:49.258" v="2313" actId="552"/>
          <ac:spMkLst>
            <pc:docMk/>
            <pc:sldMk cId="1695504758" sldId="2147478282"/>
            <ac:spMk id="44" creationId="{D40933C9-5A38-5E72-CE0D-6183D4FE0BAE}"/>
          </ac:spMkLst>
        </pc:spChg>
        <pc:spChg chg="mod">
          <ac:chgData name="Liudmila Khatkevich" userId="9e4f13db-0122-4676-b5ab-9c285f81dc95" providerId="ADAL" clId="{AFD80411-0EF2-4D4C-83C9-B5887907CF46}" dt="2026-03-03T12:56:43.641" v="2592" actId="20577"/>
          <ac:spMkLst>
            <pc:docMk/>
            <pc:sldMk cId="1695504758" sldId="2147478282"/>
            <ac:spMk id="45" creationId="{F65130F0-74AA-6B97-6DD0-02E5ED39B8BE}"/>
          </ac:spMkLst>
        </pc:spChg>
        <pc:spChg chg="mod">
          <ac:chgData name="Liudmila Khatkevich" userId="9e4f13db-0122-4676-b5ab-9c285f81dc95" providerId="ADAL" clId="{AFD80411-0EF2-4D4C-83C9-B5887907CF46}" dt="2026-03-03T12:49:30.015" v="2337" actId="14100"/>
          <ac:spMkLst>
            <pc:docMk/>
            <pc:sldMk cId="1695504758" sldId="2147478282"/>
            <ac:spMk id="46" creationId="{AF8DFBBD-9E99-2054-49BC-527D633366C5}"/>
          </ac:spMkLst>
        </pc:spChg>
        <pc:spChg chg="mod">
          <ac:chgData name="Liudmila Khatkevich" userId="9e4f13db-0122-4676-b5ab-9c285f81dc95" providerId="ADAL" clId="{AFD80411-0EF2-4D4C-83C9-B5887907CF46}" dt="2026-03-03T12:56:30.218" v="2582" actId="242"/>
          <ac:spMkLst>
            <pc:docMk/>
            <pc:sldMk cId="1695504758" sldId="2147478282"/>
            <ac:spMk id="47" creationId="{900F9680-B448-B9CB-C170-FE07FD9E541F}"/>
          </ac:spMkLst>
        </pc:spChg>
        <pc:spChg chg="mod">
          <ac:chgData name="Liudmila Khatkevich" userId="9e4f13db-0122-4676-b5ab-9c285f81dc95" providerId="ADAL" clId="{AFD80411-0EF2-4D4C-83C9-B5887907CF46}" dt="2026-03-03T12:56:30.218" v="2582" actId="242"/>
          <ac:spMkLst>
            <pc:docMk/>
            <pc:sldMk cId="1695504758" sldId="2147478282"/>
            <ac:spMk id="48" creationId="{1A8FAB12-244E-45D7-D929-1ED72D18D7DD}"/>
          </ac:spMkLst>
        </pc:spChg>
        <pc:spChg chg="mod">
          <ac:chgData name="Liudmila Khatkevich" userId="9e4f13db-0122-4676-b5ab-9c285f81dc95" providerId="ADAL" clId="{AFD80411-0EF2-4D4C-83C9-B5887907CF46}" dt="2026-03-03T11:03:17.377" v="2"/>
          <ac:spMkLst>
            <pc:docMk/>
            <pc:sldMk cId="1695504758" sldId="2147478282"/>
            <ac:spMk id="71" creationId="{7DD06999-77D9-29D1-6BFD-266B84161A7E}"/>
          </ac:spMkLst>
        </pc:spChg>
        <pc:spChg chg="mod">
          <ac:chgData name="Liudmila Khatkevich" userId="9e4f13db-0122-4676-b5ab-9c285f81dc95" providerId="ADAL" clId="{AFD80411-0EF2-4D4C-83C9-B5887907CF46}" dt="2026-03-03T11:03:17.377" v="2"/>
          <ac:spMkLst>
            <pc:docMk/>
            <pc:sldMk cId="1695504758" sldId="2147478282"/>
            <ac:spMk id="77" creationId="{8982A910-124C-375B-00FE-073456E45581}"/>
          </ac:spMkLst>
        </pc:spChg>
        <pc:spChg chg="mod">
          <ac:chgData name="Liudmila Khatkevich" userId="9e4f13db-0122-4676-b5ab-9c285f81dc95" providerId="ADAL" clId="{AFD80411-0EF2-4D4C-83C9-B5887907CF46}" dt="2026-03-03T11:03:17.377" v="2"/>
          <ac:spMkLst>
            <pc:docMk/>
            <pc:sldMk cId="1695504758" sldId="2147478282"/>
            <ac:spMk id="82" creationId="{CD90FB0A-FC98-27B4-87D1-D36BD41912BD}"/>
          </ac:spMkLst>
        </pc:spChg>
        <pc:spChg chg="mod topLvl">
          <ac:chgData name="Liudmila Khatkevich" userId="9e4f13db-0122-4676-b5ab-9c285f81dc95" providerId="ADAL" clId="{AFD80411-0EF2-4D4C-83C9-B5887907CF46}" dt="2026-03-03T12:55:03.458" v="2513" actId="164"/>
          <ac:spMkLst>
            <pc:docMk/>
            <pc:sldMk cId="1695504758" sldId="2147478282"/>
            <ac:spMk id="97" creationId="{4E796861-87BD-6161-0658-D751C0BEF753}"/>
          </ac:spMkLst>
        </pc:spChg>
        <pc:spChg chg="mod">
          <ac:chgData name="Liudmila Khatkevich" userId="9e4f13db-0122-4676-b5ab-9c285f81dc95" providerId="ADAL" clId="{AFD80411-0EF2-4D4C-83C9-B5887907CF46}" dt="2026-03-03T12:53:27.883" v="2449" actId="165"/>
          <ac:spMkLst>
            <pc:docMk/>
            <pc:sldMk cId="1695504758" sldId="2147478282"/>
            <ac:spMk id="101" creationId="{783AB536-07E6-8828-C017-AA3D6292C6E5}"/>
          </ac:spMkLst>
        </pc:spChg>
        <pc:spChg chg="mod">
          <ac:chgData name="Liudmila Khatkevich" userId="9e4f13db-0122-4676-b5ab-9c285f81dc95" providerId="ADAL" clId="{AFD80411-0EF2-4D4C-83C9-B5887907CF46}" dt="2026-03-03T12:53:27.883" v="2449" actId="165"/>
          <ac:spMkLst>
            <pc:docMk/>
            <pc:sldMk cId="1695504758" sldId="2147478282"/>
            <ac:spMk id="104" creationId="{E0A97CAB-1005-D2DC-28EE-96D634A51D77}"/>
          </ac:spMkLst>
        </pc:spChg>
        <pc:spChg chg="mod">
          <ac:chgData name="Liudmila Khatkevich" userId="9e4f13db-0122-4676-b5ab-9c285f81dc95" providerId="ADAL" clId="{AFD80411-0EF2-4D4C-83C9-B5887907CF46}" dt="2026-03-03T12:53:27.883" v="2449" actId="165"/>
          <ac:spMkLst>
            <pc:docMk/>
            <pc:sldMk cId="1695504758" sldId="2147478282"/>
            <ac:spMk id="105" creationId="{B5D0A88B-8E9C-4940-F96D-82FF872B88B3}"/>
          </ac:spMkLst>
        </pc:spChg>
        <pc:grpChg chg="add mod">
          <ac:chgData name="Liudmila Khatkevich" userId="9e4f13db-0122-4676-b5ab-9c285f81dc95" providerId="ADAL" clId="{AFD80411-0EF2-4D4C-83C9-B5887907CF46}" dt="2026-03-03T12:55:03.458" v="2513" actId="164"/>
          <ac:grpSpMkLst>
            <pc:docMk/>
            <pc:sldMk cId="1695504758" sldId="2147478282"/>
            <ac:grpSpMk id="5" creationId="{E7D11EC1-53A1-C8C8-602E-2A9C38C85504}"/>
          </ac:grpSpMkLst>
        </pc:grpChg>
        <pc:grpChg chg="mod">
          <ac:chgData name="Liudmila Khatkevich" userId="9e4f13db-0122-4676-b5ab-9c285f81dc95" providerId="ADAL" clId="{AFD80411-0EF2-4D4C-83C9-B5887907CF46}" dt="2026-03-03T12:54:03.580" v="2489" actId="554"/>
          <ac:grpSpMkLst>
            <pc:docMk/>
            <pc:sldMk cId="1695504758" sldId="2147478282"/>
            <ac:grpSpMk id="7" creationId="{A5C2997D-D0EB-1B36-A783-485FDD2455CE}"/>
          </ac:grpSpMkLst>
        </pc:grpChg>
        <pc:grpChg chg="add mod">
          <ac:chgData name="Liudmila Khatkevich" userId="9e4f13db-0122-4676-b5ab-9c285f81dc95" providerId="ADAL" clId="{AFD80411-0EF2-4D4C-83C9-B5887907CF46}" dt="2026-03-03T12:55:03.458" v="2513" actId="164"/>
          <ac:grpSpMkLst>
            <pc:docMk/>
            <pc:sldMk cId="1695504758" sldId="2147478282"/>
            <ac:grpSpMk id="15" creationId="{86B63626-EA45-FF7B-E784-6EFC2DB860E1}"/>
          </ac:grpSpMkLst>
        </pc:grpChg>
        <pc:grpChg chg="mod">
          <ac:chgData name="Liudmila Khatkevich" userId="9e4f13db-0122-4676-b5ab-9c285f81dc95" providerId="ADAL" clId="{AFD80411-0EF2-4D4C-83C9-B5887907CF46}" dt="2026-03-03T12:54:03.580" v="2489" actId="554"/>
          <ac:grpSpMkLst>
            <pc:docMk/>
            <pc:sldMk cId="1695504758" sldId="2147478282"/>
            <ac:grpSpMk id="20" creationId="{A28CEAED-4CE2-88A8-61D5-6EE44DD0CBE9}"/>
          </ac:grpSpMkLst>
        </pc:grpChg>
        <pc:grpChg chg="mod">
          <ac:chgData name="Liudmila Khatkevich" userId="9e4f13db-0122-4676-b5ab-9c285f81dc95" providerId="ADAL" clId="{AFD80411-0EF2-4D4C-83C9-B5887907CF46}" dt="2026-03-03T12:54:06.214" v="2491" actId="1035"/>
          <ac:grpSpMkLst>
            <pc:docMk/>
            <pc:sldMk cId="1695504758" sldId="2147478282"/>
            <ac:grpSpMk id="63" creationId="{B2D00F0C-1DAB-9B14-8A25-3D89890D24B5}"/>
          </ac:grpSpMkLst>
        </pc:grpChg>
        <pc:grpChg chg="mod">
          <ac:chgData name="Liudmila Khatkevich" userId="9e4f13db-0122-4676-b5ab-9c285f81dc95" providerId="ADAL" clId="{AFD80411-0EF2-4D4C-83C9-B5887907CF46}" dt="2026-03-03T12:52:50.259" v="2369" actId="1036"/>
          <ac:grpSpMkLst>
            <pc:docMk/>
            <pc:sldMk cId="1695504758" sldId="2147478282"/>
            <ac:grpSpMk id="76" creationId="{D18E94F3-6193-9713-4542-1B2023C24C9A}"/>
          </ac:grpSpMkLst>
        </pc:grpChg>
        <pc:grpChg chg="mod">
          <ac:chgData name="Liudmila Khatkevich" userId="9e4f13db-0122-4676-b5ab-9c285f81dc95" providerId="ADAL" clId="{AFD80411-0EF2-4D4C-83C9-B5887907CF46}" dt="2026-03-03T12:54:07.967" v="2492" actId="1035"/>
          <ac:grpSpMkLst>
            <pc:docMk/>
            <pc:sldMk cId="1695504758" sldId="2147478282"/>
            <ac:grpSpMk id="86" creationId="{AB963C22-24C5-E64B-4EC4-36F87A08FD77}"/>
          </ac:grpSpMkLst>
        </pc:grpChg>
        <pc:grpChg chg="del mod">
          <ac:chgData name="Liudmila Khatkevich" userId="9e4f13db-0122-4676-b5ab-9c285f81dc95" providerId="ADAL" clId="{AFD80411-0EF2-4D4C-83C9-B5887907CF46}" dt="2026-03-03T12:53:26.433" v="2448" actId="165"/>
          <ac:grpSpMkLst>
            <pc:docMk/>
            <pc:sldMk cId="1695504758" sldId="2147478282"/>
            <ac:grpSpMk id="96" creationId="{8CB499F1-90C3-B6F3-2853-05266221C230}"/>
          </ac:grpSpMkLst>
        </pc:grpChg>
        <pc:grpChg chg="del mod topLvl">
          <ac:chgData name="Liudmila Khatkevich" userId="9e4f13db-0122-4676-b5ab-9c285f81dc95" providerId="ADAL" clId="{AFD80411-0EF2-4D4C-83C9-B5887907CF46}" dt="2026-03-03T12:53:27.883" v="2449" actId="165"/>
          <ac:grpSpMkLst>
            <pc:docMk/>
            <pc:sldMk cId="1695504758" sldId="2147478282"/>
            <ac:grpSpMk id="98" creationId="{230682AF-4F4F-8B65-8DD7-148976740A8F}"/>
          </ac:grpSpMkLst>
        </pc:grpChg>
        <pc:grpChg chg="mod topLvl">
          <ac:chgData name="Liudmila Khatkevich" userId="9e4f13db-0122-4676-b5ab-9c285f81dc95" providerId="ADAL" clId="{AFD80411-0EF2-4D4C-83C9-B5887907CF46}" dt="2026-03-03T12:53:42.473" v="2467" actId="164"/>
          <ac:grpSpMkLst>
            <pc:docMk/>
            <pc:sldMk cId="1695504758" sldId="2147478282"/>
            <ac:grpSpMk id="99" creationId="{D80EEE61-E3CF-A051-2898-BAD7288ABEF8}"/>
          </ac:grpSpMkLst>
        </pc:grpChg>
        <pc:grpChg chg="mod">
          <ac:chgData name="Liudmila Khatkevich" userId="9e4f13db-0122-4676-b5ab-9c285f81dc95" providerId="ADAL" clId="{AFD80411-0EF2-4D4C-83C9-B5887907CF46}" dt="2026-03-03T12:54:09.357" v="2495" actId="1035"/>
          <ac:grpSpMkLst>
            <pc:docMk/>
            <pc:sldMk cId="1695504758" sldId="2147478282"/>
            <ac:grpSpMk id="106" creationId="{38AB8D96-B6C6-E032-BF16-35BD5B3CC393}"/>
          </ac:grpSpMkLst>
        </pc:grpChg>
        <pc:grpChg chg="mod">
          <ac:chgData name="Liudmila Khatkevich" userId="9e4f13db-0122-4676-b5ab-9c285f81dc95" providerId="ADAL" clId="{AFD80411-0EF2-4D4C-83C9-B5887907CF46}" dt="2026-03-03T12:53:05.120" v="2431" actId="1035"/>
          <ac:grpSpMkLst>
            <pc:docMk/>
            <pc:sldMk cId="1695504758" sldId="2147478282"/>
            <ac:grpSpMk id="115" creationId="{CC726CD4-D5ED-FF35-C769-6832D6806D67}"/>
          </ac:grpSpMkLst>
        </pc:grpChg>
        <pc:picChg chg="mod">
          <ac:chgData name="Liudmila Khatkevich" userId="9e4f13db-0122-4676-b5ab-9c285f81dc95" providerId="ADAL" clId="{AFD80411-0EF2-4D4C-83C9-B5887907CF46}" dt="2026-03-03T12:50:34.405" v="2355"/>
          <ac:picMkLst>
            <pc:docMk/>
            <pc:sldMk cId="1695504758" sldId="2147478282"/>
            <ac:picMk id="43" creationId="{77A23FF7-970D-E9F7-8347-76144671668E}"/>
          </ac:picMkLst>
        </pc:picChg>
        <pc:picChg chg="mod topLvl">
          <ac:chgData name="Liudmila Khatkevich" userId="9e4f13db-0122-4676-b5ab-9c285f81dc95" providerId="ADAL" clId="{AFD80411-0EF2-4D4C-83C9-B5887907CF46}" dt="2026-03-03T12:53:42.473" v="2467" actId="164"/>
          <ac:picMkLst>
            <pc:docMk/>
            <pc:sldMk cId="1695504758" sldId="2147478282"/>
            <ac:picMk id="100" creationId="{D7F539FA-E683-9888-1C9E-849133F090BE}"/>
          </ac:picMkLst>
        </pc:picChg>
        <pc:cxnChg chg="mod">
          <ac:chgData name="Liudmila Khatkevich" userId="9e4f13db-0122-4676-b5ab-9c285f81dc95" providerId="ADAL" clId="{AFD80411-0EF2-4D4C-83C9-B5887907CF46}" dt="2026-03-03T12:53:27.883" v="2449" actId="165"/>
          <ac:cxnSpMkLst>
            <pc:docMk/>
            <pc:sldMk cId="1695504758" sldId="2147478282"/>
            <ac:cxnSpMk id="102" creationId="{692F05A9-8575-E53B-ED84-C93D40CEC7A9}"/>
          </ac:cxnSpMkLst>
        </pc:cxnChg>
        <pc:cxnChg chg="mod">
          <ac:chgData name="Liudmila Khatkevich" userId="9e4f13db-0122-4676-b5ab-9c285f81dc95" providerId="ADAL" clId="{AFD80411-0EF2-4D4C-83C9-B5887907CF46}" dt="2026-03-03T12:53:27.883" v="2449" actId="165"/>
          <ac:cxnSpMkLst>
            <pc:docMk/>
            <pc:sldMk cId="1695504758" sldId="2147478282"/>
            <ac:cxnSpMk id="103" creationId="{D391CEE2-97F8-D10B-0EF7-4EE50A621937}"/>
          </ac:cxnSpMkLst>
        </pc:cxnChg>
      </pc:sldChg>
      <pc:sldChg chg="addSp delSp modSp mod modClrScheme chgLayout">
        <pc:chgData name="Liudmila Khatkevich" userId="9e4f13db-0122-4676-b5ab-9c285f81dc95" providerId="ADAL" clId="{AFD80411-0EF2-4D4C-83C9-B5887907CF46}" dt="2026-03-03T13:04:28.188" v="2831"/>
        <pc:sldMkLst>
          <pc:docMk/>
          <pc:sldMk cId="1865360358" sldId="2147478283"/>
        </pc:sldMkLst>
        <pc:spChg chg="mod ord">
          <ac:chgData name="Liudmila Khatkevich" userId="9e4f13db-0122-4676-b5ab-9c285f81dc95" providerId="ADAL" clId="{AFD80411-0EF2-4D4C-83C9-B5887907CF46}" dt="2026-03-03T13:04:28.188" v="2831"/>
          <ac:spMkLst>
            <pc:docMk/>
            <pc:sldMk cId="1865360358" sldId="2147478283"/>
            <ac:spMk id="2" creationId="{821357BC-131C-43D4-5FD2-956F0B0C6E34}"/>
          </ac:spMkLst>
        </pc:spChg>
        <pc:spChg chg="add mod ord">
          <ac:chgData name="Liudmila Khatkevich" userId="9e4f13db-0122-4676-b5ab-9c285f81dc95" providerId="ADAL" clId="{AFD80411-0EF2-4D4C-83C9-B5887907CF46}" dt="2026-03-03T13:00:49.999" v="2706" actId="700"/>
          <ac:spMkLst>
            <pc:docMk/>
            <pc:sldMk cId="1865360358" sldId="2147478283"/>
            <ac:spMk id="3" creationId="{8793F9EE-04B2-71C6-249B-6A7B3CE7FCE7}"/>
          </ac:spMkLst>
        </pc:spChg>
        <pc:spChg chg="mod">
          <ac:chgData name="Liudmila Khatkevich" userId="9e4f13db-0122-4676-b5ab-9c285f81dc95" providerId="ADAL" clId="{AFD80411-0EF2-4D4C-83C9-B5887907CF46}" dt="2026-03-03T13:04:20.926" v="2830" actId="1036"/>
          <ac:spMkLst>
            <pc:docMk/>
            <pc:sldMk cId="1865360358" sldId="2147478283"/>
            <ac:spMk id="4" creationId="{CA1F5F71-5C4C-DA6C-7C88-6248C5EF11CC}"/>
          </ac:spMkLst>
        </pc:spChg>
        <pc:spChg chg="mod">
          <ac:chgData name="Liudmila Khatkevich" userId="9e4f13db-0122-4676-b5ab-9c285f81dc95" providerId="ADAL" clId="{AFD80411-0EF2-4D4C-83C9-B5887907CF46}" dt="2026-03-03T13:04:20.926" v="2830" actId="1036"/>
          <ac:spMkLst>
            <pc:docMk/>
            <pc:sldMk cId="1865360358" sldId="2147478283"/>
            <ac:spMk id="5" creationId="{699741A2-7880-590D-60BA-82ACD7674162}"/>
          </ac:spMkLst>
        </pc:spChg>
        <pc:spChg chg="mod">
          <ac:chgData name="Liudmila Khatkevich" userId="9e4f13db-0122-4676-b5ab-9c285f81dc95" providerId="ADAL" clId="{AFD80411-0EF2-4D4C-83C9-B5887907CF46}" dt="2026-03-03T13:04:20.926" v="2830" actId="1036"/>
          <ac:spMkLst>
            <pc:docMk/>
            <pc:sldMk cId="1865360358" sldId="2147478283"/>
            <ac:spMk id="6" creationId="{B80E4D5D-C3F9-D99A-8A30-5CE552A474A3}"/>
          </ac:spMkLst>
        </pc:spChg>
        <pc:spChg chg="mod">
          <ac:chgData name="Liudmila Khatkevich" userId="9e4f13db-0122-4676-b5ab-9c285f81dc95" providerId="ADAL" clId="{AFD80411-0EF2-4D4C-83C9-B5887907CF46}" dt="2026-03-03T13:04:20.926" v="2830" actId="1036"/>
          <ac:spMkLst>
            <pc:docMk/>
            <pc:sldMk cId="1865360358" sldId="2147478283"/>
            <ac:spMk id="7" creationId="{C20A4F03-932F-D5FC-4956-98A1D788935F}"/>
          </ac:spMkLst>
        </pc:spChg>
        <pc:spChg chg="mod">
          <ac:chgData name="Liudmila Khatkevich" userId="9e4f13db-0122-4676-b5ab-9c285f81dc95" providerId="ADAL" clId="{AFD80411-0EF2-4D4C-83C9-B5887907CF46}" dt="2026-03-03T13:04:20.926" v="2830" actId="1036"/>
          <ac:spMkLst>
            <pc:docMk/>
            <pc:sldMk cId="1865360358" sldId="2147478283"/>
            <ac:spMk id="8" creationId="{3CA8F06F-69A0-79EA-B3B7-51539C85A587}"/>
          </ac:spMkLst>
        </pc:spChg>
        <pc:spChg chg="mod">
          <ac:chgData name="Liudmila Khatkevich" userId="9e4f13db-0122-4676-b5ab-9c285f81dc95" providerId="ADAL" clId="{AFD80411-0EF2-4D4C-83C9-B5887907CF46}" dt="2026-03-03T13:04:20.926" v="2830" actId="1036"/>
          <ac:spMkLst>
            <pc:docMk/>
            <pc:sldMk cId="1865360358" sldId="2147478283"/>
            <ac:spMk id="10" creationId="{54EA8544-68DF-3F3C-2392-7309F0BFD6FD}"/>
          </ac:spMkLst>
        </pc:spChg>
        <pc:spChg chg="mod">
          <ac:chgData name="Liudmila Khatkevich" userId="9e4f13db-0122-4676-b5ab-9c285f81dc95" providerId="ADAL" clId="{AFD80411-0EF2-4D4C-83C9-B5887907CF46}" dt="2026-03-03T13:04:20.926" v="2830" actId="1036"/>
          <ac:spMkLst>
            <pc:docMk/>
            <pc:sldMk cId="1865360358" sldId="2147478283"/>
            <ac:spMk id="11" creationId="{E993D1E0-3FEC-0A72-B0BF-66E4E4342791}"/>
          </ac:spMkLst>
        </pc:spChg>
        <pc:spChg chg="mod">
          <ac:chgData name="Liudmila Khatkevich" userId="9e4f13db-0122-4676-b5ab-9c285f81dc95" providerId="ADAL" clId="{AFD80411-0EF2-4D4C-83C9-B5887907CF46}" dt="2026-03-03T13:04:20.926" v="2830" actId="1036"/>
          <ac:spMkLst>
            <pc:docMk/>
            <pc:sldMk cId="1865360358" sldId="2147478283"/>
            <ac:spMk id="12" creationId="{D0A114AD-2C96-EC65-AF6D-11CFC223A324}"/>
          </ac:spMkLst>
        </pc:spChg>
        <pc:spChg chg="mod">
          <ac:chgData name="Liudmila Khatkevich" userId="9e4f13db-0122-4676-b5ab-9c285f81dc95" providerId="ADAL" clId="{AFD80411-0EF2-4D4C-83C9-B5887907CF46}" dt="2026-03-03T13:04:20.926" v="2830" actId="1036"/>
          <ac:spMkLst>
            <pc:docMk/>
            <pc:sldMk cId="1865360358" sldId="2147478283"/>
            <ac:spMk id="16" creationId="{C425C9A5-67CD-DBC9-0EF2-4E942196DB6F}"/>
          </ac:spMkLst>
        </pc:spChg>
        <pc:spChg chg="del mod ord">
          <ac:chgData name="Liudmila Khatkevich" userId="9e4f13db-0122-4676-b5ab-9c285f81dc95" providerId="ADAL" clId="{AFD80411-0EF2-4D4C-83C9-B5887907CF46}" dt="2026-03-03T13:00:49.999" v="2706" actId="700"/>
          <ac:spMkLst>
            <pc:docMk/>
            <pc:sldMk cId="1865360358" sldId="2147478283"/>
            <ac:spMk id="17" creationId="{D8B0AF4D-912C-AD98-00E6-28780A0CEC39}"/>
          </ac:spMkLst>
        </pc:spChg>
        <pc:picChg chg="mod">
          <ac:chgData name="Liudmila Khatkevich" userId="9e4f13db-0122-4676-b5ab-9c285f81dc95" providerId="ADAL" clId="{AFD80411-0EF2-4D4C-83C9-B5887907CF46}" dt="2026-03-03T13:04:20.926" v="2830" actId="1036"/>
          <ac:picMkLst>
            <pc:docMk/>
            <pc:sldMk cId="1865360358" sldId="2147478283"/>
            <ac:picMk id="13" creationId="{31D0311E-C43F-F7D2-A65D-8D2D85C30DD7}"/>
          </ac:picMkLst>
        </pc:picChg>
        <pc:picChg chg="mod">
          <ac:chgData name="Liudmila Khatkevich" userId="9e4f13db-0122-4676-b5ab-9c285f81dc95" providerId="ADAL" clId="{AFD80411-0EF2-4D4C-83C9-B5887907CF46}" dt="2026-03-03T13:03:30.332" v="2794" actId="1035"/>
          <ac:picMkLst>
            <pc:docMk/>
            <pc:sldMk cId="1865360358" sldId="2147478283"/>
            <ac:picMk id="14" creationId="{1D9EAF18-8CCB-02E0-00CA-E4B5E7D20EB9}"/>
          </ac:picMkLst>
        </pc:picChg>
        <pc:picChg chg="mod">
          <ac:chgData name="Liudmila Khatkevich" userId="9e4f13db-0122-4676-b5ab-9c285f81dc95" providerId="ADAL" clId="{AFD80411-0EF2-4D4C-83C9-B5887907CF46}" dt="2026-03-03T13:03:30.332" v="2794" actId="1035"/>
          <ac:picMkLst>
            <pc:docMk/>
            <pc:sldMk cId="1865360358" sldId="2147478283"/>
            <ac:picMk id="15" creationId="{7849C690-6934-262E-5710-A1E1D965E562}"/>
          </ac:picMkLst>
        </pc:picChg>
      </pc:sldChg>
      <pc:sldChg chg="addSp delSp modSp mod modClrScheme modCm chgLayout">
        <pc:chgData name="Liudmila Khatkevich" userId="9e4f13db-0122-4676-b5ab-9c285f81dc95" providerId="ADAL" clId="{AFD80411-0EF2-4D4C-83C9-B5887907CF46}" dt="2026-03-03T13:16:01.824" v="3315" actId="1038"/>
        <pc:sldMkLst>
          <pc:docMk/>
          <pc:sldMk cId="4196449322" sldId="2147478284"/>
        </pc:sldMkLst>
        <pc:spChg chg="mod ord">
          <ac:chgData name="Liudmila Khatkevich" userId="9e4f13db-0122-4676-b5ab-9c285f81dc95" providerId="ADAL" clId="{AFD80411-0EF2-4D4C-83C9-B5887907CF46}" dt="2026-03-03T13:00:19.354" v="2695"/>
          <ac:spMkLst>
            <pc:docMk/>
            <pc:sldMk cId="4196449322" sldId="2147478284"/>
            <ac:spMk id="2" creationId="{9763512A-CD9E-1461-AC25-1CB2C37DF529}"/>
          </ac:spMkLst>
        </pc:spChg>
        <pc:spChg chg="add del mod ord">
          <ac:chgData name="Liudmila Khatkevich" userId="9e4f13db-0122-4676-b5ab-9c285f81dc95" providerId="ADAL" clId="{AFD80411-0EF2-4D4C-83C9-B5887907CF46}" dt="2026-03-03T13:00:16.548" v="2694" actId="6264"/>
          <ac:spMkLst>
            <pc:docMk/>
            <pc:sldMk cId="4196449322" sldId="2147478284"/>
            <ac:spMk id="14" creationId="{05F11F4F-A4A6-3B9C-4DA1-3CF9783FF950}"/>
          </ac:spMkLst>
        </pc:spChg>
        <pc:spChg chg="del mod">
          <ac:chgData name="Liudmila Khatkevich" userId="9e4f13db-0122-4676-b5ab-9c285f81dc95" providerId="ADAL" clId="{AFD80411-0EF2-4D4C-83C9-B5887907CF46}" dt="2026-03-03T13:04:41.291" v="2833" actId="478"/>
          <ac:spMkLst>
            <pc:docMk/>
            <pc:sldMk cId="4196449322" sldId="2147478284"/>
            <ac:spMk id="15" creationId="{3885DCA7-0DAB-ACBF-DC8A-FDFB0835D1E8}"/>
          </ac:spMkLst>
        </pc:spChg>
        <pc:spChg chg="add del mod">
          <ac:chgData name="Liudmila Khatkevich" userId="9e4f13db-0122-4676-b5ab-9c285f81dc95" providerId="ADAL" clId="{AFD80411-0EF2-4D4C-83C9-B5887907CF46}" dt="2026-03-03T13:00:16.548" v="2694" actId="6264"/>
          <ac:spMkLst>
            <pc:docMk/>
            <pc:sldMk cId="4196449322" sldId="2147478284"/>
            <ac:spMk id="16" creationId="{C44677E1-B3DC-F86B-8945-1BE355CCB66A}"/>
          </ac:spMkLst>
        </pc:spChg>
        <pc:spChg chg="mod">
          <ac:chgData name="Liudmila Khatkevich" userId="9e4f13db-0122-4676-b5ab-9c285f81dc95" providerId="ADAL" clId="{AFD80411-0EF2-4D4C-83C9-B5887907CF46}" dt="2026-03-03T13:15:42.474" v="3302" actId="1036"/>
          <ac:spMkLst>
            <pc:docMk/>
            <pc:sldMk cId="4196449322" sldId="2147478284"/>
            <ac:spMk id="17" creationId="{912B1E43-836C-9CC7-994A-134355BFC72E}"/>
          </ac:spMkLst>
        </pc:spChg>
        <pc:spChg chg="del mod">
          <ac:chgData name="Liudmila Khatkevich" userId="9e4f13db-0122-4676-b5ab-9c285f81dc95" providerId="ADAL" clId="{AFD80411-0EF2-4D4C-83C9-B5887907CF46}" dt="2026-03-03T13:04:41.291" v="2833" actId="478"/>
          <ac:spMkLst>
            <pc:docMk/>
            <pc:sldMk cId="4196449322" sldId="2147478284"/>
            <ac:spMk id="18" creationId="{046354B6-BA48-D90B-453D-F9448BC6710D}"/>
          </ac:spMkLst>
        </pc:spChg>
        <pc:spChg chg="del mod">
          <ac:chgData name="Liudmila Khatkevich" userId="9e4f13db-0122-4676-b5ab-9c285f81dc95" providerId="ADAL" clId="{AFD80411-0EF2-4D4C-83C9-B5887907CF46}" dt="2026-03-03T13:04:41.291" v="2833" actId="478"/>
          <ac:spMkLst>
            <pc:docMk/>
            <pc:sldMk cId="4196449322" sldId="2147478284"/>
            <ac:spMk id="19" creationId="{BD93EAC8-5873-BB82-FDE0-58AEDEF5AE7D}"/>
          </ac:spMkLst>
        </pc:spChg>
        <pc:spChg chg="del mod">
          <ac:chgData name="Liudmila Khatkevich" userId="9e4f13db-0122-4676-b5ab-9c285f81dc95" providerId="ADAL" clId="{AFD80411-0EF2-4D4C-83C9-B5887907CF46}" dt="2026-03-03T13:04:41.291" v="2833" actId="478"/>
          <ac:spMkLst>
            <pc:docMk/>
            <pc:sldMk cId="4196449322" sldId="2147478284"/>
            <ac:spMk id="21" creationId="{D4AA89CE-E2C3-DF47-C62E-6A3A76E1EB9D}"/>
          </ac:spMkLst>
        </pc:spChg>
        <pc:spChg chg="del mod ord">
          <ac:chgData name="Liudmila Khatkevich" userId="9e4f13db-0122-4676-b5ab-9c285f81dc95" providerId="ADAL" clId="{AFD80411-0EF2-4D4C-83C9-B5887907CF46}" dt="2026-03-03T13:00:14.538" v="2693" actId="700"/>
          <ac:spMkLst>
            <pc:docMk/>
            <pc:sldMk cId="4196449322" sldId="2147478284"/>
            <ac:spMk id="22" creationId="{8522CAAB-E6B4-F8D9-A2F2-CCF932E7A2B0}"/>
          </ac:spMkLst>
        </pc:spChg>
        <pc:spChg chg="add mod ord">
          <ac:chgData name="Liudmila Khatkevich" userId="9e4f13db-0122-4676-b5ab-9c285f81dc95" providerId="ADAL" clId="{AFD80411-0EF2-4D4C-83C9-B5887907CF46}" dt="2026-03-03T13:00:16.548" v="2694" actId="6264"/>
          <ac:spMkLst>
            <pc:docMk/>
            <pc:sldMk cId="4196449322" sldId="2147478284"/>
            <ac:spMk id="23" creationId="{E18D1088-ABE4-BC08-91C1-DE45212B980A}"/>
          </ac:spMkLst>
        </pc:spChg>
        <pc:spChg chg="add mod">
          <ac:chgData name="Liudmila Khatkevich" userId="9e4f13db-0122-4676-b5ab-9c285f81dc95" providerId="ADAL" clId="{AFD80411-0EF2-4D4C-83C9-B5887907CF46}" dt="2026-03-03T13:09:06.547" v="2923" actId="164"/>
          <ac:spMkLst>
            <pc:docMk/>
            <pc:sldMk cId="4196449322" sldId="2147478284"/>
            <ac:spMk id="24" creationId="{ED31D96E-EF08-4419-90BD-300CBB646DBC}"/>
          </ac:spMkLst>
        </pc:spChg>
        <pc:spChg chg="add mod">
          <ac:chgData name="Liudmila Khatkevich" userId="9e4f13db-0122-4676-b5ab-9c285f81dc95" providerId="ADAL" clId="{AFD80411-0EF2-4D4C-83C9-B5887907CF46}" dt="2026-03-03T13:09:06.547" v="2923" actId="164"/>
          <ac:spMkLst>
            <pc:docMk/>
            <pc:sldMk cId="4196449322" sldId="2147478284"/>
            <ac:spMk id="25" creationId="{B03A7F16-44D9-5A7D-B5FD-477FBE22A725}"/>
          </ac:spMkLst>
        </pc:spChg>
        <pc:spChg chg="add mod">
          <ac:chgData name="Liudmila Khatkevich" userId="9e4f13db-0122-4676-b5ab-9c285f81dc95" providerId="ADAL" clId="{AFD80411-0EF2-4D4C-83C9-B5887907CF46}" dt="2026-03-03T13:09:06.547" v="2923" actId="164"/>
          <ac:spMkLst>
            <pc:docMk/>
            <pc:sldMk cId="4196449322" sldId="2147478284"/>
            <ac:spMk id="26" creationId="{9E30C8BF-0E80-DF55-5D64-25A37215DD75}"/>
          </ac:spMkLst>
        </pc:spChg>
        <pc:spChg chg="add mod">
          <ac:chgData name="Liudmila Khatkevich" userId="9e4f13db-0122-4676-b5ab-9c285f81dc95" providerId="ADAL" clId="{AFD80411-0EF2-4D4C-83C9-B5887907CF46}" dt="2026-03-03T13:09:06.547" v="2923" actId="164"/>
          <ac:spMkLst>
            <pc:docMk/>
            <pc:sldMk cId="4196449322" sldId="2147478284"/>
            <ac:spMk id="27" creationId="{0DF25552-5AEF-6164-0511-BBA75A62DC30}"/>
          </ac:spMkLst>
        </pc:spChg>
        <pc:grpChg chg="add mod">
          <ac:chgData name="Liudmila Khatkevich" userId="9e4f13db-0122-4676-b5ab-9c285f81dc95" providerId="ADAL" clId="{AFD80411-0EF2-4D4C-83C9-B5887907CF46}" dt="2026-03-03T13:09:06.547" v="2923" actId="164"/>
          <ac:grpSpMkLst>
            <pc:docMk/>
            <pc:sldMk cId="4196449322" sldId="2147478284"/>
            <ac:grpSpMk id="28" creationId="{4066821F-9020-4A4A-D6DE-17619A698901}"/>
          </ac:grpSpMkLst>
        </pc:grpChg>
        <pc:graphicFrameChg chg="mod modGraphic">
          <ac:chgData name="Liudmila Khatkevich" userId="9e4f13db-0122-4676-b5ab-9c285f81dc95" providerId="ADAL" clId="{AFD80411-0EF2-4D4C-83C9-B5887907CF46}" dt="2026-03-03T13:15:58.089" v="3305"/>
          <ac:graphicFrameMkLst>
            <pc:docMk/>
            <pc:sldMk cId="4196449322" sldId="2147478284"/>
            <ac:graphicFrameMk id="3" creationId="{850F5BD4-6A63-EC17-0008-31EB96B455EE}"/>
          </ac:graphicFrameMkLst>
        </pc:graphicFrameChg>
        <pc:picChg chg="del">
          <ac:chgData name="Liudmila Khatkevich" userId="9e4f13db-0122-4676-b5ab-9c285f81dc95" providerId="ADAL" clId="{AFD80411-0EF2-4D4C-83C9-B5887907CF46}" dt="2026-03-03T13:04:41.291" v="2833" actId="478"/>
          <ac:picMkLst>
            <pc:docMk/>
            <pc:sldMk cId="4196449322" sldId="2147478284"/>
            <ac:picMk id="4" creationId="{B5D90725-AB63-FEF7-105F-FAA5CF47C142}"/>
          </ac:picMkLst>
        </pc:picChg>
        <pc:picChg chg="del">
          <ac:chgData name="Liudmila Khatkevich" userId="9e4f13db-0122-4676-b5ab-9c285f81dc95" providerId="ADAL" clId="{AFD80411-0EF2-4D4C-83C9-B5887907CF46}" dt="2026-03-03T13:04:41.291" v="2833" actId="478"/>
          <ac:picMkLst>
            <pc:docMk/>
            <pc:sldMk cId="4196449322" sldId="2147478284"/>
            <ac:picMk id="5" creationId="{941EC01C-4370-4BDA-8255-349B0F0DE403}"/>
          </ac:picMkLst>
        </pc:picChg>
        <pc:picChg chg="del mod">
          <ac:chgData name="Liudmila Khatkevich" userId="9e4f13db-0122-4676-b5ab-9c285f81dc95" providerId="ADAL" clId="{AFD80411-0EF2-4D4C-83C9-B5887907CF46}" dt="2026-03-03T13:04:41.291" v="2833" actId="478"/>
          <ac:picMkLst>
            <pc:docMk/>
            <pc:sldMk cId="4196449322" sldId="2147478284"/>
            <ac:picMk id="6" creationId="{758E4960-0535-59C8-0725-922C0A07D238}"/>
          </ac:picMkLst>
        </pc:picChg>
        <pc:picChg chg="del mod">
          <ac:chgData name="Liudmila Khatkevich" userId="9e4f13db-0122-4676-b5ab-9c285f81dc95" providerId="ADAL" clId="{AFD80411-0EF2-4D4C-83C9-B5887907CF46}" dt="2026-03-03T13:04:41.291" v="2833" actId="478"/>
          <ac:picMkLst>
            <pc:docMk/>
            <pc:sldMk cId="4196449322" sldId="2147478284"/>
            <ac:picMk id="9" creationId="{96540E05-7486-BC0F-D419-E1F98B602382}"/>
          </ac:picMkLst>
        </pc:picChg>
        <pc:picChg chg="del mod">
          <ac:chgData name="Liudmila Khatkevich" userId="9e4f13db-0122-4676-b5ab-9c285f81dc95" providerId="ADAL" clId="{AFD80411-0EF2-4D4C-83C9-B5887907CF46}" dt="2026-03-03T13:04:41.291" v="2833" actId="478"/>
          <ac:picMkLst>
            <pc:docMk/>
            <pc:sldMk cId="4196449322" sldId="2147478284"/>
            <ac:picMk id="10" creationId="{BD4171A2-D053-DABB-4B73-9A19CB0ED1AD}"/>
          </ac:picMkLst>
        </pc:picChg>
        <pc:picChg chg="del mod">
          <ac:chgData name="Liudmila Khatkevich" userId="9e4f13db-0122-4676-b5ab-9c285f81dc95" providerId="ADAL" clId="{AFD80411-0EF2-4D4C-83C9-B5887907CF46}" dt="2026-03-03T13:05:08.326" v="2849" actId="478"/>
          <ac:picMkLst>
            <pc:docMk/>
            <pc:sldMk cId="4196449322" sldId="2147478284"/>
            <ac:picMk id="11" creationId="{68A4A2E1-53C4-7147-A04E-279CCECA15B0}"/>
          </ac:picMkLst>
        </pc:picChg>
        <pc:picChg chg="del mod">
          <ac:chgData name="Liudmila Khatkevich" userId="9e4f13db-0122-4676-b5ab-9c285f81dc95" providerId="ADAL" clId="{AFD80411-0EF2-4D4C-83C9-B5887907CF46}" dt="2026-03-03T13:04:41.291" v="2833" actId="478"/>
          <ac:picMkLst>
            <pc:docMk/>
            <pc:sldMk cId="4196449322" sldId="2147478284"/>
            <ac:picMk id="12" creationId="{2E1BED30-14CA-2C45-118B-A6769C6C5850}"/>
          </ac:picMkLst>
        </pc:picChg>
        <pc:picChg chg="del">
          <ac:chgData name="Liudmila Khatkevich" userId="9e4f13db-0122-4676-b5ab-9c285f81dc95" providerId="ADAL" clId="{AFD80411-0EF2-4D4C-83C9-B5887907CF46}" dt="2026-03-03T13:05:08.326" v="2849" actId="478"/>
          <ac:picMkLst>
            <pc:docMk/>
            <pc:sldMk cId="4196449322" sldId="2147478284"/>
            <ac:picMk id="13" creationId="{86A0F250-6F52-2CA0-998C-7174A37F938C}"/>
          </ac:picMkLst>
        </pc:picChg>
        <pc:picChg chg="add mod">
          <ac:chgData name="Liudmila Khatkevich" userId="9e4f13db-0122-4676-b5ab-9c285f81dc95" providerId="ADAL" clId="{AFD80411-0EF2-4D4C-83C9-B5887907CF46}" dt="2026-03-03T13:16:01.824" v="3315" actId="1038"/>
          <ac:picMkLst>
            <pc:docMk/>
            <pc:sldMk cId="4196449322" sldId="2147478284"/>
            <ac:picMk id="29" creationId="{1245715B-596A-CF6B-E795-9B0D1032D1BE}"/>
          </ac:picMkLst>
        </pc:picChg>
        <pc:picChg chg="add mod">
          <ac:chgData name="Liudmila Khatkevich" userId="9e4f13db-0122-4676-b5ab-9c285f81dc95" providerId="ADAL" clId="{AFD80411-0EF2-4D4C-83C9-B5887907CF46}" dt="2026-03-03T13:15:42.474" v="3302" actId="1036"/>
          <ac:picMkLst>
            <pc:docMk/>
            <pc:sldMk cId="4196449322" sldId="2147478284"/>
            <ac:picMk id="30" creationId="{E708A46F-6304-EADA-E27B-27B63F8FF85C}"/>
          </ac:picMkLst>
        </pc:picChg>
        <pc:picChg chg="add mod">
          <ac:chgData name="Liudmila Khatkevich" userId="9e4f13db-0122-4676-b5ab-9c285f81dc95" providerId="ADAL" clId="{AFD80411-0EF2-4D4C-83C9-B5887907CF46}" dt="2026-03-03T13:15:42.474" v="3302" actId="1036"/>
          <ac:picMkLst>
            <pc:docMk/>
            <pc:sldMk cId="4196449322" sldId="2147478284"/>
            <ac:picMk id="31" creationId="{0BE8E407-AFDC-00F7-C356-DFE81772666C}"/>
          </ac:picMkLst>
        </pc:picChg>
        <pc:picChg chg="add mod">
          <ac:chgData name="Liudmila Khatkevich" userId="9e4f13db-0122-4676-b5ab-9c285f81dc95" providerId="ADAL" clId="{AFD80411-0EF2-4D4C-83C9-B5887907CF46}" dt="2026-03-03T13:15:42.474" v="3302" actId="1036"/>
          <ac:picMkLst>
            <pc:docMk/>
            <pc:sldMk cId="4196449322" sldId="2147478284"/>
            <ac:picMk id="32" creationId="{C048DD1E-274C-E682-DBD7-DDA26A083999}"/>
          </ac:picMkLst>
        </pc:picChg>
        <pc:picChg chg="add mod">
          <ac:chgData name="Liudmila Khatkevich" userId="9e4f13db-0122-4676-b5ab-9c285f81dc95" providerId="ADAL" clId="{AFD80411-0EF2-4D4C-83C9-B5887907CF46}" dt="2026-03-03T13:15:42.474" v="3302" actId="1036"/>
          <ac:picMkLst>
            <pc:docMk/>
            <pc:sldMk cId="4196449322" sldId="2147478284"/>
            <ac:picMk id="33" creationId="{D103163A-FD38-470A-6BEC-F647B18D703B}"/>
          </ac:picMkLst>
        </pc:picChg>
        <pc:picChg chg="add mod">
          <ac:chgData name="Liudmila Khatkevich" userId="9e4f13db-0122-4676-b5ab-9c285f81dc95" providerId="ADAL" clId="{AFD80411-0EF2-4D4C-83C9-B5887907CF46}" dt="2026-03-03T13:15:42.474" v="3302" actId="1036"/>
          <ac:picMkLst>
            <pc:docMk/>
            <pc:sldMk cId="4196449322" sldId="2147478284"/>
            <ac:picMk id="34" creationId="{4A8A16DD-85C5-00EC-A658-83537576BC2A}"/>
          </ac:picMkLst>
        </pc:picChg>
        <pc:picChg chg="add mod">
          <ac:chgData name="Liudmila Khatkevich" userId="9e4f13db-0122-4676-b5ab-9c285f81dc95" providerId="ADAL" clId="{AFD80411-0EF2-4D4C-83C9-B5887907CF46}" dt="2026-03-03T13:15:42.474" v="3302" actId="1036"/>
          <ac:picMkLst>
            <pc:docMk/>
            <pc:sldMk cId="4196449322" sldId="2147478284"/>
            <ac:picMk id="35" creationId="{EEACDF4A-5395-03AA-3398-BA7C5F3B6440}"/>
          </ac:picMkLst>
        </pc:picChg>
        <pc:picChg chg="add mod">
          <ac:chgData name="Liudmila Khatkevich" userId="9e4f13db-0122-4676-b5ab-9c285f81dc95" providerId="ADAL" clId="{AFD80411-0EF2-4D4C-83C9-B5887907CF46}" dt="2026-03-03T13:15:42.474" v="3302" actId="1036"/>
          <ac:picMkLst>
            <pc:docMk/>
            <pc:sldMk cId="4196449322" sldId="2147478284"/>
            <ac:picMk id="36" creationId="{82291E77-D3A1-464A-31CC-403C7BAAAADF}"/>
          </ac:picMkLst>
        </pc:picChg>
        <pc:picChg chg="add mod">
          <ac:chgData name="Liudmila Khatkevich" userId="9e4f13db-0122-4676-b5ab-9c285f81dc95" providerId="ADAL" clId="{AFD80411-0EF2-4D4C-83C9-B5887907CF46}" dt="2026-03-03T13:15:42.474" v="3302" actId="1036"/>
          <ac:picMkLst>
            <pc:docMk/>
            <pc:sldMk cId="4196449322" sldId="2147478284"/>
            <ac:picMk id="37" creationId="{AC652F29-037B-59B4-397E-060F9FE19411}"/>
          </ac:picMkLst>
        </pc:picChg>
        <pc:extLst>
          <p:ext xmlns:p="http://schemas.openxmlformats.org/presentationml/2006/main" uri="{D6D511B9-2390-475A-947B-AFAB55BFBCF1}">
            <pc226:cmChg xmlns:pc226="http://schemas.microsoft.com/office/powerpoint/2022/06/main/command" chg="mod">
              <pc226:chgData name="Liudmila Khatkevich" userId="9e4f13db-0122-4676-b5ab-9c285f81dc95" providerId="ADAL" clId="{AFD80411-0EF2-4D4C-83C9-B5887907CF46}" dt="2026-03-03T13:15:07.615" v="3256" actId="20577"/>
              <pc2:cmMkLst xmlns:pc2="http://schemas.microsoft.com/office/powerpoint/2019/9/main/command">
                <pc:docMk/>
                <pc:sldMk cId="4196449322" sldId="2147478284"/>
                <pc2:cmMk id="{AA19FCD3-D720-4AF0-AE9D-C890FCBD4968}"/>
              </pc2:cmMkLst>
            </pc226:cmChg>
          </p:ext>
        </pc:extLst>
      </pc:sldChg>
      <pc:sldChg chg="addSp modSp mod modClrScheme chgLayout">
        <pc:chgData name="Liudmila Khatkevich" userId="9e4f13db-0122-4676-b5ab-9c285f81dc95" providerId="ADAL" clId="{AFD80411-0EF2-4D4C-83C9-B5887907CF46}" dt="2026-03-03T13:20:05.427" v="3385" actId="1076"/>
        <pc:sldMkLst>
          <pc:docMk/>
          <pc:sldMk cId="1502533066" sldId="2147478285"/>
        </pc:sldMkLst>
        <pc:spChg chg="mod ord">
          <ac:chgData name="Liudmila Khatkevich" userId="9e4f13db-0122-4676-b5ab-9c285f81dc95" providerId="ADAL" clId="{AFD80411-0EF2-4D4C-83C9-B5887907CF46}" dt="2026-03-03T13:16:10.016" v="3316" actId="700"/>
          <ac:spMkLst>
            <pc:docMk/>
            <pc:sldMk cId="1502533066" sldId="2147478285"/>
            <ac:spMk id="2" creationId="{6ADAAEC2-06D6-F1EA-381B-875D843ECD44}"/>
          </ac:spMkLst>
        </pc:spChg>
        <pc:spChg chg="mod ord">
          <ac:chgData name="Liudmila Khatkevich" userId="9e4f13db-0122-4676-b5ab-9c285f81dc95" providerId="ADAL" clId="{AFD80411-0EF2-4D4C-83C9-B5887907CF46}" dt="2026-03-03T13:16:10.016" v="3316" actId="700"/>
          <ac:spMkLst>
            <pc:docMk/>
            <pc:sldMk cId="1502533066" sldId="2147478285"/>
            <ac:spMk id="3" creationId="{A6F890D6-6B37-74AD-3806-A192C5E0111D}"/>
          </ac:spMkLst>
        </pc:spChg>
        <pc:spChg chg="mod">
          <ac:chgData name="Liudmila Khatkevich" userId="9e4f13db-0122-4676-b5ab-9c285f81dc95" providerId="ADAL" clId="{AFD80411-0EF2-4D4C-83C9-B5887907CF46}" dt="2026-03-03T13:18:45.717" v="3367" actId="948"/>
          <ac:spMkLst>
            <pc:docMk/>
            <pc:sldMk cId="1502533066" sldId="2147478285"/>
            <ac:spMk id="4" creationId="{C945B2BD-1290-ED7B-62BD-E38D10896A20}"/>
          </ac:spMkLst>
        </pc:spChg>
        <pc:spChg chg="add mod ord">
          <ac:chgData name="Liudmila Khatkevich" userId="9e4f13db-0122-4676-b5ab-9c285f81dc95" providerId="ADAL" clId="{AFD80411-0EF2-4D4C-83C9-B5887907CF46}" dt="2026-03-03T13:18:58.938" v="3369" actId="167"/>
          <ac:spMkLst>
            <pc:docMk/>
            <pc:sldMk cId="1502533066" sldId="2147478285"/>
            <ac:spMk id="6" creationId="{1F8F3649-0B73-77DD-2447-8B10B8B21211}"/>
          </ac:spMkLst>
        </pc:spChg>
        <pc:spChg chg="add mod ord">
          <ac:chgData name="Liudmila Khatkevich" userId="9e4f13db-0122-4676-b5ab-9c285f81dc95" providerId="ADAL" clId="{AFD80411-0EF2-4D4C-83C9-B5887907CF46}" dt="2026-03-03T13:18:58.938" v="3369" actId="167"/>
          <ac:spMkLst>
            <pc:docMk/>
            <pc:sldMk cId="1502533066" sldId="2147478285"/>
            <ac:spMk id="7" creationId="{3B2B09C7-C140-691F-9656-35504DF7CBDD}"/>
          </ac:spMkLst>
        </pc:spChg>
        <pc:spChg chg="add mod">
          <ac:chgData name="Liudmila Khatkevich" userId="9e4f13db-0122-4676-b5ab-9c285f81dc95" providerId="ADAL" clId="{AFD80411-0EF2-4D4C-83C9-B5887907CF46}" dt="2026-03-03T13:19:31.349" v="3382" actId="692"/>
          <ac:spMkLst>
            <pc:docMk/>
            <pc:sldMk cId="1502533066" sldId="2147478285"/>
            <ac:spMk id="8" creationId="{52C44DB2-4050-390F-FAB1-062BAF2B7BC5}"/>
          </ac:spMkLst>
        </pc:spChg>
        <pc:picChg chg="add mod ord">
          <ac:chgData name="Liudmila Khatkevich" userId="9e4f13db-0122-4676-b5ab-9c285f81dc95" providerId="ADAL" clId="{AFD80411-0EF2-4D4C-83C9-B5887907CF46}" dt="2026-03-03T13:19:02.635" v="3370" actId="14100"/>
          <ac:picMkLst>
            <pc:docMk/>
            <pc:sldMk cId="1502533066" sldId="2147478285"/>
            <ac:picMk id="5" creationId="{9749D662-A27A-FAD5-C806-86604C889074}"/>
          </ac:picMkLst>
        </pc:picChg>
        <pc:picChg chg="add mod">
          <ac:chgData name="Liudmila Khatkevich" userId="9e4f13db-0122-4676-b5ab-9c285f81dc95" providerId="ADAL" clId="{AFD80411-0EF2-4D4C-83C9-B5887907CF46}" dt="2026-03-03T13:20:05.427" v="3385" actId="1076"/>
          <ac:picMkLst>
            <pc:docMk/>
            <pc:sldMk cId="1502533066" sldId="2147478285"/>
            <ac:picMk id="9" creationId="{FBF1D671-AEF5-CE3A-944B-A76842906C61}"/>
          </ac:picMkLst>
        </pc:picChg>
      </pc:sldChg>
      <pc:sldChg chg="modSp mod modClrScheme chgLayout">
        <pc:chgData name="Liudmila Khatkevich" userId="9e4f13db-0122-4676-b5ab-9c285f81dc95" providerId="ADAL" clId="{AFD80411-0EF2-4D4C-83C9-B5887907CF46}" dt="2026-03-03T13:20:15.183" v="3386" actId="700"/>
        <pc:sldMkLst>
          <pc:docMk/>
          <pc:sldMk cId="138175260" sldId="2147478287"/>
        </pc:sldMkLst>
        <pc:spChg chg="mod ord">
          <ac:chgData name="Liudmila Khatkevich" userId="9e4f13db-0122-4676-b5ab-9c285f81dc95" providerId="ADAL" clId="{AFD80411-0EF2-4D4C-83C9-B5887907CF46}" dt="2026-03-03T13:20:15.183" v="3386" actId="700"/>
          <ac:spMkLst>
            <pc:docMk/>
            <pc:sldMk cId="138175260" sldId="2147478287"/>
            <ac:spMk id="2" creationId="{90EEBCA0-63A4-71F8-1AF6-7C8E60A08B6C}"/>
          </ac:spMkLst>
        </pc:spChg>
        <pc:spChg chg="mod ord">
          <ac:chgData name="Liudmila Khatkevich" userId="9e4f13db-0122-4676-b5ab-9c285f81dc95" providerId="ADAL" clId="{AFD80411-0EF2-4D4C-83C9-B5887907CF46}" dt="2026-03-03T13:20:15.183" v="3386" actId="700"/>
          <ac:spMkLst>
            <pc:docMk/>
            <pc:sldMk cId="138175260" sldId="2147478287"/>
            <ac:spMk id="3" creationId="{EC26704F-7C2B-C1BA-91CF-FA4664CA4574}"/>
          </ac:spMkLst>
        </pc:spChg>
        <pc:spChg chg="mod">
          <ac:chgData name="Liudmila Khatkevich" userId="9e4f13db-0122-4676-b5ab-9c285f81dc95" providerId="ADAL" clId="{AFD80411-0EF2-4D4C-83C9-B5887907CF46}" dt="2026-03-03T11:03:17.377" v="2"/>
          <ac:spMkLst>
            <pc:docMk/>
            <pc:sldMk cId="138175260" sldId="2147478287"/>
            <ac:spMk id="5" creationId="{F2E695C9-C7A5-0F75-8CE0-F8DD04250114}"/>
          </ac:spMkLst>
        </pc:spChg>
        <pc:spChg chg="mod">
          <ac:chgData name="Liudmila Khatkevich" userId="9e4f13db-0122-4676-b5ab-9c285f81dc95" providerId="ADAL" clId="{AFD80411-0EF2-4D4C-83C9-B5887907CF46}" dt="2026-03-03T11:03:17.377" v="2"/>
          <ac:spMkLst>
            <pc:docMk/>
            <pc:sldMk cId="138175260" sldId="2147478287"/>
            <ac:spMk id="6" creationId="{844F7D20-08D6-78F0-4E4C-24CDE1DAF553}"/>
          </ac:spMkLst>
        </pc:spChg>
        <pc:spChg chg="mod">
          <ac:chgData name="Liudmila Khatkevich" userId="9e4f13db-0122-4676-b5ab-9c285f81dc95" providerId="ADAL" clId="{AFD80411-0EF2-4D4C-83C9-B5887907CF46}" dt="2026-03-03T11:03:17.377" v="2"/>
          <ac:spMkLst>
            <pc:docMk/>
            <pc:sldMk cId="138175260" sldId="2147478287"/>
            <ac:spMk id="7" creationId="{CE4989DC-D50B-D081-E1D4-3D0B0509C749}"/>
          </ac:spMkLst>
        </pc:spChg>
        <pc:spChg chg="mod">
          <ac:chgData name="Liudmila Khatkevich" userId="9e4f13db-0122-4676-b5ab-9c285f81dc95" providerId="ADAL" clId="{AFD80411-0EF2-4D4C-83C9-B5887907CF46}" dt="2026-03-03T11:03:17.377" v="2"/>
          <ac:spMkLst>
            <pc:docMk/>
            <pc:sldMk cId="138175260" sldId="2147478287"/>
            <ac:spMk id="9" creationId="{3C1515B3-EB96-1C77-4AA7-A3CD5098400E}"/>
          </ac:spMkLst>
        </pc:spChg>
        <pc:spChg chg="mod">
          <ac:chgData name="Liudmila Khatkevich" userId="9e4f13db-0122-4676-b5ab-9c285f81dc95" providerId="ADAL" clId="{AFD80411-0EF2-4D4C-83C9-B5887907CF46}" dt="2026-03-03T11:03:17.377" v="2"/>
          <ac:spMkLst>
            <pc:docMk/>
            <pc:sldMk cId="138175260" sldId="2147478287"/>
            <ac:spMk id="11" creationId="{C785EDE0-2387-CC7F-A61B-43F55CCD6E23}"/>
          </ac:spMkLst>
        </pc:spChg>
        <pc:spChg chg="mod">
          <ac:chgData name="Liudmila Khatkevich" userId="9e4f13db-0122-4676-b5ab-9c285f81dc95" providerId="ADAL" clId="{AFD80411-0EF2-4D4C-83C9-B5887907CF46}" dt="2026-03-03T11:03:17.377" v="2"/>
          <ac:spMkLst>
            <pc:docMk/>
            <pc:sldMk cId="138175260" sldId="2147478287"/>
            <ac:spMk id="17" creationId="{FC9DE8E5-EA2C-6347-9833-341CBD85DE1A}"/>
          </ac:spMkLst>
        </pc:spChg>
        <pc:spChg chg="mod">
          <ac:chgData name="Liudmila Khatkevich" userId="9e4f13db-0122-4676-b5ab-9c285f81dc95" providerId="ADAL" clId="{AFD80411-0EF2-4D4C-83C9-B5887907CF46}" dt="2026-03-03T11:03:17.377" v="2"/>
          <ac:spMkLst>
            <pc:docMk/>
            <pc:sldMk cId="138175260" sldId="2147478287"/>
            <ac:spMk id="18" creationId="{3733E428-B656-2DA4-915C-1F2DD51E44A6}"/>
          </ac:spMkLst>
        </pc:spChg>
        <pc:spChg chg="mod">
          <ac:chgData name="Liudmila Khatkevich" userId="9e4f13db-0122-4676-b5ab-9c285f81dc95" providerId="ADAL" clId="{AFD80411-0EF2-4D4C-83C9-B5887907CF46}" dt="2026-03-03T11:03:17.377" v="2"/>
          <ac:spMkLst>
            <pc:docMk/>
            <pc:sldMk cId="138175260" sldId="2147478287"/>
            <ac:spMk id="19" creationId="{4C479E79-DE16-EB3D-C9A3-C060C402BB58}"/>
          </ac:spMkLst>
        </pc:spChg>
        <pc:spChg chg="mod">
          <ac:chgData name="Liudmila Khatkevich" userId="9e4f13db-0122-4676-b5ab-9c285f81dc95" providerId="ADAL" clId="{AFD80411-0EF2-4D4C-83C9-B5887907CF46}" dt="2026-03-03T11:03:17.377" v="2"/>
          <ac:spMkLst>
            <pc:docMk/>
            <pc:sldMk cId="138175260" sldId="2147478287"/>
            <ac:spMk id="20" creationId="{59EE44E4-1F79-B27F-2082-8FD107E41BAC}"/>
          </ac:spMkLst>
        </pc:spChg>
        <pc:spChg chg="mod">
          <ac:chgData name="Liudmila Khatkevich" userId="9e4f13db-0122-4676-b5ab-9c285f81dc95" providerId="ADAL" clId="{AFD80411-0EF2-4D4C-83C9-B5887907CF46}" dt="2026-03-03T11:03:17.377" v="2"/>
          <ac:spMkLst>
            <pc:docMk/>
            <pc:sldMk cId="138175260" sldId="2147478287"/>
            <ac:spMk id="21" creationId="{CC3059E1-FDAC-9BFE-F6B7-EA07E0D4C94E}"/>
          </ac:spMkLst>
        </pc:spChg>
      </pc:sldChg>
      <pc:sldChg chg="addSp delSp modSp mod modClrScheme chgLayout">
        <pc:chgData name="Liudmila Khatkevich" userId="9e4f13db-0122-4676-b5ab-9c285f81dc95" providerId="ADAL" clId="{AFD80411-0EF2-4D4C-83C9-B5887907CF46}" dt="2026-03-03T13:21:10.864" v="3393" actId="14100"/>
        <pc:sldMkLst>
          <pc:docMk/>
          <pc:sldMk cId="3415367404" sldId="2147478288"/>
        </pc:sldMkLst>
        <pc:spChg chg="add del mod ord">
          <ac:chgData name="Liudmila Khatkevich" userId="9e4f13db-0122-4676-b5ab-9c285f81dc95" providerId="ADAL" clId="{AFD80411-0EF2-4D4C-83C9-B5887907CF46}" dt="2026-03-03T13:21:08.170" v="3392" actId="700"/>
          <ac:spMkLst>
            <pc:docMk/>
            <pc:sldMk cId="3415367404" sldId="2147478288"/>
            <ac:spMk id="2" creationId="{FAD1D155-CCC1-6CDA-986D-7E04F437D24A}"/>
          </ac:spMkLst>
        </pc:spChg>
        <pc:spChg chg="del mod ord">
          <ac:chgData name="Liudmila Khatkevich" userId="9e4f13db-0122-4676-b5ab-9c285f81dc95" providerId="ADAL" clId="{AFD80411-0EF2-4D4C-83C9-B5887907CF46}" dt="2026-03-03T11:24:42.615" v="293" actId="700"/>
          <ac:spMkLst>
            <pc:docMk/>
            <pc:sldMk cId="3415367404" sldId="2147478288"/>
            <ac:spMk id="3" creationId="{26803A1F-5730-E8CE-BDA2-A909183B4D0E}"/>
          </ac:spMkLst>
        </pc:spChg>
        <pc:spChg chg="mod ord">
          <ac:chgData name="Liudmila Khatkevich" userId="9e4f13db-0122-4676-b5ab-9c285f81dc95" providerId="ADAL" clId="{AFD80411-0EF2-4D4C-83C9-B5887907CF46}" dt="2026-03-03T13:21:10.864" v="3393" actId="14100"/>
          <ac:spMkLst>
            <pc:docMk/>
            <pc:sldMk cId="3415367404" sldId="2147478288"/>
            <ac:spMk id="4" creationId="{0545D01F-2069-29C4-3556-3E4840368FAC}"/>
          </ac:spMkLst>
        </pc:spChg>
        <pc:spChg chg="mod">
          <ac:chgData name="Liudmila Khatkevich" userId="9e4f13db-0122-4676-b5ab-9c285f81dc95" providerId="ADAL" clId="{AFD80411-0EF2-4D4C-83C9-B5887907CF46}" dt="2026-03-03T11:28:33.369" v="319" actId="1037"/>
          <ac:spMkLst>
            <pc:docMk/>
            <pc:sldMk cId="3415367404" sldId="2147478288"/>
            <ac:spMk id="6" creationId="{FE5F92F0-3FEF-2C52-7652-A2B43D7A629D}"/>
          </ac:spMkLst>
        </pc:spChg>
        <pc:spChg chg="add mod ord">
          <ac:chgData name="Liudmila Khatkevich" userId="9e4f13db-0122-4676-b5ab-9c285f81dc95" providerId="ADAL" clId="{AFD80411-0EF2-4D4C-83C9-B5887907CF46}" dt="2026-03-03T13:21:08.170" v="3392" actId="700"/>
          <ac:spMkLst>
            <pc:docMk/>
            <pc:sldMk cId="3415367404" sldId="2147478288"/>
            <ac:spMk id="9" creationId="{9522DFB7-E012-4203-F3B9-950B6557F629}"/>
          </ac:spMkLst>
        </pc:spChg>
        <pc:picChg chg="add mod">
          <ac:chgData name="Liudmila Khatkevich" userId="9e4f13db-0122-4676-b5ab-9c285f81dc95" providerId="ADAL" clId="{AFD80411-0EF2-4D4C-83C9-B5887907CF46}" dt="2026-03-03T11:28:50.149" v="334" actId="1036"/>
          <ac:picMkLst>
            <pc:docMk/>
            <pc:sldMk cId="3415367404" sldId="2147478288"/>
            <ac:picMk id="5" creationId="{C3332839-78E8-0312-523F-119B5C99A803}"/>
          </ac:picMkLst>
        </pc:picChg>
        <pc:picChg chg="add mod modCrop">
          <ac:chgData name="Liudmila Khatkevich" userId="9e4f13db-0122-4676-b5ab-9c285f81dc95" providerId="ADAL" clId="{AFD80411-0EF2-4D4C-83C9-B5887907CF46}" dt="2026-03-03T11:29:40.631" v="346" actId="18131"/>
          <ac:picMkLst>
            <pc:docMk/>
            <pc:sldMk cId="3415367404" sldId="2147478288"/>
            <ac:picMk id="8" creationId="{1DC1FCAF-126B-475E-65AC-E9EDFCAADB2B}"/>
          </ac:picMkLst>
        </pc:picChg>
      </pc:sldChg>
      <pc:sldChg chg="addSp delSp modSp mod modClrScheme chgLayout">
        <pc:chgData name="Liudmila Khatkevich" userId="9e4f13db-0122-4676-b5ab-9c285f81dc95" providerId="ADAL" clId="{AFD80411-0EF2-4D4C-83C9-B5887907CF46}" dt="2026-03-03T12:24:19.686" v="1554" actId="1035"/>
        <pc:sldMkLst>
          <pc:docMk/>
          <pc:sldMk cId="2580893965" sldId="2147478289"/>
        </pc:sldMkLst>
        <pc:spChg chg="mod ord">
          <ac:chgData name="Liudmila Khatkevich" userId="9e4f13db-0122-4676-b5ab-9c285f81dc95" providerId="ADAL" clId="{AFD80411-0EF2-4D4C-83C9-B5887907CF46}" dt="2026-03-03T12:21:44.612" v="1450" actId="700"/>
          <ac:spMkLst>
            <pc:docMk/>
            <pc:sldMk cId="2580893965" sldId="2147478289"/>
            <ac:spMk id="2" creationId="{457019FB-2296-4F11-7A5F-939982C354F3}"/>
          </ac:spMkLst>
        </pc:spChg>
        <pc:spChg chg="add mod ord">
          <ac:chgData name="Liudmila Khatkevich" userId="9e4f13db-0122-4676-b5ab-9c285f81dc95" providerId="ADAL" clId="{AFD80411-0EF2-4D4C-83C9-B5887907CF46}" dt="2026-03-03T12:21:21.394" v="1440" actId="167"/>
          <ac:spMkLst>
            <pc:docMk/>
            <pc:sldMk cId="2580893965" sldId="2147478289"/>
            <ac:spMk id="3" creationId="{5EB1AD2F-0C88-50C3-9702-0BD5F47C37E7}"/>
          </ac:spMkLst>
        </pc:spChg>
        <pc:spChg chg="add mod ord">
          <ac:chgData name="Liudmila Khatkevich" userId="9e4f13db-0122-4676-b5ab-9c285f81dc95" providerId="ADAL" clId="{AFD80411-0EF2-4D4C-83C9-B5887907CF46}" dt="2026-03-03T12:21:21.394" v="1440" actId="167"/>
          <ac:spMkLst>
            <pc:docMk/>
            <pc:sldMk cId="2580893965" sldId="2147478289"/>
            <ac:spMk id="4" creationId="{CD598361-5BC0-5E6F-8938-C219435D3B2C}"/>
          </ac:spMkLst>
        </pc:spChg>
        <pc:spChg chg="del">
          <ac:chgData name="Liudmila Khatkevich" userId="9e4f13db-0122-4676-b5ab-9c285f81dc95" providerId="ADAL" clId="{AFD80411-0EF2-4D4C-83C9-B5887907CF46}" dt="2026-03-03T12:21:38.349" v="1448" actId="700"/>
          <ac:spMkLst>
            <pc:docMk/>
            <pc:sldMk cId="2580893965" sldId="2147478289"/>
            <ac:spMk id="5" creationId="{A4E9FA96-4458-56D9-3E9C-F4431F69CF5F}"/>
          </ac:spMkLst>
        </pc:spChg>
        <pc:spChg chg="add mod ord">
          <ac:chgData name="Liudmila Khatkevich" userId="9e4f13db-0122-4676-b5ab-9c285f81dc95" providerId="ADAL" clId="{AFD80411-0EF2-4D4C-83C9-B5887907CF46}" dt="2026-03-03T12:21:21.394" v="1440" actId="167"/>
          <ac:spMkLst>
            <pc:docMk/>
            <pc:sldMk cId="2580893965" sldId="2147478289"/>
            <ac:spMk id="6" creationId="{72723C23-77BD-C866-5EDA-3F658EC7F831}"/>
          </ac:spMkLst>
        </pc:spChg>
        <pc:spChg chg="mod">
          <ac:chgData name="Liudmila Khatkevich" userId="9e4f13db-0122-4676-b5ab-9c285f81dc95" providerId="ADAL" clId="{AFD80411-0EF2-4D4C-83C9-B5887907CF46}" dt="2026-03-03T12:22:30.160" v="1505" actId="1036"/>
          <ac:spMkLst>
            <pc:docMk/>
            <pc:sldMk cId="2580893965" sldId="2147478289"/>
            <ac:spMk id="8" creationId="{5DE62278-942C-FAA1-0549-4E4A209CD61D}"/>
          </ac:spMkLst>
        </pc:spChg>
        <pc:spChg chg="del mod topLvl">
          <ac:chgData name="Liudmila Khatkevich" userId="9e4f13db-0122-4676-b5ab-9c285f81dc95" providerId="ADAL" clId="{AFD80411-0EF2-4D4C-83C9-B5887907CF46}" dt="2026-03-03T12:21:28.468" v="1446" actId="478"/>
          <ac:spMkLst>
            <pc:docMk/>
            <pc:sldMk cId="2580893965" sldId="2147478289"/>
            <ac:spMk id="9" creationId="{30210134-B3C8-8827-8BEE-39344D3FD8ED}"/>
          </ac:spMkLst>
        </pc:spChg>
        <pc:spChg chg="add del mod">
          <ac:chgData name="Liudmila Khatkevich" userId="9e4f13db-0122-4676-b5ab-9c285f81dc95" providerId="ADAL" clId="{AFD80411-0EF2-4D4C-83C9-B5887907CF46}" dt="2026-03-03T12:21:31.889" v="1447" actId="478"/>
          <ac:spMkLst>
            <pc:docMk/>
            <pc:sldMk cId="2580893965" sldId="2147478289"/>
            <ac:spMk id="10" creationId="{3E9B0653-16F3-3547-C239-047BF9243C71}"/>
          </ac:spMkLst>
        </pc:spChg>
        <pc:spChg chg="mod">
          <ac:chgData name="Liudmila Khatkevich" userId="9e4f13db-0122-4676-b5ab-9c285f81dc95" providerId="ADAL" clId="{AFD80411-0EF2-4D4C-83C9-B5887907CF46}" dt="2026-03-03T12:24:19.686" v="1554" actId="1035"/>
          <ac:spMkLst>
            <pc:docMk/>
            <pc:sldMk cId="2580893965" sldId="2147478289"/>
            <ac:spMk id="12" creationId="{DF8789F4-E65A-F0BE-2F82-E34ED4CB211B}"/>
          </ac:spMkLst>
        </pc:spChg>
        <pc:spChg chg="add del mod">
          <ac:chgData name="Liudmila Khatkevich" userId="9e4f13db-0122-4676-b5ab-9c285f81dc95" providerId="ADAL" clId="{AFD80411-0EF2-4D4C-83C9-B5887907CF46}" dt="2026-03-03T12:21:31.889" v="1447" actId="478"/>
          <ac:spMkLst>
            <pc:docMk/>
            <pc:sldMk cId="2580893965" sldId="2147478289"/>
            <ac:spMk id="13" creationId="{1D9A0435-335D-9F55-FB95-E0B92AF29B08}"/>
          </ac:spMkLst>
        </pc:spChg>
        <pc:spChg chg="mod">
          <ac:chgData name="Liudmila Khatkevich" userId="9e4f13db-0122-4676-b5ab-9c285f81dc95" providerId="ADAL" clId="{AFD80411-0EF2-4D4C-83C9-B5887907CF46}" dt="2026-03-03T12:21:56.316" v="1457" actId="1036"/>
          <ac:spMkLst>
            <pc:docMk/>
            <pc:sldMk cId="2580893965" sldId="2147478289"/>
            <ac:spMk id="16" creationId="{95331529-CDC3-8CB0-94F9-C76D65298F0C}"/>
          </ac:spMkLst>
        </pc:spChg>
        <pc:spChg chg="mod">
          <ac:chgData name="Liudmila Khatkevich" userId="9e4f13db-0122-4676-b5ab-9c285f81dc95" providerId="ADAL" clId="{AFD80411-0EF2-4D4C-83C9-B5887907CF46}" dt="2026-03-03T12:21:17.773" v="1438"/>
          <ac:spMkLst>
            <pc:docMk/>
            <pc:sldMk cId="2580893965" sldId="2147478289"/>
            <ac:spMk id="17" creationId="{38180F49-8670-D1BE-E3E1-4D46222D5EDF}"/>
          </ac:spMkLst>
        </pc:spChg>
        <pc:spChg chg="mod">
          <ac:chgData name="Liudmila Khatkevich" userId="9e4f13db-0122-4676-b5ab-9c285f81dc95" providerId="ADAL" clId="{AFD80411-0EF2-4D4C-83C9-B5887907CF46}" dt="2026-03-03T12:21:17.773" v="1438"/>
          <ac:spMkLst>
            <pc:docMk/>
            <pc:sldMk cId="2580893965" sldId="2147478289"/>
            <ac:spMk id="18" creationId="{664DBE00-1E29-BB3C-82B6-A1E18E5FC4C3}"/>
          </ac:spMkLst>
        </pc:spChg>
        <pc:spChg chg="mod">
          <ac:chgData name="Liudmila Khatkevich" userId="9e4f13db-0122-4676-b5ab-9c285f81dc95" providerId="ADAL" clId="{AFD80411-0EF2-4D4C-83C9-B5887907CF46}" dt="2026-03-03T12:24:19.686" v="1554" actId="1035"/>
          <ac:spMkLst>
            <pc:docMk/>
            <pc:sldMk cId="2580893965" sldId="2147478289"/>
            <ac:spMk id="19" creationId="{E09CE979-9A18-DA50-8316-EC2B54995A42}"/>
          </ac:spMkLst>
        </pc:spChg>
        <pc:spChg chg="mod">
          <ac:chgData name="Liudmila Khatkevich" userId="9e4f13db-0122-4676-b5ab-9c285f81dc95" providerId="ADAL" clId="{AFD80411-0EF2-4D4C-83C9-B5887907CF46}" dt="2026-03-03T12:21:17.773" v="1438"/>
          <ac:spMkLst>
            <pc:docMk/>
            <pc:sldMk cId="2580893965" sldId="2147478289"/>
            <ac:spMk id="20" creationId="{3FFEF8EE-8DCD-B263-38D2-698B0B9F062A}"/>
          </ac:spMkLst>
        </pc:spChg>
        <pc:spChg chg="mod">
          <ac:chgData name="Liudmila Khatkevich" userId="9e4f13db-0122-4676-b5ab-9c285f81dc95" providerId="ADAL" clId="{AFD80411-0EF2-4D4C-83C9-B5887907CF46}" dt="2026-03-03T12:21:17.773" v="1438"/>
          <ac:spMkLst>
            <pc:docMk/>
            <pc:sldMk cId="2580893965" sldId="2147478289"/>
            <ac:spMk id="22" creationId="{DE70310C-3A07-FC18-2410-29113D384574}"/>
          </ac:spMkLst>
        </pc:spChg>
        <pc:spChg chg="mod">
          <ac:chgData name="Liudmila Khatkevich" userId="9e4f13db-0122-4676-b5ab-9c285f81dc95" providerId="ADAL" clId="{AFD80411-0EF2-4D4C-83C9-B5887907CF46}" dt="2026-03-03T12:21:17.773" v="1438"/>
          <ac:spMkLst>
            <pc:docMk/>
            <pc:sldMk cId="2580893965" sldId="2147478289"/>
            <ac:spMk id="23" creationId="{AC8A4B2B-4492-D387-DC71-50DBB42019D6}"/>
          </ac:spMkLst>
        </pc:spChg>
        <pc:spChg chg="mod">
          <ac:chgData name="Liudmila Khatkevich" userId="9e4f13db-0122-4676-b5ab-9c285f81dc95" providerId="ADAL" clId="{AFD80411-0EF2-4D4C-83C9-B5887907CF46}" dt="2026-03-03T12:21:17.773" v="1438"/>
          <ac:spMkLst>
            <pc:docMk/>
            <pc:sldMk cId="2580893965" sldId="2147478289"/>
            <ac:spMk id="24" creationId="{3D626E6C-5FB9-8DDC-85B3-D2D72D920311}"/>
          </ac:spMkLst>
        </pc:spChg>
        <pc:spChg chg="add del mod ord">
          <ac:chgData name="Liudmila Khatkevich" userId="9e4f13db-0122-4676-b5ab-9c285f81dc95" providerId="ADAL" clId="{AFD80411-0EF2-4D4C-83C9-B5887907CF46}" dt="2026-03-03T12:21:44.612" v="1450" actId="700"/>
          <ac:spMkLst>
            <pc:docMk/>
            <pc:sldMk cId="2580893965" sldId="2147478289"/>
            <ac:spMk id="26" creationId="{E3706ADF-FFFE-CFE4-A11F-5CD95C3350FF}"/>
          </ac:spMkLst>
        </pc:spChg>
        <pc:spChg chg="add mod ord">
          <ac:chgData name="Liudmila Khatkevich" userId="9e4f13db-0122-4676-b5ab-9c285f81dc95" providerId="ADAL" clId="{AFD80411-0EF2-4D4C-83C9-B5887907CF46}" dt="2026-03-03T12:22:24.181" v="1480" actId="12788"/>
          <ac:spMkLst>
            <pc:docMk/>
            <pc:sldMk cId="2580893965" sldId="2147478289"/>
            <ac:spMk id="27" creationId="{F195C13D-6E72-AEDF-6EEB-3795867F9620}"/>
          </ac:spMkLst>
        </pc:spChg>
        <pc:spChg chg="add mod">
          <ac:chgData name="Liudmila Khatkevich" userId="9e4f13db-0122-4676-b5ab-9c285f81dc95" providerId="ADAL" clId="{AFD80411-0EF2-4D4C-83C9-B5887907CF46}" dt="2026-03-03T12:21:39.339" v="1449"/>
          <ac:spMkLst>
            <pc:docMk/>
            <pc:sldMk cId="2580893965" sldId="2147478289"/>
            <ac:spMk id="28" creationId="{E9465995-71FE-698F-3002-8A7060EB1CEC}"/>
          </ac:spMkLst>
        </pc:spChg>
        <pc:spChg chg="add mod">
          <ac:chgData name="Liudmila Khatkevich" userId="9e4f13db-0122-4676-b5ab-9c285f81dc95" providerId="ADAL" clId="{AFD80411-0EF2-4D4C-83C9-B5887907CF46}" dt="2026-03-03T12:21:39.339" v="1449"/>
          <ac:spMkLst>
            <pc:docMk/>
            <pc:sldMk cId="2580893965" sldId="2147478289"/>
            <ac:spMk id="29" creationId="{0583CB1C-F47A-506F-FBA5-620683871FAA}"/>
          </ac:spMkLst>
        </pc:spChg>
        <pc:spChg chg="mod">
          <ac:chgData name="Liudmila Khatkevich" userId="9e4f13db-0122-4676-b5ab-9c285f81dc95" providerId="ADAL" clId="{AFD80411-0EF2-4D4C-83C9-B5887907CF46}" dt="2026-03-03T12:21:39.339" v="1449"/>
          <ac:spMkLst>
            <pc:docMk/>
            <pc:sldMk cId="2580893965" sldId="2147478289"/>
            <ac:spMk id="33" creationId="{3D8C4783-B551-2E00-A289-97F4F0C3DE3D}"/>
          </ac:spMkLst>
        </pc:spChg>
        <pc:spChg chg="mod">
          <ac:chgData name="Liudmila Khatkevich" userId="9e4f13db-0122-4676-b5ab-9c285f81dc95" providerId="ADAL" clId="{AFD80411-0EF2-4D4C-83C9-B5887907CF46}" dt="2026-03-03T12:21:39.339" v="1449"/>
          <ac:spMkLst>
            <pc:docMk/>
            <pc:sldMk cId="2580893965" sldId="2147478289"/>
            <ac:spMk id="34" creationId="{DC417675-9791-35E8-ED4E-D078647B5207}"/>
          </ac:spMkLst>
        </pc:spChg>
        <pc:spChg chg="mod">
          <ac:chgData name="Liudmila Khatkevich" userId="9e4f13db-0122-4676-b5ab-9c285f81dc95" providerId="ADAL" clId="{AFD80411-0EF2-4D4C-83C9-B5887907CF46}" dt="2026-03-03T12:21:39.339" v="1449"/>
          <ac:spMkLst>
            <pc:docMk/>
            <pc:sldMk cId="2580893965" sldId="2147478289"/>
            <ac:spMk id="35" creationId="{9B6CBA41-580F-A347-681F-19E24F302E38}"/>
          </ac:spMkLst>
        </pc:spChg>
        <pc:spChg chg="mod">
          <ac:chgData name="Liudmila Khatkevich" userId="9e4f13db-0122-4676-b5ab-9c285f81dc95" providerId="ADAL" clId="{AFD80411-0EF2-4D4C-83C9-B5887907CF46}" dt="2026-03-03T12:21:39.339" v="1449"/>
          <ac:spMkLst>
            <pc:docMk/>
            <pc:sldMk cId="2580893965" sldId="2147478289"/>
            <ac:spMk id="37" creationId="{58BDC503-7161-1536-FC11-E4E6BA1EBD98}"/>
          </ac:spMkLst>
        </pc:spChg>
        <pc:spChg chg="mod">
          <ac:chgData name="Liudmila Khatkevich" userId="9e4f13db-0122-4676-b5ab-9c285f81dc95" providerId="ADAL" clId="{AFD80411-0EF2-4D4C-83C9-B5887907CF46}" dt="2026-03-03T12:21:39.339" v="1449"/>
          <ac:spMkLst>
            <pc:docMk/>
            <pc:sldMk cId="2580893965" sldId="2147478289"/>
            <ac:spMk id="38" creationId="{03C3AE7D-2642-628A-A0E3-673753415CEE}"/>
          </ac:spMkLst>
        </pc:spChg>
        <pc:spChg chg="mod">
          <ac:chgData name="Liudmila Khatkevich" userId="9e4f13db-0122-4676-b5ab-9c285f81dc95" providerId="ADAL" clId="{AFD80411-0EF2-4D4C-83C9-B5887907CF46}" dt="2026-03-03T12:21:39.339" v="1449"/>
          <ac:spMkLst>
            <pc:docMk/>
            <pc:sldMk cId="2580893965" sldId="2147478289"/>
            <ac:spMk id="39" creationId="{0E13AF49-4969-F51C-1D4A-B1835226B874}"/>
          </ac:spMkLst>
        </pc:spChg>
        <pc:spChg chg="add mod ord">
          <ac:chgData name="Liudmila Khatkevich" userId="9e4f13db-0122-4676-b5ab-9c285f81dc95" providerId="ADAL" clId="{AFD80411-0EF2-4D4C-83C9-B5887907CF46}" dt="2026-03-03T12:21:44.612" v="1450" actId="700"/>
          <ac:spMkLst>
            <pc:docMk/>
            <pc:sldMk cId="2580893965" sldId="2147478289"/>
            <ac:spMk id="40" creationId="{8431CD9C-4F02-7384-0245-D418551F4AB7}"/>
          </ac:spMkLst>
        </pc:spChg>
        <pc:grpChg chg="add del mod">
          <ac:chgData name="Liudmila Khatkevich" userId="9e4f13db-0122-4676-b5ab-9c285f81dc95" providerId="ADAL" clId="{AFD80411-0EF2-4D4C-83C9-B5887907CF46}" dt="2026-03-03T12:21:28.468" v="1446" actId="478"/>
          <ac:grpSpMkLst>
            <pc:docMk/>
            <pc:sldMk cId="2580893965" sldId="2147478289"/>
            <ac:grpSpMk id="7" creationId="{1A9482E0-4B03-6614-B6C0-7A18A0F0B0A6}"/>
          </ac:grpSpMkLst>
        </pc:grpChg>
        <pc:grpChg chg="add mod ord">
          <ac:chgData name="Liudmila Khatkevich" userId="9e4f13db-0122-4676-b5ab-9c285f81dc95" providerId="ADAL" clId="{AFD80411-0EF2-4D4C-83C9-B5887907CF46}" dt="2026-03-03T12:21:21.394" v="1440" actId="167"/>
          <ac:grpSpMkLst>
            <pc:docMk/>
            <pc:sldMk cId="2580893965" sldId="2147478289"/>
            <ac:grpSpMk id="15" creationId="{F79C380B-DE49-18F1-AC14-AAF473C890BD}"/>
          </ac:grpSpMkLst>
        </pc:grpChg>
        <pc:grpChg chg="ord">
          <ac:chgData name="Liudmila Khatkevich" userId="9e4f13db-0122-4676-b5ab-9c285f81dc95" providerId="ADAL" clId="{AFD80411-0EF2-4D4C-83C9-B5887907CF46}" dt="2026-03-03T12:21:21.394" v="1440" actId="167"/>
          <ac:grpSpMkLst>
            <pc:docMk/>
            <pc:sldMk cId="2580893965" sldId="2147478289"/>
            <ac:grpSpMk id="21" creationId="{723A9E73-803F-561E-B9E9-2A072587FC18}"/>
          </ac:grpSpMkLst>
        </pc:grpChg>
        <pc:grpChg chg="add mod">
          <ac:chgData name="Liudmila Khatkevich" userId="9e4f13db-0122-4676-b5ab-9c285f81dc95" providerId="ADAL" clId="{AFD80411-0EF2-4D4C-83C9-B5887907CF46}" dt="2026-03-03T12:21:39.339" v="1449"/>
          <ac:grpSpMkLst>
            <pc:docMk/>
            <pc:sldMk cId="2580893965" sldId="2147478289"/>
            <ac:grpSpMk id="32" creationId="{3A435E59-5994-919E-12A4-0DEBDE437F1C}"/>
          </ac:grpSpMkLst>
        </pc:grpChg>
        <pc:picChg chg="add del mod ord topLvl">
          <ac:chgData name="Liudmila Khatkevich" userId="9e4f13db-0122-4676-b5ab-9c285f81dc95" providerId="ADAL" clId="{AFD80411-0EF2-4D4C-83C9-B5887907CF46}" dt="2026-03-03T12:22:39.508" v="1510" actId="1035"/>
          <ac:picMkLst>
            <pc:docMk/>
            <pc:sldMk cId="2580893965" sldId="2147478289"/>
            <ac:picMk id="25" creationId="{B8973B96-EF9D-047B-194F-F7ED7877358B}"/>
          </ac:picMkLst>
        </pc:picChg>
        <pc:cxnChg chg="ord">
          <ac:chgData name="Liudmila Khatkevich" userId="9e4f13db-0122-4676-b5ab-9c285f81dc95" providerId="ADAL" clId="{AFD80411-0EF2-4D4C-83C9-B5887907CF46}" dt="2026-03-03T12:21:21.394" v="1440" actId="167"/>
          <ac:cxnSpMkLst>
            <pc:docMk/>
            <pc:sldMk cId="2580893965" sldId="2147478289"/>
            <ac:cxnSpMk id="11" creationId="{43D54917-D418-3E34-F96D-36D31D85DA25}"/>
          </ac:cxnSpMkLst>
        </pc:cxnChg>
        <pc:cxnChg chg="ord">
          <ac:chgData name="Liudmila Khatkevich" userId="9e4f13db-0122-4676-b5ab-9c285f81dc95" providerId="ADAL" clId="{AFD80411-0EF2-4D4C-83C9-B5887907CF46}" dt="2026-03-03T12:21:21.394" v="1440" actId="167"/>
          <ac:cxnSpMkLst>
            <pc:docMk/>
            <pc:sldMk cId="2580893965" sldId="2147478289"/>
            <ac:cxnSpMk id="14" creationId="{105BC3FE-4884-8301-E5C1-252F2A3F8D78}"/>
          </ac:cxnSpMkLst>
        </pc:cxnChg>
      </pc:sldChg>
      <pc:sldChg chg="addSp delSp modSp mod modClrScheme chgLayout">
        <pc:chgData name="Liudmila Khatkevich" userId="9e4f13db-0122-4676-b5ab-9c285f81dc95" providerId="ADAL" clId="{AFD80411-0EF2-4D4C-83C9-B5887907CF46}" dt="2026-03-03T12:20:52.535" v="1435" actId="1035"/>
        <pc:sldMkLst>
          <pc:docMk/>
          <pc:sldMk cId="4280343993" sldId="2147478290"/>
        </pc:sldMkLst>
        <pc:spChg chg="mod ord">
          <ac:chgData name="Liudmila Khatkevich" userId="9e4f13db-0122-4676-b5ab-9c285f81dc95" providerId="ADAL" clId="{AFD80411-0EF2-4D4C-83C9-B5887907CF46}" dt="2026-03-03T12:15:57.419" v="1230" actId="700"/>
          <ac:spMkLst>
            <pc:docMk/>
            <pc:sldMk cId="4280343993" sldId="2147478290"/>
            <ac:spMk id="2" creationId="{1E00E585-D793-F7F3-7CC0-BBBE88A9AD83}"/>
          </ac:spMkLst>
        </pc:spChg>
        <pc:spChg chg="add mod ord">
          <ac:chgData name="Liudmila Khatkevich" userId="9e4f13db-0122-4676-b5ab-9c285f81dc95" providerId="ADAL" clId="{AFD80411-0EF2-4D4C-83C9-B5887907CF46}" dt="2026-03-03T12:15:57.419" v="1230" actId="700"/>
          <ac:spMkLst>
            <pc:docMk/>
            <pc:sldMk cId="4280343993" sldId="2147478290"/>
            <ac:spMk id="3" creationId="{08EE41BC-BB59-5AAF-3F8F-E454EA611258}"/>
          </ac:spMkLst>
        </pc:spChg>
        <pc:spChg chg="mod">
          <ac:chgData name="Liudmila Khatkevich" userId="9e4f13db-0122-4676-b5ab-9c285f81dc95" providerId="ADAL" clId="{AFD80411-0EF2-4D4C-83C9-B5887907CF46}" dt="2026-03-03T12:20:02.165" v="1420" actId="1036"/>
          <ac:spMkLst>
            <pc:docMk/>
            <pc:sldMk cId="4280343993" sldId="2147478290"/>
            <ac:spMk id="4" creationId="{E0A29FAC-1970-B306-3855-AD6A9B00207A}"/>
          </ac:spMkLst>
        </pc:spChg>
        <pc:spChg chg="mod">
          <ac:chgData name="Liudmila Khatkevich" userId="9e4f13db-0122-4676-b5ab-9c285f81dc95" providerId="ADAL" clId="{AFD80411-0EF2-4D4C-83C9-B5887907CF46}" dt="2026-03-03T12:20:02.165" v="1420" actId="1036"/>
          <ac:spMkLst>
            <pc:docMk/>
            <pc:sldMk cId="4280343993" sldId="2147478290"/>
            <ac:spMk id="5" creationId="{1E475A52-BE4D-E535-9D66-CCE46A139138}"/>
          </ac:spMkLst>
        </pc:spChg>
        <pc:spChg chg="mod">
          <ac:chgData name="Liudmila Khatkevich" userId="9e4f13db-0122-4676-b5ab-9c285f81dc95" providerId="ADAL" clId="{AFD80411-0EF2-4D4C-83C9-B5887907CF46}" dt="2026-03-03T12:20:02.165" v="1420" actId="1036"/>
          <ac:spMkLst>
            <pc:docMk/>
            <pc:sldMk cId="4280343993" sldId="2147478290"/>
            <ac:spMk id="6" creationId="{7C2F5292-1974-CD56-151D-4BC8B6FC0477}"/>
          </ac:spMkLst>
        </pc:spChg>
        <pc:spChg chg="mod">
          <ac:chgData name="Liudmila Khatkevich" userId="9e4f13db-0122-4676-b5ab-9c285f81dc95" providerId="ADAL" clId="{AFD80411-0EF2-4D4C-83C9-B5887907CF46}" dt="2026-03-03T12:20:52.535" v="1435" actId="1035"/>
          <ac:spMkLst>
            <pc:docMk/>
            <pc:sldMk cId="4280343993" sldId="2147478290"/>
            <ac:spMk id="7" creationId="{A4E9BC31-DF39-45F7-40C9-CC648853B753}"/>
          </ac:spMkLst>
        </pc:spChg>
        <pc:spChg chg="add mod ord">
          <ac:chgData name="Liudmila Khatkevich" userId="9e4f13db-0122-4676-b5ab-9c285f81dc95" providerId="ADAL" clId="{AFD80411-0EF2-4D4C-83C9-B5887907CF46}" dt="2026-03-03T12:20:02.165" v="1420" actId="1036"/>
          <ac:spMkLst>
            <pc:docMk/>
            <pc:sldMk cId="4280343993" sldId="2147478290"/>
            <ac:spMk id="8" creationId="{9693BFE3-90B1-7E46-6EF2-C72657B2ECFA}"/>
          </ac:spMkLst>
        </pc:spChg>
        <pc:spChg chg="del mod ord">
          <ac:chgData name="Liudmila Khatkevich" userId="9e4f13db-0122-4676-b5ab-9c285f81dc95" providerId="ADAL" clId="{AFD80411-0EF2-4D4C-83C9-B5887907CF46}" dt="2026-03-03T12:15:57.419" v="1230" actId="700"/>
          <ac:spMkLst>
            <pc:docMk/>
            <pc:sldMk cId="4280343993" sldId="2147478290"/>
            <ac:spMk id="9" creationId="{030E5283-4B7A-BA1D-02E4-46C0C55053C3}"/>
          </ac:spMkLst>
        </pc:spChg>
        <pc:spChg chg="mod">
          <ac:chgData name="Liudmila Khatkevich" userId="9e4f13db-0122-4676-b5ab-9c285f81dc95" providerId="ADAL" clId="{AFD80411-0EF2-4D4C-83C9-B5887907CF46}" dt="2026-03-03T12:20:52.535" v="1435" actId="1035"/>
          <ac:spMkLst>
            <pc:docMk/>
            <pc:sldMk cId="4280343993" sldId="2147478290"/>
            <ac:spMk id="10" creationId="{E96575D5-2C5F-F495-E2A9-C6841D6663F5}"/>
          </ac:spMkLst>
        </pc:spChg>
        <pc:spChg chg="del mod topLvl">
          <ac:chgData name="Liudmila Khatkevich" userId="9e4f13db-0122-4676-b5ab-9c285f81dc95" providerId="ADAL" clId="{AFD80411-0EF2-4D4C-83C9-B5887907CF46}" dt="2026-03-03T12:16:51.329" v="1267" actId="478"/>
          <ac:spMkLst>
            <pc:docMk/>
            <pc:sldMk cId="4280343993" sldId="2147478290"/>
            <ac:spMk id="11" creationId="{08A20704-40E1-473B-4B81-AD0957EC035C}"/>
          </ac:spMkLst>
        </pc:spChg>
        <pc:spChg chg="mod">
          <ac:chgData name="Liudmila Khatkevich" userId="9e4f13db-0122-4676-b5ab-9c285f81dc95" providerId="ADAL" clId="{AFD80411-0EF2-4D4C-83C9-B5887907CF46}" dt="2026-03-03T12:16:12.999" v="1240" actId="403"/>
          <ac:spMkLst>
            <pc:docMk/>
            <pc:sldMk cId="4280343993" sldId="2147478290"/>
            <ac:spMk id="17" creationId="{4EB42EA4-D220-29CD-C83A-DBA88880C747}"/>
          </ac:spMkLst>
        </pc:spChg>
        <pc:spChg chg="mod">
          <ac:chgData name="Liudmila Khatkevich" userId="9e4f13db-0122-4676-b5ab-9c285f81dc95" providerId="ADAL" clId="{AFD80411-0EF2-4D4C-83C9-B5887907CF46}" dt="2026-03-03T12:20:36.429" v="1425" actId="207"/>
          <ac:spMkLst>
            <pc:docMk/>
            <pc:sldMk cId="4280343993" sldId="2147478290"/>
            <ac:spMk id="18" creationId="{996A4950-DBEC-97C5-A99C-C7F0FE014647}"/>
          </ac:spMkLst>
        </pc:spChg>
        <pc:spChg chg="mod">
          <ac:chgData name="Liudmila Khatkevich" userId="9e4f13db-0122-4676-b5ab-9c285f81dc95" providerId="ADAL" clId="{AFD80411-0EF2-4D4C-83C9-B5887907CF46}" dt="2026-03-03T12:20:36.429" v="1425" actId="207"/>
          <ac:spMkLst>
            <pc:docMk/>
            <pc:sldMk cId="4280343993" sldId="2147478290"/>
            <ac:spMk id="19" creationId="{A06D1339-2211-B3B0-A15A-E7C51DE2E025}"/>
          </ac:spMkLst>
        </pc:spChg>
        <pc:spChg chg="mod">
          <ac:chgData name="Liudmila Khatkevich" userId="9e4f13db-0122-4676-b5ab-9c285f81dc95" providerId="ADAL" clId="{AFD80411-0EF2-4D4C-83C9-B5887907CF46}" dt="2026-03-03T12:20:36.429" v="1425" actId="207"/>
          <ac:spMkLst>
            <pc:docMk/>
            <pc:sldMk cId="4280343993" sldId="2147478290"/>
            <ac:spMk id="20" creationId="{7CB74021-95F9-83D1-1106-C09A80F9DEF8}"/>
          </ac:spMkLst>
        </pc:spChg>
        <pc:spChg chg="mod">
          <ac:chgData name="Liudmila Khatkevich" userId="9e4f13db-0122-4676-b5ab-9c285f81dc95" providerId="ADAL" clId="{AFD80411-0EF2-4D4C-83C9-B5887907CF46}" dt="2026-03-03T12:20:39.576" v="1426" actId="571"/>
          <ac:spMkLst>
            <pc:docMk/>
            <pc:sldMk cId="4280343993" sldId="2147478290"/>
            <ac:spMk id="22" creationId="{7B212264-7D99-BFFD-6437-23E0A93F6670}"/>
          </ac:spMkLst>
        </pc:spChg>
        <pc:spChg chg="mod">
          <ac:chgData name="Liudmila Khatkevich" userId="9e4f13db-0122-4676-b5ab-9c285f81dc95" providerId="ADAL" clId="{AFD80411-0EF2-4D4C-83C9-B5887907CF46}" dt="2026-03-03T12:20:39.576" v="1426" actId="571"/>
          <ac:spMkLst>
            <pc:docMk/>
            <pc:sldMk cId="4280343993" sldId="2147478290"/>
            <ac:spMk id="23" creationId="{852B2EE4-4682-0D2D-94F7-0C600653AE37}"/>
          </ac:spMkLst>
        </pc:spChg>
        <pc:spChg chg="mod">
          <ac:chgData name="Liudmila Khatkevich" userId="9e4f13db-0122-4676-b5ab-9c285f81dc95" providerId="ADAL" clId="{AFD80411-0EF2-4D4C-83C9-B5887907CF46}" dt="2026-03-03T12:20:39.576" v="1426" actId="571"/>
          <ac:spMkLst>
            <pc:docMk/>
            <pc:sldMk cId="4280343993" sldId="2147478290"/>
            <ac:spMk id="24" creationId="{C208AAFE-7360-1CAB-96AE-3FF3052CFC2B}"/>
          </ac:spMkLst>
        </pc:spChg>
        <pc:grpChg chg="del mod">
          <ac:chgData name="Liudmila Khatkevich" userId="9e4f13db-0122-4676-b5ab-9c285f81dc95" providerId="ADAL" clId="{AFD80411-0EF2-4D4C-83C9-B5887907CF46}" dt="2026-03-03T12:16:51.329" v="1267" actId="478"/>
          <ac:grpSpMkLst>
            <pc:docMk/>
            <pc:sldMk cId="4280343993" sldId="2147478290"/>
            <ac:grpSpMk id="13" creationId="{146CA376-C8FA-4E98-DFBC-A914CAC5FCE8}"/>
          </ac:grpSpMkLst>
        </pc:grpChg>
        <pc:grpChg chg="add mod">
          <ac:chgData name="Liudmila Khatkevich" userId="9e4f13db-0122-4676-b5ab-9c285f81dc95" providerId="ADAL" clId="{AFD80411-0EF2-4D4C-83C9-B5887907CF46}" dt="2026-03-03T12:20:52.535" v="1435" actId="1035"/>
          <ac:grpSpMkLst>
            <pc:docMk/>
            <pc:sldMk cId="4280343993" sldId="2147478290"/>
            <ac:grpSpMk id="16" creationId="{F90BB2C1-D4F2-7196-9F25-869522FD5422}"/>
          </ac:grpSpMkLst>
        </pc:grpChg>
        <pc:grpChg chg="add mod">
          <ac:chgData name="Liudmila Khatkevich" userId="9e4f13db-0122-4676-b5ab-9c285f81dc95" providerId="ADAL" clId="{AFD80411-0EF2-4D4C-83C9-B5887907CF46}" dt="2026-03-03T12:20:52.535" v="1435" actId="1035"/>
          <ac:grpSpMkLst>
            <pc:docMk/>
            <pc:sldMk cId="4280343993" sldId="2147478290"/>
            <ac:grpSpMk id="21" creationId="{0A824E10-BB24-69CD-1F16-C503DE0EDF59}"/>
          </ac:grpSpMkLst>
        </pc:grpChg>
        <pc:picChg chg="mod topLvl">
          <ac:chgData name="Liudmila Khatkevich" userId="9e4f13db-0122-4676-b5ab-9c285f81dc95" providerId="ADAL" clId="{AFD80411-0EF2-4D4C-83C9-B5887907CF46}" dt="2026-03-03T12:20:02.165" v="1420" actId="1036"/>
          <ac:picMkLst>
            <pc:docMk/>
            <pc:sldMk cId="4280343993" sldId="2147478290"/>
            <ac:picMk id="29" creationId="{2C5A17A6-9B29-A182-C91C-19C38ACFB90D}"/>
          </ac:picMkLst>
        </pc:picChg>
        <pc:cxnChg chg="add mod">
          <ac:chgData name="Liudmila Khatkevich" userId="9e4f13db-0122-4676-b5ab-9c285f81dc95" providerId="ADAL" clId="{AFD80411-0EF2-4D4C-83C9-B5887907CF46}" dt="2026-03-03T12:20:41.865" v="1427" actId="553"/>
          <ac:cxnSpMkLst>
            <pc:docMk/>
            <pc:sldMk cId="4280343993" sldId="2147478290"/>
            <ac:cxnSpMk id="14" creationId="{8C5F5536-0DDA-5359-53BF-15ADB8BCB341}"/>
          </ac:cxnSpMkLst>
        </pc:cxnChg>
        <pc:cxnChg chg="add mod">
          <ac:chgData name="Liudmila Khatkevich" userId="9e4f13db-0122-4676-b5ab-9c285f81dc95" providerId="ADAL" clId="{AFD80411-0EF2-4D4C-83C9-B5887907CF46}" dt="2026-03-03T12:20:47.224" v="1432" actId="553"/>
          <ac:cxnSpMkLst>
            <pc:docMk/>
            <pc:sldMk cId="4280343993" sldId="2147478290"/>
            <ac:cxnSpMk id="15" creationId="{67B2A4DC-732C-8996-4324-8C8A2E2A7C79}"/>
          </ac:cxnSpMkLst>
        </pc:cxnChg>
      </pc:sldChg>
      <pc:sldChg chg="addSp delSp modSp mod modClrScheme chgLayout">
        <pc:chgData name="Liudmila Khatkevich" userId="9e4f13db-0122-4676-b5ab-9c285f81dc95" providerId="ADAL" clId="{AFD80411-0EF2-4D4C-83C9-B5887907CF46}" dt="2026-03-03T12:31:53.064" v="1756" actId="1036"/>
        <pc:sldMkLst>
          <pc:docMk/>
          <pc:sldMk cId="677319978" sldId="2147478291"/>
        </pc:sldMkLst>
        <pc:spChg chg="mod ord">
          <ac:chgData name="Liudmila Khatkevich" userId="9e4f13db-0122-4676-b5ab-9c285f81dc95" providerId="ADAL" clId="{AFD80411-0EF2-4D4C-83C9-B5887907CF46}" dt="2026-03-03T12:29:54.953" v="1638" actId="700"/>
          <ac:spMkLst>
            <pc:docMk/>
            <pc:sldMk cId="677319978" sldId="2147478291"/>
            <ac:spMk id="2" creationId="{E87A2F1E-FDF8-988A-95CB-FD973B42E5D2}"/>
          </ac:spMkLst>
        </pc:spChg>
        <pc:spChg chg="add mod ord">
          <ac:chgData name="Liudmila Khatkevich" userId="9e4f13db-0122-4676-b5ab-9c285f81dc95" providerId="ADAL" clId="{AFD80411-0EF2-4D4C-83C9-B5887907CF46}" dt="2026-03-03T12:29:54.953" v="1638" actId="700"/>
          <ac:spMkLst>
            <pc:docMk/>
            <pc:sldMk cId="677319978" sldId="2147478291"/>
            <ac:spMk id="3" creationId="{DD4C3655-6EFE-13F3-7334-0D446B2FD274}"/>
          </ac:spMkLst>
        </pc:spChg>
        <pc:spChg chg="add mod ord">
          <ac:chgData name="Liudmila Khatkevich" userId="9e4f13db-0122-4676-b5ab-9c285f81dc95" providerId="ADAL" clId="{AFD80411-0EF2-4D4C-83C9-B5887907CF46}" dt="2026-03-03T12:30:34.635" v="1717" actId="12788"/>
          <ac:spMkLst>
            <pc:docMk/>
            <pc:sldMk cId="677319978" sldId="2147478291"/>
            <ac:spMk id="4" creationId="{DF4E834C-5BF3-8313-A842-9887639EFC38}"/>
          </ac:spMkLst>
        </pc:spChg>
        <pc:spChg chg="del mod ord">
          <ac:chgData name="Liudmila Khatkevich" userId="9e4f13db-0122-4676-b5ab-9c285f81dc95" providerId="ADAL" clId="{AFD80411-0EF2-4D4C-83C9-B5887907CF46}" dt="2026-03-03T12:29:54.953" v="1638" actId="700"/>
          <ac:spMkLst>
            <pc:docMk/>
            <pc:sldMk cId="677319978" sldId="2147478291"/>
            <ac:spMk id="5" creationId="{FFCB3479-4BE8-9329-6063-0E13B3E95105}"/>
          </ac:spMkLst>
        </pc:spChg>
        <pc:spChg chg="del mod">
          <ac:chgData name="Liudmila Khatkevich" userId="9e4f13db-0122-4676-b5ab-9c285f81dc95" providerId="ADAL" clId="{AFD80411-0EF2-4D4C-83C9-B5887907CF46}" dt="2026-03-03T12:30:42.433" v="1718" actId="478"/>
          <ac:spMkLst>
            <pc:docMk/>
            <pc:sldMk cId="677319978" sldId="2147478291"/>
            <ac:spMk id="6" creationId="{2FBDF2AE-C18D-3634-ED1E-8A5D94F4F877}"/>
          </ac:spMkLst>
        </pc:spChg>
        <pc:spChg chg="add mod">
          <ac:chgData name="Liudmila Khatkevich" userId="9e4f13db-0122-4676-b5ab-9c285f81dc95" providerId="ADAL" clId="{AFD80411-0EF2-4D4C-83C9-B5887907CF46}" dt="2026-03-03T12:30:43.046" v="1719"/>
          <ac:spMkLst>
            <pc:docMk/>
            <pc:sldMk cId="677319978" sldId="2147478291"/>
            <ac:spMk id="7" creationId="{05875D41-01F4-56DA-9EBF-98AD2DAFA8D4}"/>
          </ac:spMkLst>
        </pc:spChg>
        <pc:spChg chg="add mod">
          <ac:chgData name="Liudmila Khatkevich" userId="9e4f13db-0122-4676-b5ab-9c285f81dc95" providerId="ADAL" clId="{AFD80411-0EF2-4D4C-83C9-B5887907CF46}" dt="2026-03-03T12:30:43.046" v="1719"/>
          <ac:spMkLst>
            <pc:docMk/>
            <pc:sldMk cId="677319978" sldId="2147478291"/>
            <ac:spMk id="8" creationId="{12ED83D0-CB14-ECF1-5AB6-A5E8AE1989E0}"/>
          </ac:spMkLst>
        </pc:spChg>
        <pc:spChg chg="mod">
          <ac:chgData name="Liudmila Khatkevich" userId="9e4f13db-0122-4676-b5ab-9c285f81dc95" providerId="ADAL" clId="{AFD80411-0EF2-4D4C-83C9-B5887907CF46}" dt="2026-03-03T12:31:53.064" v="1756" actId="1036"/>
          <ac:spMkLst>
            <pc:docMk/>
            <pc:sldMk cId="677319978" sldId="2147478291"/>
            <ac:spMk id="9" creationId="{EF3761AE-F873-1458-C096-DEA32F0C40C8}"/>
          </ac:spMkLst>
        </pc:spChg>
        <pc:spChg chg="del mod">
          <ac:chgData name="Liudmila Khatkevich" userId="9e4f13db-0122-4676-b5ab-9c285f81dc95" providerId="ADAL" clId="{AFD80411-0EF2-4D4C-83C9-B5887907CF46}" dt="2026-03-03T12:30:42.433" v="1718" actId="478"/>
          <ac:spMkLst>
            <pc:docMk/>
            <pc:sldMk cId="677319978" sldId="2147478291"/>
            <ac:spMk id="11" creationId="{C2B2B7B7-02E7-E30F-547E-7BC21BA99682}"/>
          </ac:spMkLst>
        </pc:spChg>
        <pc:spChg chg="mod">
          <ac:chgData name="Liudmila Khatkevich" userId="9e4f13db-0122-4676-b5ab-9c285f81dc95" providerId="ADAL" clId="{AFD80411-0EF2-4D4C-83C9-B5887907CF46}" dt="2026-03-03T12:29:49.742" v="1637" actId="1076"/>
          <ac:spMkLst>
            <pc:docMk/>
            <pc:sldMk cId="677319978" sldId="2147478291"/>
            <ac:spMk id="14" creationId="{37B8B5FA-088C-E1F0-9D98-B0CDC03C75BE}"/>
          </ac:spMkLst>
        </pc:spChg>
        <pc:spChg chg="mod">
          <ac:chgData name="Liudmila Khatkevich" userId="9e4f13db-0122-4676-b5ab-9c285f81dc95" providerId="ADAL" clId="{AFD80411-0EF2-4D4C-83C9-B5887907CF46}" dt="2026-03-03T12:30:43.046" v="1719"/>
          <ac:spMkLst>
            <pc:docMk/>
            <pc:sldMk cId="677319978" sldId="2147478291"/>
            <ac:spMk id="15" creationId="{D78F08E2-97ED-F233-9B52-2FA2874EAC02}"/>
          </ac:spMkLst>
        </pc:spChg>
        <pc:spChg chg="mod">
          <ac:chgData name="Liudmila Khatkevich" userId="9e4f13db-0122-4676-b5ab-9c285f81dc95" providerId="ADAL" clId="{AFD80411-0EF2-4D4C-83C9-B5887907CF46}" dt="2026-03-03T12:30:43.046" v="1719"/>
          <ac:spMkLst>
            <pc:docMk/>
            <pc:sldMk cId="677319978" sldId="2147478291"/>
            <ac:spMk id="16" creationId="{56ED7704-9436-694E-ACD4-6E48CBB02FE1}"/>
          </ac:spMkLst>
        </pc:spChg>
        <pc:spChg chg="del mod">
          <ac:chgData name="Liudmila Khatkevich" userId="9e4f13db-0122-4676-b5ab-9c285f81dc95" providerId="ADAL" clId="{AFD80411-0EF2-4D4C-83C9-B5887907CF46}" dt="2026-03-03T12:30:04.625" v="1641" actId="478"/>
          <ac:spMkLst>
            <pc:docMk/>
            <pc:sldMk cId="677319978" sldId="2147478291"/>
            <ac:spMk id="17" creationId="{C814AF16-A431-936C-1687-7D6212D2745A}"/>
          </ac:spMkLst>
        </pc:spChg>
        <pc:spChg chg="mod">
          <ac:chgData name="Liudmila Khatkevich" userId="9e4f13db-0122-4676-b5ab-9c285f81dc95" providerId="ADAL" clId="{AFD80411-0EF2-4D4C-83C9-B5887907CF46}" dt="2026-03-03T12:30:34.635" v="1717" actId="12788"/>
          <ac:spMkLst>
            <pc:docMk/>
            <pc:sldMk cId="677319978" sldId="2147478291"/>
            <ac:spMk id="18" creationId="{C1058F09-963C-230B-CA3A-A03DEA4CF7D5}"/>
          </ac:spMkLst>
        </pc:spChg>
        <pc:spChg chg="mod">
          <ac:chgData name="Liudmila Khatkevich" userId="9e4f13db-0122-4676-b5ab-9c285f81dc95" providerId="ADAL" clId="{AFD80411-0EF2-4D4C-83C9-B5887907CF46}" dt="2026-03-03T12:30:43.046" v="1719"/>
          <ac:spMkLst>
            <pc:docMk/>
            <pc:sldMk cId="677319978" sldId="2147478291"/>
            <ac:spMk id="19" creationId="{CF746718-077E-0E2C-D777-01E7F57563C6}"/>
          </ac:spMkLst>
        </pc:spChg>
        <pc:spChg chg="mod">
          <ac:chgData name="Liudmila Khatkevich" userId="9e4f13db-0122-4676-b5ab-9c285f81dc95" providerId="ADAL" clId="{AFD80411-0EF2-4D4C-83C9-B5887907CF46}" dt="2026-03-03T12:31:53.064" v="1756" actId="1036"/>
          <ac:spMkLst>
            <pc:docMk/>
            <pc:sldMk cId="677319978" sldId="2147478291"/>
            <ac:spMk id="21" creationId="{AC40E29F-F968-D42E-1F4E-57C891F12153}"/>
          </ac:spMkLst>
        </pc:spChg>
        <pc:spChg chg="mod">
          <ac:chgData name="Liudmila Khatkevich" userId="9e4f13db-0122-4676-b5ab-9c285f81dc95" providerId="ADAL" clId="{AFD80411-0EF2-4D4C-83C9-B5887907CF46}" dt="2026-03-03T12:30:43.046" v="1719"/>
          <ac:spMkLst>
            <pc:docMk/>
            <pc:sldMk cId="677319978" sldId="2147478291"/>
            <ac:spMk id="22" creationId="{9319187F-ED9F-D25F-7E52-F1E93D5E601B}"/>
          </ac:spMkLst>
        </pc:spChg>
        <pc:spChg chg="mod">
          <ac:chgData name="Liudmila Khatkevich" userId="9e4f13db-0122-4676-b5ab-9c285f81dc95" providerId="ADAL" clId="{AFD80411-0EF2-4D4C-83C9-B5887907CF46}" dt="2026-03-03T12:30:43.046" v="1719"/>
          <ac:spMkLst>
            <pc:docMk/>
            <pc:sldMk cId="677319978" sldId="2147478291"/>
            <ac:spMk id="23" creationId="{5B6B8171-CD43-4400-574B-604CB471DF18}"/>
          </ac:spMkLst>
        </pc:spChg>
        <pc:spChg chg="mod">
          <ac:chgData name="Liudmila Khatkevich" userId="9e4f13db-0122-4676-b5ab-9c285f81dc95" providerId="ADAL" clId="{AFD80411-0EF2-4D4C-83C9-B5887907CF46}" dt="2026-03-03T12:30:43.046" v="1719"/>
          <ac:spMkLst>
            <pc:docMk/>
            <pc:sldMk cId="677319978" sldId="2147478291"/>
            <ac:spMk id="24" creationId="{E821DA28-53C4-258C-FED6-7868743EA8F7}"/>
          </ac:spMkLst>
        </pc:spChg>
        <pc:grpChg chg="add mod">
          <ac:chgData name="Liudmila Khatkevich" userId="9e4f13db-0122-4676-b5ab-9c285f81dc95" providerId="ADAL" clId="{AFD80411-0EF2-4D4C-83C9-B5887907CF46}" dt="2026-03-03T12:30:43.046" v="1719"/>
          <ac:grpSpMkLst>
            <pc:docMk/>
            <pc:sldMk cId="677319978" sldId="2147478291"/>
            <ac:grpSpMk id="13" creationId="{567A4CD9-63A8-601C-64B6-5E1296AFDA47}"/>
          </ac:grpSpMkLst>
        </pc:grpChg>
        <pc:grpChg chg="add mod">
          <ac:chgData name="Liudmila Khatkevich" userId="9e4f13db-0122-4676-b5ab-9c285f81dc95" providerId="ADAL" clId="{AFD80411-0EF2-4D4C-83C9-B5887907CF46}" dt="2026-03-03T12:30:43.046" v="1719"/>
          <ac:grpSpMkLst>
            <pc:docMk/>
            <pc:sldMk cId="677319978" sldId="2147478291"/>
            <ac:grpSpMk id="20" creationId="{DFC0C9FC-29F4-7A78-4CE2-AB934483DD9D}"/>
          </ac:grpSpMkLst>
        </pc:grpChg>
        <pc:picChg chg="mod ord">
          <ac:chgData name="Liudmila Khatkevich" userId="9e4f13db-0122-4676-b5ab-9c285f81dc95" providerId="ADAL" clId="{AFD80411-0EF2-4D4C-83C9-B5887907CF46}" dt="2026-03-03T12:30:34.635" v="1717" actId="12788"/>
          <ac:picMkLst>
            <pc:docMk/>
            <pc:sldMk cId="677319978" sldId="2147478291"/>
            <ac:picMk id="28" creationId="{F0E614C8-6A89-925B-4443-0658D8687CA0}"/>
          </ac:picMkLst>
        </pc:picChg>
      </pc:sldChg>
      <pc:sldChg chg="addSp delSp modSp mod modClrScheme chgLayout">
        <pc:chgData name="Liudmila Khatkevich" userId="9e4f13db-0122-4676-b5ab-9c285f81dc95" providerId="ADAL" clId="{AFD80411-0EF2-4D4C-83C9-B5887907CF46}" dt="2026-03-03T16:24:33.382" v="3588" actId="572"/>
        <pc:sldMkLst>
          <pc:docMk/>
          <pc:sldMk cId="3251278532" sldId="2147478292"/>
        </pc:sldMkLst>
        <pc:spChg chg="add mod ord">
          <ac:chgData name="Liudmila Khatkevich" userId="9e4f13db-0122-4676-b5ab-9c285f81dc95" providerId="ADAL" clId="{AFD80411-0EF2-4D4C-83C9-B5887907CF46}" dt="2026-03-03T11:35:11.479" v="507" actId="700"/>
          <ac:spMkLst>
            <pc:docMk/>
            <pc:sldMk cId="3251278532" sldId="2147478292"/>
            <ac:spMk id="3" creationId="{0C17ECD4-91C2-6BF3-3C2E-6EFC928BABD5}"/>
          </ac:spMkLst>
        </pc:spChg>
        <pc:spChg chg="mod ord">
          <ac:chgData name="Liudmila Khatkevich" userId="9e4f13db-0122-4676-b5ab-9c285f81dc95" providerId="ADAL" clId="{AFD80411-0EF2-4D4C-83C9-B5887907CF46}" dt="2026-03-03T11:35:11.479" v="507" actId="700"/>
          <ac:spMkLst>
            <pc:docMk/>
            <pc:sldMk cId="3251278532" sldId="2147478292"/>
            <ac:spMk id="4" creationId="{D3FD5D82-9309-6416-5CAE-6C4359E0DC6D}"/>
          </ac:spMkLst>
        </pc:spChg>
        <pc:spChg chg="del mod ord">
          <ac:chgData name="Liudmila Khatkevich" userId="9e4f13db-0122-4676-b5ab-9c285f81dc95" providerId="ADAL" clId="{AFD80411-0EF2-4D4C-83C9-B5887907CF46}" dt="2026-03-03T11:35:11.479" v="507" actId="700"/>
          <ac:spMkLst>
            <pc:docMk/>
            <pc:sldMk cId="3251278532" sldId="2147478292"/>
            <ac:spMk id="6" creationId="{760E6237-0646-ABF9-4C21-6203E6704226}"/>
          </ac:spMkLst>
        </pc:spChg>
        <pc:graphicFrameChg chg="mod modGraphic">
          <ac:chgData name="Liudmila Khatkevich" userId="9e4f13db-0122-4676-b5ab-9c285f81dc95" providerId="ADAL" clId="{AFD80411-0EF2-4D4C-83C9-B5887907CF46}" dt="2026-03-03T16:24:33.382" v="3588" actId="572"/>
          <ac:graphicFrameMkLst>
            <pc:docMk/>
            <pc:sldMk cId="3251278532" sldId="2147478292"/>
            <ac:graphicFrameMk id="2" creationId="{D651A485-3754-43BC-B445-3FD7F0CB37C7}"/>
          </ac:graphicFrameMkLst>
        </pc:graphicFrameChg>
      </pc:sldChg>
      <pc:sldChg chg="modSp mod modClrScheme chgLayout">
        <pc:chgData name="Liudmila Khatkevich" userId="9e4f13db-0122-4676-b5ab-9c285f81dc95" providerId="ADAL" clId="{AFD80411-0EF2-4D4C-83C9-B5887907CF46}" dt="2026-03-03T13:20:25.590" v="3388" actId="700"/>
        <pc:sldMkLst>
          <pc:docMk/>
          <pc:sldMk cId="458498487" sldId="2147478293"/>
        </pc:sldMkLst>
        <pc:spChg chg="mod ord">
          <ac:chgData name="Liudmila Khatkevich" userId="9e4f13db-0122-4676-b5ab-9c285f81dc95" providerId="ADAL" clId="{AFD80411-0EF2-4D4C-83C9-B5887907CF46}" dt="2026-03-03T13:20:25.590" v="3388" actId="700"/>
          <ac:spMkLst>
            <pc:docMk/>
            <pc:sldMk cId="458498487" sldId="2147478293"/>
            <ac:spMk id="3" creationId="{E746D2A4-1412-C928-6874-45E5042407FB}"/>
          </ac:spMkLst>
        </pc:spChg>
        <pc:spChg chg="mod ord">
          <ac:chgData name="Liudmila Khatkevich" userId="9e4f13db-0122-4676-b5ab-9c285f81dc95" providerId="ADAL" clId="{AFD80411-0EF2-4D4C-83C9-B5887907CF46}" dt="2026-03-03T13:20:25.590" v="3388" actId="700"/>
          <ac:spMkLst>
            <pc:docMk/>
            <pc:sldMk cId="458498487" sldId="2147478293"/>
            <ac:spMk id="4" creationId="{EDD22A1E-5171-94C4-8B05-CDB821F25F76}"/>
          </ac:spMkLst>
        </pc:spChg>
        <pc:spChg chg="mod">
          <ac:chgData name="Liudmila Khatkevich" userId="9e4f13db-0122-4676-b5ab-9c285f81dc95" providerId="ADAL" clId="{AFD80411-0EF2-4D4C-83C9-B5887907CF46}" dt="2026-03-03T11:03:17.377" v="2"/>
          <ac:spMkLst>
            <pc:docMk/>
            <pc:sldMk cId="458498487" sldId="2147478293"/>
            <ac:spMk id="7" creationId="{FBEACFE9-A9FB-73B7-8625-DE177C0378B7}"/>
          </ac:spMkLst>
        </pc:spChg>
        <pc:spChg chg="mod">
          <ac:chgData name="Liudmila Khatkevich" userId="9e4f13db-0122-4676-b5ab-9c285f81dc95" providerId="ADAL" clId="{AFD80411-0EF2-4D4C-83C9-B5887907CF46}" dt="2026-03-03T11:03:17.377" v="2"/>
          <ac:spMkLst>
            <pc:docMk/>
            <pc:sldMk cId="458498487" sldId="2147478293"/>
            <ac:spMk id="38" creationId="{3311A2BD-C5E0-9541-88AE-C93A0B357B45}"/>
          </ac:spMkLst>
        </pc:spChg>
        <pc:spChg chg="mod">
          <ac:chgData name="Liudmila Khatkevich" userId="9e4f13db-0122-4676-b5ab-9c285f81dc95" providerId="ADAL" clId="{AFD80411-0EF2-4D4C-83C9-B5887907CF46}" dt="2026-03-03T11:03:17.377" v="2"/>
          <ac:spMkLst>
            <pc:docMk/>
            <pc:sldMk cId="458498487" sldId="2147478293"/>
            <ac:spMk id="39" creationId="{07C062AB-38EA-CBDE-392B-CEC9E17A1432}"/>
          </ac:spMkLst>
        </pc:spChg>
        <pc:spChg chg="mod">
          <ac:chgData name="Liudmila Khatkevich" userId="9e4f13db-0122-4676-b5ab-9c285f81dc95" providerId="ADAL" clId="{AFD80411-0EF2-4D4C-83C9-B5887907CF46}" dt="2026-03-03T11:03:17.377" v="2"/>
          <ac:spMkLst>
            <pc:docMk/>
            <pc:sldMk cId="458498487" sldId="2147478293"/>
            <ac:spMk id="40" creationId="{3305D18E-3DAC-939F-C202-7FBBFC16DA34}"/>
          </ac:spMkLst>
        </pc:spChg>
        <pc:spChg chg="mod">
          <ac:chgData name="Liudmila Khatkevich" userId="9e4f13db-0122-4676-b5ab-9c285f81dc95" providerId="ADAL" clId="{AFD80411-0EF2-4D4C-83C9-B5887907CF46}" dt="2026-03-03T11:03:17.377" v="2"/>
          <ac:spMkLst>
            <pc:docMk/>
            <pc:sldMk cId="458498487" sldId="2147478293"/>
            <ac:spMk id="42" creationId="{95AB859F-45D6-0FF8-DE01-BF932E538E2C}"/>
          </ac:spMkLst>
        </pc:spChg>
        <pc:spChg chg="mod">
          <ac:chgData name="Liudmila Khatkevich" userId="9e4f13db-0122-4676-b5ab-9c285f81dc95" providerId="ADAL" clId="{AFD80411-0EF2-4D4C-83C9-B5887907CF46}" dt="2026-03-03T11:03:17.377" v="2"/>
          <ac:spMkLst>
            <pc:docMk/>
            <pc:sldMk cId="458498487" sldId="2147478293"/>
            <ac:spMk id="44" creationId="{953533DD-1415-CD53-F00B-DBB7277F10A0}"/>
          </ac:spMkLst>
        </pc:spChg>
        <pc:spChg chg="mod">
          <ac:chgData name="Liudmila Khatkevich" userId="9e4f13db-0122-4676-b5ab-9c285f81dc95" providerId="ADAL" clId="{AFD80411-0EF2-4D4C-83C9-B5887907CF46}" dt="2026-03-03T11:03:17.377" v="2"/>
          <ac:spMkLst>
            <pc:docMk/>
            <pc:sldMk cId="458498487" sldId="2147478293"/>
            <ac:spMk id="46" creationId="{95954865-197B-BAB1-F20C-4354D1805351}"/>
          </ac:spMkLst>
        </pc:spChg>
        <pc:spChg chg="mod">
          <ac:chgData name="Liudmila Khatkevich" userId="9e4f13db-0122-4676-b5ab-9c285f81dc95" providerId="ADAL" clId="{AFD80411-0EF2-4D4C-83C9-B5887907CF46}" dt="2026-03-03T11:03:17.377" v="2"/>
          <ac:spMkLst>
            <pc:docMk/>
            <pc:sldMk cId="458498487" sldId="2147478293"/>
            <ac:spMk id="48" creationId="{45195371-FF27-9753-895A-045DB4C5A251}"/>
          </ac:spMkLst>
        </pc:spChg>
        <pc:spChg chg="mod">
          <ac:chgData name="Liudmila Khatkevich" userId="9e4f13db-0122-4676-b5ab-9c285f81dc95" providerId="ADAL" clId="{AFD80411-0EF2-4D4C-83C9-B5887907CF46}" dt="2026-03-03T11:03:17.377" v="2"/>
          <ac:spMkLst>
            <pc:docMk/>
            <pc:sldMk cId="458498487" sldId="2147478293"/>
            <ac:spMk id="50" creationId="{29AF383A-EE9D-7E24-B903-325AF8A524AA}"/>
          </ac:spMkLst>
        </pc:spChg>
        <pc:spChg chg="mod">
          <ac:chgData name="Liudmila Khatkevich" userId="9e4f13db-0122-4676-b5ab-9c285f81dc95" providerId="ADAL" clId="{AFD80411-0EF2-4D4C-83C9-B5887907CF46}" dt="2026-03-03T11:03:17.377" v="2"/>
          <ac:spMkLst>
            <pc:docMk/>
            <pc:sldMk cId="458498487" sldId="2147478293"/>
            <ac:spMk id="52" creationId="{68379B95-18E5-1EF4-88CE-EF2931E3E6AB}"/>
          </ac:spMkLst>
        </pc:spChg>
      </pc:sldChg>
      <pc:sldChg chg="addSp delSp modSp mod modClrScheme chgLayout">
        <pc:chgData name="Liudmila Khatkevich" userId="9e4f13db-0122-4676-b5ab-9c285f81dc95" providerId="ADAL" clId="{AFD80411-0EF2-4D4C-83C9-B5887907CF46}" dt="2026-03-03T13:21:35.395" v="3394" actId="14100"/>
        <pc:sldMkLst>
          <pc:docMk/>
          <pc:sldMk cId="1616614812" sldId="2147478294"/>
        </pc:sldMkLst>
        <pc:spChg chg="add del mod ord">
          <ac:chgData name="Liudmila Khatkevich" userId="9e4f13db-0122-4676-b5ab-9c285f81dc95" providerId="ADAL" clId="{AFD80411-0EF2-4D4C-83C9-B5887907CF46}" dt="2026-03-03T11:39:41.037" v="637" actId="700"/>
          <ac:spMkLst>
            <pc:docMk/>
            <pc:sldMk cId="1616614812" sldId="2147478294"/>
            <ac:spMk id="2" creationId="{2BA3274E-54DD-1EBB-512B-D8E58B305A01}"/>
          </ac:spMkLst>
        </pc:spChg>
        <pc:spChg chg="add mod ord">
          <ac:chgData name="Liudmila Khatkevich" userId="9e4f13db-0122-4676-b5ab-9c285f81dc95" providerId="ADAL" clId="{AFD80411-0EF2-4D4C-83C9-B5887907CF46}" dt="2026-03-03T11:39:41.037" v="637" actId="700"/>
          <ac:spMkLst>
            <pc:docMk/>
            <pc:sldMk cId="1616614812" sldId="2147478294"/>
            <ac:spMk id="3" creationId="{5C896205-2403-CE98-6D3A-F4ECA1640FA9}"/>
          </ac:spMkLst>
        </pc:spChg>
        <pc:spChg chg="mod ord">
          <ac:chgData name="Liudmila Khatkevich" userId="9e4f13db-0122-4676-b5ab-9c285f81dc95" providerId="ADAL" clId="{AFD80411-0EF2-4D4C-83C9-B5887907CF46}" dt="2026-03-03T11:40:37.254" v="665" actId="14100"/>
          <ac:spMkLst>
            <pc:docMk/>
            <pc:sldMk cId="1616614812" sldId="2147478294"/>
            <ac:spMk id="4" creationId="{7DEF7FEC-FA32-4F88-08B5-9504F754C15D}"/>
          </ac:spMkLst>
        </pc:spChg>
        <pc:spChg chg="del mod ord">
          <ac:chgData name="Liudmila Khatkevich" userId="9e4f13db-0122-4676-b5ab-9c285f81dc95" providerId="ADAL" clId="{AFD80411-0EF2-4D4C-83C9-B5887907CF46}" dt="2026-03-03T11:38:58.452" v="613" actId="700"/>
          <ac:spMkLst>
            <pc:docMk/>
            <pc:sldMk cId="1616614812" sldId="2147478294"/>
            <ac:spMk id="5" creationId="{4272995C-ACD1-20A3-0630-D72B110AB20D}"/>
          </ac:spMkLst>
        </pc:spChg>
        <pc:spChg chg="add mod ord">
          <ac:chgData name="Liudmila Khatkevich" userId="9e4f13db-0122-4676-b5ab-9c285f81dc95" providerId="ADAL" clId="{AFD80411-0EF2-4D4C-83C9-B5887907CF46}" dt="2026-03-03T13:21:35.395" v="3394" actId="14100"/>
          <ac:spMkLst>
            <pc:docMk/>
            <pc:sldMk cId="1616614812" sldId="2147478294"/>
            <ac:spMk id="6" creationId="{2B8C8F98-5924-87F6-90FE-1659729DC0DB}"/>
          </ac:spMkLst>
        </pc:spChg>
        <pc:spChg chg="mod">
          <ac:chgData name="Liudmila Khatkevich" userId="9e4f13db-0122-4676-b5ab-9c285f81dc95" providerId="ADAL" clId="{AFD80411-0EF2-4D4C-83C9-B5887907CF46}" dt="2026-03-03T11:43:18.261" v="753" actId="3064"/>
          <ac:spMkLst>
            <pc:docMk/>
            <pc:sldMk cId="1616614812" sldId="2147478294"/>
            <ac:spMk id="19" creationId="{C2EF14BA-77BF-1C27-DDFB-64FBD6947E6F}"/>
          </ac:spMkLst>
        </pc:spChg>
        <pc:spChg chg="mod">
          <ac:chgData name="Liudmila Khatkevich" userId="9e4f13db-0122-4676-b5ab-9c285f81dc95" providerId="ADAL" clId="{AFD80411-0EF2-4D4C-83C9-B5887907CF46}" dt="2026-03-03T11:43:18.261" v="753" actId="3064"/>
          <ac:spMkLst>
            <pc:docMk/>
            <pc:sldMk cId="1616614812" sldId="2147478294"/>
            <ac:spMk id="20" creationId="{8F0974EB-F44A-FEF2-CAC6-B4E049878A8F}"/>
          </ac:spMkLst>
        </pc:spChg>
        <pc:spChg chg="mod">
          <ac:chgData name="Liudmila Khatkevich" userId="9e4f13db-0122-4676-b5ab-9c285f81dc95" providerId="ADAL" clId="{AFD80411-0EF2-4D4C-83C9-B5887907CF46}" dt="2026-03-03T11:43:18.261" v="753" actId="3064"/>
          <ac:spMkLst>
            <pc:docMk/>
            <pc:sldMk cId="1616614812" sldId="2147478294"/>
            <ac:spMk id="21" creationId="{1D2299CA-A0D2-2B5B-2CB2-A02053EE8827}"/>
          </ac:spMkLst>
        </pc:spChg>
        <pc:spChg chg="mod">
          <ac:chgData name="Liudmila Khatkevich" userId="9e4f13db-0122-4676-b5ab-9c285f81dc95" providerId="ADAL" clId="{AFD80411-0EF2-4D4C-83C9-B5887907CF46}" dt="2026-03-03T11:43:18.261" v="753" actId="3064"/>
          <ac:spMkLst>
            <pc:docMk/>
            <pc:sldMk cId="1616614812" sldId="2147478294"/>
            <ac:spMk id="22" creationId="{80E14CAF-3584-8F24-E9A3-272EF6F869B7}"/>
          </ac:spMkLst>
        </pc:spChg>
        <pc:spChg chg="mod">
          <ac:chgData name="Liudmila Khatkevich" userId="9e4f13db-0122-4676-b5ab-9c285f81dc95" providerId="ADAL" clId="{AFD80411-0EF2-4D4C-83C9-B5887907CF46}" dt="2026-03-03T11:43:18.261" v="753" actId="3064"/>
          <ac:spMkLst>
            <pc:docMk/>
            <pc:sldMk cId="1616614812" sldId="2147478294"/>
            <ac:spMk id="23" creationId="{5D9D8A69-D7BC-4A1C-7A51-6C2DC85F3090}"/>
          </ac:spMkLst>
        </pc:spChg>
        <pc:spChg chg="mod">
          <ac:chgData name="Liudmila Khatkevich" userId="9e4f13db-0122-4676-b5ab-9c285f81dc95" providerId="ADAL" clId="{AFD80411-0EF2-4D4C-83C9-B5887907CF46}" dt="2026-03-03T11:43:18.261" v="753" actId="3064"/>
          <ac:spMkLst>
            <pc:docMk/>
            <pc:sldMk cId="1616614812" sldId="2147478294"/>
            <ac:spMk id="25" creationId="{D6C99DBF-752F-00C7-46E2-6CC949A95B4B}"/>
          </ac:spMkLst>
        </pc:spChg>
        <pc:spChg chg="mod">
          <ac:chgData name="Liudmila Khatkevich" userId="9e4f13db-0122-4676-b5ab-9c285f81dc95" providerId="ADAL" clId="{AFD80411-0EF2-4D4C-83C9-B5887907CF46}" dt="2026-03-03T11:43:18.261" v="753" actId="3064"/>
          <ac:spMkLst>
            <pc:docMk/>
            <pc:sldMk cId="1616614812" sldId="2147478294"/>
            <ac:spMk id="28" creationId="{42A18E04-4536-B4F0-EDE9-D96CFFE13F25}"/>
          </ac:spMkLst>
        </pc:spChg>
        <pc:spChg chg="mod">
          <ac:chgData name="Liudmila Khatkevich" userId="9e4f13db-0122-4676-b5ab-9c285f81dc95" providerId="ADAL" clId="{AFD80411-0EF2-4D4C-83C9-B5887907CF46}" dt="2026-03-03T11:43:23.765" v="755" actId="3064"/>
          <ac:spMkLst>
            <pc:docMk/>
            <pc:sldMk cId="1616614812" sldId="2147478294"/>
            <ac:spMk id="31" creationId="{481AC33A-FE54-7AE5-15E8-30EA32A2E855}"/>
          </ac:spMkLst>
        </pc:spChg>
        <pc:spChg chg="mod">
          <ac:chgData name="Liudmila Khatkevich" userId="9e4f13db-0122-4676-b5ab-9c285f81dc95" providerId="ADAL" clId="{AFD80411-0EF2-4D4C-83C9-B5887907CF46}" dt="2026-03-03T11:43:23.765" v="755" actId="3064"/>
          <ac:spMkLst>
            <pc:docMk/>
            <pc:sldMk cId="1616614812" sldId="2147478294"/>
            <ac:spMk id="32" creationId="{5360DF18-E233-181E-30AC-FB5F6F774805}"/>
          </ac:spMkLst>
        </pc:spChg>
        <pc:spChg chg="mod">
          <ac:chgData name="Liudmila Khatkevich" userId="9e4f13db-0122-4676-b5ab-9c285f81dc95" providerId="ADAL" clId="{AFD80411-0EF2-4D4C-83C9-B5887907CF46}" dt="2026-03-03T11:43:23.765" v="755" actId="3064"/>
          <ac:spMkLst>
            <pc:docMk/>
            <pc:sldMk cId="1616614812" sldId="2147478294"/>
            <ac:spMk id="33" creationId="{42CB8270-89D2-9F46-A88F-68865D47DFD0}"/>
          </ac:spMkLst>
        </pc:spChg>
        <pc:spChg chg="mod">
          <ac:chgData name="Liudmila Khatkevich" userId="9e4f13db-0122-4676-b5ab-9c285f81dc95" providerId="ADAL" clId="{AFD80411-0EF2-4D4C-83C9-B5887907CF46}" dt="2026-03-03T11:43:23.765" v="755" actId="3064"/>
          <ac:spMkLst>
            <pc:docMk/>
            <pc:sldMk cId="1616614812" sldId="2147478294"/>
            <ac:spMk id="34" creationId="{E18A1DD1-FF23-DD64-E4BC-F02AB39B7EF3}"/>
          </ac:spMkLst>
        </pc:spChg>
        <pc:spChg chg="mod">
          <ac:chgData name="Liudmila Khatkevich" userId="9e4f13db-0122-4676-b5ab-9c285f81dc95" providerId="ADAL" clId="{AFD80411-0EF2-4D4C-83C9-B5887907CF46}" dt="2026-03-03T11:43:23.765" v="755" actId="3064"/>
          <ac:spMkLst>
            <pc:docMk/>
            <pc:sldMk cId="1616614812" sldId="2147478294"/>
            <ac:spMk id="35" creationId="{6C36CCAB-8090-5C9B-7518-5D6A41B25863}"/>
          </ac:spMkLst>
        </pc:spChg>
        <pc:spChg chg="mod">
          <ac:chgData name="Liudmila Khatkevich" userId="9e4f13db-0122-4676-b5ab-9c285f81dc95" providerId="ADAL" clId="{AFD80411-0EF2-4D4C-83C9-B5887907CF46}" dt="2026-03-03T11:43:23.765" v="755" actId="3064"/>
          <ac:spMkLst>
            <pc:docMk/>
            <pc:sldMk cId="1616614812" sldId="2147478294"/>
            <ac:spMk id="36" creationId="{A5AC01FB-CA77-5672-B1C1-B171EDA72283}"/>
          </ac:spMkLst>
        </pc:spChg>
        <pc:spChg chg="mod">
          <ac:chgData name="Liudmila Khatkevich" userId="9e4f13db-0122-4676-b5ab-9c285f81dc95" providerId="ADAL" clId="{AFD80411-0EF2-4D4C-83C9-B5887907CF46}" dt="2026-03-03T11:43:23.765" v="755" actId="3064"/>
          <ac:spMkLst>
            <pc:docMk/>
            <pc:sldMk cId="1616614812" sldId="2147478294"/>
            <ac:spMk id="37" creationId="{419639EF-DE47-85E4-5530-D5F1BEAC4D17}"/>
          </ac:spMkLst>
        </pc:spChg>
        <pc:spChg chg="mod">
          <ac:chgData name="Liudmila Khatkevich" userId="9e4f13db-0122-4676-b5ab-9c285f81dc95" providerId="ADAL" clId="{AFD80411-0EF2-4D4C-83C9-B5887907CF46}" dt="2026-03-03T11:44:10.143" v="779" actId="12789"/>
          <ac:spMkLst>
            <pc:docMk/>
            <pc:sldMk cId="1616614812" sldId="2147478294"/>
            <ac:spMk id="38" creationId="{C9FF9A65-4B4D-4892-EC34-66A5A0EEB866}"/>
          </ac:spMkLst>
        </pc:spChg>
        <pc:spChg chg="mod">
          <ac:chgData name="Liudmila Khatkevich" userId="9e4f13db-0122-4676-b5ab-9c285f81dc95" providerId="ADAL" clId="{AFD80411-0EF2-4D4C-83C9-B5887907CF46}" dt="2026-03-03T11:44:10.143" v="779" actId="12789"/>
          <ac:spMkLst>
            <pc:docMk/>
            <pc:sldMk cId="1616614812" sldId="2147478294"/>
            <ac:spMk id="39" creationId="{2A60AA6E-0F51-5837-6F7F-17FC0942B5E9}"/>
          </ac:spMkLst>
        </pc:spChg>
        <pc:spChg chg="mod">
          <ac:chgData name="Liudmila Khatkevich" userId="9e4f13db-0122-4676-b5ab-9c285f81dc95" providerId="ADAL" clId="{AFD80411-0EF2-4D4C-83C9-B5887907CF46}" dt="2026-03-03T11:44:13.381" v="780" actId="552"/>
          <ac:spMkLst>
            <pc:docMk/>
            <pc:sldMk cId="1616614812" sldId="2147478294"/>
            <ac:spMk id="40" creationId="{D68CC480-00DD-346B-16AD-BB6D23359B53}"/>
          </ac:spMkLst>
        </pc:spChg>
        <pc:spChg chg="mod">
          <ac:chgData name="Liudmila Khatkevich" userId="9e4f13db-0122-4676-b5ab-9c285f81dc95" providerId="ADAL" clId="{AFD80411-0EF2-4D4C-83C9-B5887907CF46}" dt="2026-03-03T11:44:13.381" v="780" actId="552"/>
          <ac:spMkLst>
            <pc:docMk/>
            <pc:sldMk cId="1616614812" sldId="2147478294"/>
            <ac:spMk id="42" creationId="{BE983A43-E8A5-A8F6-50B6-BDE87193EA9D}"/>
          </ac:spMkLst>
        </pc:spChg>
        <pc:spChg chg="mod">
          <ac:chgData name="Liudmila Khatkevich" userId="9e4f13db-0122-4676-b5ab-9c285f81dc95" providerId="ADAL" clId="{AFD80411-0EF2-4D4C-83C9-B5887907CF46}" dt="2026-03-03T11:44:13.381" v="780" actId="552"/>
          <ac:spMkLst>
            <pc:docMk/>
            <pc:sldMk cId="1616614812" sldId="2147478294"/>
            <ac:spMk id="44" creationId="{22C10F33-91F1-559B-C7AA-217E4DFABEFF}"/>
          </ac:spMkLst>
        </pc:spChg>
        <pc:spChg chg="mod">
          <ac:chgData name="Liudmila Khatkevich" userId="9e4f13db-0122-4676-b5ab-9c285f81dc95" providerId="ADAL" clId="{AFD80411-0EF2-4D4C-83C9-B5887907CF46}" dt="2026-03-03T11:44:13.381" v="780" actId="552"/>
          <ac:spMkLst>
            <pc:docMk/>
            <pc:sldMk cId="1616614812" sldId="2147478294"/>
            <ac:spMk id="46" creationId="{9B8DA9DF-0387-2892-0EAA-9FC455EF49C0}"/>
          </ac:spMkLst>
        </pc:spChg>
        <pc:spChg chg="mod">
          <ac:chgData name="Liudmila Khatkevich" userId="9e4f13db-0122-4676-b5ab-9c285f81dc95" providerId="ADAL" clId="{AFD80411-0EF2-4D4C-83C9-B5887907CF46}" dt="2026-03-03T11:44:13.381" v="780" actId="552"/>
          <ac:spMkLst>
            <pc:docMk/>
            <pc:sldMk cId="1616614812" sldId="2147478294"/>
            <ac:spMk id="48" creationId="{233D3DFD-BF35-64E3-EF9E-6CC09AA70CEB}"/>
          </ac:spMkLst>
        </pc:spChg>
        <pc:spChg chg="mod">
          <ac:chgData name="Liudmila Khatkevich" userId="9e4f13db-0122-4676-b5ab-9c285f81dc95" providerId="ADAL" clId="{AFD80411-0EF2-4D4C-83C9-B5887907CF46}" dt="2026-03-03T11:44:13.381" v="780" actId="552"/>
          <ac:spMkLst>
            <pc:docMk/>
            <pc:sldMk cId="1616614812" sldId="2147478294"/>
            <ac:spMk id="50" creationId="{439AA45A-B47B-A3C5-394F-97D848744350}"/>
          </ac:spMkLst>
        </pc:spChg>
        <pc:spChg chg="mod">
          <ac:chgData name="Liudmila Khatkevich" userId="9e4f13db-0122-4676-b5ab-9c285f81dc95" providerId="ADAL" clId="{AFD80411-0EF2-4D4C-83C9-B5887907CF46}" dt="2026-03-03T11:44:20.374" v="782" actId="1076"/>
          <ac:spMkLst>
            <pc:docMk/>
            <pc:sldMk cId="1616614812" sldId="2147478294"/>
            <ac:spMk id="52" creationId="{0E0CB1E5-E0D8-2966-CBA6-49E7DF79925B}"/>
          </ac:spMkLst>
        </pc:spChg>
        <pc:cxnChg chg="add mod">
          <ac:chgData name="Liudmila Khatkevich" userId="9e4f13db-0122-4676-b5ab-9c285f81dc95" providerId="ADAL" clId="{AFD80411-0EF2-4D4C-83C9-B5887907CF46}" dt="2026-03-03T11:44:07.413" v="778" actId="12789"/>
          <ac:cxnSpMkLst>
            <pc:docMk/>
            <pc:sldMk cId="1616614812" sldId="2147478294"/>
            <ac:cxnSpMk id="8" creationId="{88875B84-003B-8E4B-4BED-F9431B669F91}"/>
          </ac:cxnSpMkLst>
        </pc:cxnChg>
        <pc:cxnChg chg="add mod">
          <ac:chgData name="Liudmila Khatkevich" userId="9e4f13db-0122-4676-b5ab-9c285f81dc95" providerId="ADAL" clId="{AFD80411-0EF2-4D4C-83C9-B5887907CF46}" dt="2026-03-03T11:44:07.413" v="778" actId="12789"/>
          <ac:cxnSpMkLst>
            <pc:docMk/>
            <pc:sldMk cId="1616614812" sldId="2147478294"/>
            <ac:cxnSpMk id="9" creationId="{2A44A226-5BF8-E7FA-7A27-CF4DA668154D}"/>
          </ac:cxnSpMkLst>
        </pc:cxnChg>
        <pc:cxnChg chg="add mod">
          <ac:chgData name="Liudmila Khatkevich" userId="9e4f13db-0122-4676-b5ab-9c285f81dc95" providerId="ADAL" clId="{AFD80411-0EF2-4D4C-83C9-B5887907CF46}" dt="2026-03-03T11:44:13.381" v="780" actId="552"/>
          <ac:cxnSpMkLst>
            <pc:docMk/>
            <pc:sldMk cId="1616614812" sldId="2147478294"/>
            <ac:cxnSpMk id="10" creationId="{6E3CCD91-22E9-E9A0-EE1E-B91A18D09D21}"/>
          </ac:cxnSpMkLst>
        </pc:cxnChg>
      </pc:sldChg>
      <pc:sldChg chg="addSp delSp modSp mod modClrScheme chgLayout">
        <pc:chgData name="Liudmila Khatkevich" userId="9e4f13db-0122-4676-b5ab-9c285f81dc95" providerId="ADAL" clId="{AFD80411-0EF2-4D4C-83C9-B5887907CF46}" dt="2026-03-03T11:34:54.748" v="506" actId="14100"/>
        <pc:sldMkLst>
          <pc:docMk/>
          <pc:sldMk cId="897258851" sldId="2147478295"/>
        </pc:sldMkLst>
        <pc:spChg chg="mod ord">
          <ac:chgData name="Liudmila Khatkevich" userId="9e4f13db-0122-4676-b5ab-9c285f81dc95" providerId="ADAL" clId="{AFD80411-0EF2-4D4C-83C9-B5887907CF46}" dt="2026-03-03T11:29:56.155" v="347" actId="700"/>
          <ac:spMkLst>
            <pc:docMk/>
            <pc:sldMk cId="897258851" sldId="2147478295"/>
            <ac:spMk id="2" creationId="{27E90FE8-81E9-BD5B-7785-FED753AA1569}"/>
          </ac:spMkLst>
        </pc:spChg>
        <pc:spChg chg="add mod ord">
          <ac:chgData name="Liudmila Khatkevich" userId="9e4f13db-0122-4676-b5ab-9c285f81dc95" providerId="ADAL" clId="{AFD80411-0EF2-4D4C-83C9-B5887907CF46}" dt="2026-03-03T11:29:56.155" v="347" actId="700"/>
          <ac:spMkLst>
            <pc:docMk/>
            <pc:sldMk cId="897258851" sldId="2147478295"/>
            <ac:spMk id="3" creationId="{6033B3D1-9AFB-4D2D-A87C-AA462C40283F}"/>
          </ac:spMkLst>
        </pc:spChg>
        <pc:spChg chg="mod">
          <ac:chgData name="Liudmila Khatkevich" userId="9e4f13db-0122-4676-b5ab-9c285f81dc95" providerId="ADAL" clId="{AFD80411-0EF2-4D4C-83C9-B5887907CF46}" dt="2026-03-03T11:31:52.406" v="413" actId="1036"/>
          <ac:spMkLst>
            <pc:docMk/>
            <pc:sldMk cId="897258851" sldId="2147478295"/>
            <ac:spMk id="4" creationId="{5820E3EA-BFF0-AD3E-1EA3-D0219630C2D6}"/>
          </ac:spMkLst>
        </pc:spChg>
        <pc:spChg chg="mod">
          <ac:chgData name="Liudmila Khatkevich" userId="9e4f13db-0122-4676-b5ab-9c285f81dc95" providerId="ADAL" clId="{AFD80411-0EF2-4D4C-83C9-B5887907CF46}" dt="2026-03-03T11:34:43.295" v="496" actId="1038"/>
          <ac:spMkLst>
            <pc:docMk/>
            <pc:sldMk cId="897258851" sldId="2147478295"/>
            <ac:spMk id="5" creationId="{4B0CB77F-6352-2BC7-F3CF-FD60A04BC4B1}"/>
          </ac:spMkLst>
        </pc:spChg>
        <pc:spChg chg="mod">
          <ac:chgData name="Liudmila Khatkevich" userId="9e4f13db-0122-4676-b5ab-9c285f81dc95" providerId="ADAL" clId="{AFD80411-0EF2-4D4C-83C9-B5887907CF46}" dt="2026-03-03T11:34:49.453" v="505" actId="1038"/>
          <ac:spMkLst>
            <pc:docMk/>
            <pc:sldMk cId="897258851" sldId="2147478295"/>
            <ac:spMk id="6" creationId="{0FF03E72-19C4-5231-BF28-3B410F9EC6CA}"/>
          </ac:spMkLst>
        </pc:spChg>
        <pc:spChg chg="del mod ord">
          <ac:chgData name="Liudmila Khatkevich" userId="9e4f13db-0122-4676-b5ab-9c285f81dc95" providerId="ADAL" clId="{AFD80411-0EF2-4D4C-83C9-B5887907CF46}" dt="2026-03-03T11:29:56.155" v="347" actId="700"/>
          <ac:spMkLst>
            <pc:docMk/>
            <pc:sldMk cId="897258851" sldId="2147478295"/>
            <ac:spMk id="8" creationId="{97B20BD2-0BC0-1418-EDBD-7B1F8F2E21F3}"/>
          </ac:spMkLst>
        </pc:spChg>
        <pc:spChg chg="mod">
          <ac:chgData name="Liudmila Khatkevich" userId="9e4f13db-0122-4676-b5ab-9c285f81dc95" providerId="ADAL" clId="{AFD80411-0EF2-4D4C-83C9-B5887907CF46}" dt="2026-03-03T11:34:25.559" v="481" actId="12"/>
          <ac:spMkLst>
            <pc:docMk/>
            <pc:sldMk cId="897258851" sldId="2147478295"/>
            <ac:spMk id="9" creationId="{DAA4F17A-B9EC-8374-354A-E13955DCD633}"/>
          </ac:spMkLst>
        </pc:spChg>
        <pc:spChg chg="mod">
          <ac:chgData name="Liudmila Khatkevich" userId="9e4f13db-0122-4676-b5ab-9c285f81dc95" providerId="ADAL" clId="{AFD80411-0EF2-4D4C-83C9-B5887907CF46}" dt="2026-03-03T11:34:54.748" v="506" actId="14100"/>
          <ac:spMkLst>
            <pc:docMk/>
            <pc:sldMk cId="897258851" sldId="2147478295"/>
            <ac:spMk id="10" creationId="{9AB6429B-753F-A5AC-D001-A6D724F5A256}"/>
          </ac:spMkLst>
        </pc:spChg>
        <pc:spChg chg="mod">
          <ac:chgData name="Liudmila Khatkevich" userId="9e4f13db-0122-4676-b5ab-9c285f81dc95" providerId="ADAL" clId="{AFD80411-0EF2-4D4C-83C9-B5887907CF46}" dt="2026-03-03T11:34:43.295" v="496" actId="1038"/>
          <ac:spMkLst>
            <pc:docMk/>
            <pc:sldMk cId="897258851" sldId="2147478295"/>
            <ac:spMk id="12" creationId="{E2D5F1B6-740E-A6B2-4D91-F4F0A18E53A5}"/>
          </ac:spMkLst>
        </pc:spChg>
        <pc:cxnChg chg="add mod">
          <ac:chgData name="Liudmila Khatkevich" userId="9e4f13db-0122-4676-b5ab-9c285f81dc95" providerId="ADAL" clId="{AFD80411-0EF2-4D4C-83C9-B5887907CF46}" dt="2026-03-03T11:31:52.406" v="413" actId="1036"/>
          <ac:cxnSpMkLst>
            <pc:docMk/>
            <pc:sldMk cId="897258851" sldId="2147478295"/>
            <ac:cxnSpMk id="11" creationId="{880672C1-E927-BFE4-2B2F-EFEE6A53596E}"/>
          </ac:cxnSpMkLst>
        </pc:cxnChg>
        <pc:cxnChg chg="add mod">
          <ac:chgData name="Liudmila Khatkevich" userId="9e4f13db-0122-4676-b5ab-9c285f81dc95" providerId="ADAL" clId="{AFD80411-0EF2-4D4C-83C9-B5887907CF46}" dt="2026-03-03T11:34:43.295" v="496" actId="1038"/>
          <ac:cxnSpMkLst>
            <pc:docMk/>
            <pc:sldMk cId="897258851" sldId="2147478295"/>
            <ac:cxnSpMk id="13" creationId="{10BD5FDD-551F-C6F2-B7C1-6D9F5F327D6B}"/>
          </ac:cxnSpMkLst>
        </pc:cxnChg>
        <pc:cxnChg chg="add mod">
          <ac:chgData name="Liudmila Khatkevich" userId="9e4f13db-0122-4676-b5ab-9c285f81dc95" providerId="ADAL" clId="{AFD80411-0EF2-4D4C-83C9-B5887907CF46}" dt="2026-03-03T11:34:49.453" v="505" actId="1038"/>
          <ac:cxnSpMkLst>
            <pc:docMk/>
            <pc:sldMk cId="897258851" sldId="2147478295"/>
            <ac:cxnSpMk id="14" creationId="{683BB2CB-D90B-16E6-0AFF-8F238A3B1C65}"/>
          </ac:cxnSpMkLst>
        </pc:cxnChg>
        <pc:cxnChg chg="add del mod">
          <ac:chgData name="Liudmila Khatkevich" userId="9e4f13db-0122-4676-b5ab-9c285f81dc95" providerId="ADAL" clId="{AFD80411-0EF2-4D4C-83C9-B5887907CF46}" dt="2026-03-03T11:32:09.542" v="421" actId="1076"/>
          <ac:cxnSpMkLst>
            <pc:docMk/>
            <pc:sldMk cId="897258851" sldId="2147478295"/>
            <ac:cxnSpMk id="17" creationId="{FBAD2B53-3A4E-8194-6E27-B35A56E2A503}"/>
          </ac:cxnSpMkLst>
        </pc:cxnChg>
      </pc:sldChg>
      <pc:sldChg chg="addSp delSp modSp new del mod modClrScheme chgLayout">
        <pc:chgData name="Liudmila Khatkevich" userId="9e4f13db-0122-4676-b5ab-9c285f81dc95" providerId="ADAL" clId="{AFD80411-0EF2-4D4C-83C9-B5887907CF46}" dt="2026-03-03T13:20:47.406" v="3391" actId="47"/>
        <pc:sldMkLst>
          <pc:docMk/>
          <pc:sldMk cId="3809977304" sldId="2147478296"/>
        </pc:sldMkLst>
        <pc:spChg chg="del">
          <ac:chgData name="Liudmila Khatkevich" userId="9e4f13db-0122-4676-b5ab-9c285f81dc95" providerId="ADAL" clId="{AFD80411-0EF2-4D4C-83C9-B5887907CF46}" dt="2026-03-03T11:03:32.253" v="4" actId="700"/>
          <ac:spMkLst>
            <pc:docMk/>
            <pc:sldMk cId="3809977304" sldId="2147478296"/>
            <ac:spMk id="2" creationId="{845A437C-8904-5048-FCB1-8D36CCBD1314}"/>
          </ac:spMkLst>
        </pc:spChg>
        <pc:spChg chg="del mod ord">
          <ac:chgData name="Liudmila Khatkevich" userId="9e4f13db-0122-4676-b5ab-9c285f81dc95" providerId="ADAL" clId="{AFD80411-0EF2-4D4C-83C9-B5887907CF46}" dt="2026-03-03T11:03:32.253" v="4" actId="700"/>
          <ac:spMkLst>
            <pc:docMk/>
            <pc:sldMk cId="3809977304" sldId="2147478296"/>
            <ac:spMk id="3" creationId="{2B9C7D49-46F9-E1B8-FCD3-0E5A36EC782C}"/>
          </ac:spMkLst>
        </pc:spChg>
        <pc:spChg chg="del mod ord">
          <ac:chgData name="Liudmila Khatkevich" userId="9e4f13db-0122-4676-b5ab-9c285f81dc95" providerId="ADAL" clId="{AFD80411-0EF2-4D4C-83C9-B5887907CF46}" dt="2026-03-03T11:03:32.253" v="4" actId="700"/>
          <ac:spMkLst>
            <pc:docMk/>
            <pc:sldMk cId="3809977304" sldId="2147478296"/>
            <ac:spMk id="4" creationId="{3554E8A9-51DD-76DE-F674-4F59BC255BF4}"/>
          </ac:spMkLst>
        </pc:spChg>
        <pc:spChg chg="del mod ord">
          <ac:chgData name="Liudmila Khatkevich" userId="9e4f13db-0122-4676-b5ab-9c285f81dc95" providerId="ADAL" clId="{AFD80411-0EF2-4D4C-83C9-B5887907CF46}" dt="2026-03-03T11:03:32.253" v="4" actId="700"/>
          <ac:spMkLst>
            <pc:docMk/>
            <pc:sldMk cId="3809977304" sldId="2147478296"/>
            <ac:spMk id="5" creationId="{00F62851-F87B-EAB6-7407-59EE1CD614BE}"/>
          </ac:spMkLst>
        </pc:spChg>
        <pc:spChg chg="add mod ord">
          <ac:chgData name="Liudmila Khatkevich" userId="9e4f13db-0122-4676-b5ab-9c285f81dc95" providerId="ADAL" clId="{AFD80411-0EF2-4D4C-83C9-B5887907CF46}" dt="2026-03-03T11:04:05.681" v="15" actId="20577"/>
          <ac:spMkLst>
            <pc:docMk/>
            <pc:sldMk cId="3809977304" sldId="2147478296"/>
            <ac:spMk id="6" creationId="{36B51CD1-3E02-4ADA-6261-EAADB78932FA}"/>
          </ac:spMkLst>
        </pc:spChg>
        <pc:spChg chg="add mod ord">
          <ac:chgData name="Liudmila Khatkevich" userId="9e4f13db-0122-4676-b5ab-9c285f81dc95" providerId="ADAL" clId="{AFD80411-0EF2-4D4C-83C9-B5887907CF46}" dt="2026-03-03T11:03:32.253" v="4" actId="700"/>
          <ac:spMkLst>
            <pc:docMk/>
            <pc:sldMk cId="3809977304" sldId="2147478296"/>
            <ac:spMk id="7" creationId="{E40AF775-41FD-4F28-D84C-9C6EC8845D27}"/>
          </ac:spMkLst>
        </pc:spChg>
        <pc:spChg chg="add mod ord">
          <ac:chgData name="Liudmila Khatkevich" userId="9e4f13db-0122-4676-b5ab-9c285f81dc95" providerId="ADAL" clId="{AFD80411-0EF2-4D4C-83C9-B5887907CF46}" dt="2026-03-03T11:04:13.444" v="17" actId="20577"/>
          <ac:spMkLst>
            <pc:docMk/>
            <pc:sldMk cId="3809977304" sldId="2147478296"/>
            <ac:spMk id="8" creationId="{5B8E7E57-DEFB-BBC2-5D94-D34881A4A678}"/>
          </ac:spMkLst>
        </pc:spChg>
        <pc:picChg chg="add mod">
          <ac:chgData name="Liudmila Khatkevich" userId="9e4f13db-0122-4676-b5ab-9c285f81dc95" providerId="ADAL" clId="{AFD80411-0EF2-4D4C-83C9-B5887907CF46}" dt="2026-03-03T11:04:19.278" v="19" actId="1076"/>
          <ac:picMkLst>
            <pc:docMk/>
            <pc:sldMk cId="3809977304" sldId="2147478296"/>
            <ac:picMk id="9" creationId="{6206D842-832D-1AB6-BB3D-F2325088977B}"/>
          </ac:picMkLst>
        </pc:picChg>
        <pc:picChg chg="add mod ord">
          <ac:chgData name="Liudmila Khatkevich" userId="9e4f13db-0122-4676-b5ab-9c285f81dc95" providerId="ADAL" clId="{AFD80411-0EF2-4D4C-83C9-B5887907CF46}" dt="2026-03-03T11:04:23.456" v="21" actId="167"/>
          <ac:picMkLst>
            <pc:docMk/>
            <pc:sldMk cId="3809977304" sldId="2147478296"/>
            <ac:picMk id="10" creationId="{2C321147-B51F-C682-94DA-89AA0F2245FD}"/>
          </ac:picMkLst>
        </pc:picChg>
      </pc:sldChg>
      <pc:sldChg chg="new del">
        <pc:chgData name="Liudmila Khatkevich" userId="9e4f13db-0122-4676-b5ab-9c285f81dc95" providerId="ADAL" clId="{AFD80411-0EF2-4D4C-83C9-B5887907CF46}" dt="2026-03-03T11:05:05.826" v="24" actId="47"/>
        <pc:sldMkLst>
          <pc:docMk/>
          <pc:sldMk cId="1275861515" sldId="2147478297"/>
        </pc:sldMkLst>
      </pc:sldChg>
      <pc:sldChg chg="addSp modSp add mod modClrScheme chgLayout">
        <pc:chgData name="Liudmila Khatkevich" userId="9e4f13db-0122-4676-b5ab-9c285f81dc95" providerId="ADAL" clId="{AFD80411-0EF2-4D4C-83C9-B5887907CF46}" dt="2026-03-03T11:07:49.537" v="124" actId="207"/>
        <pc:sldMkLst>
          <pc:docMk/>
          <pc:sldMk cId="1257311727" sldId="2147483606"/>
        </pc:sldMkLst>
        <pc:spChg chg="mod ord">
          <ac:chgData name="Liudmila Khatkevich" userId="9e4f13db-0122-4676-b5ab-9c285f81dc95" providerId="ADAL" clId="{AFD80411-0EF2-4D4C-83C9-B5887907CF46}" dt="2026-03-03T11:07:49.537" v="124" actId="207"/>
          <ac:spMkLst>
            <pc:docMk/>
            <pc:sldMk cId="1257311727" sldId="2147483606"/>
            <ac:spMk id="2" creationId="{12EEA4D1-320C-4C48-AF8D-A1CCDD0498CB}"/>
          </ac:spMkLst>
        </pc:spChg>
        <pc:spChg chg="mod ord">
          <ac:chgData name="Liudmila Khatkevich" userId="9e4f13db-0122-4676-b5ab-9c285f81dc95" providerId="ADAL" clId="{AFD80411-0EF2-4D4C-83C9-B5887907CF46}" dt="2026-03-03T11:06:58.327" v="73" actId="1076"/>
          <ac:spMkLst>
            <pc:docMk/>
            <pc:sldMk cId="1257311727" sldId="2147483606"/>
            <ac:spMk id="3" creationId="{3D1B0ADE-00B3-46CF-A3C5-0228E14406EC}"/>
          </ac:spMkLst>
        </pc:spChg>
        <pc:spChg chg="mod ord">
          <ac:chgData name="Liudmila Khatkevich" userId="9e4f13db-0122-4676-b5ab-9c285f81dc95" providerId="ADAL" clId="{AFD80411-0EF2-4D4C-83C9-B5887907CF46}" dt="2026-03-03T11:06:25.057" v="59" actId="1035"/>
          <ac:spMkLst>
            <pc:docMk/>
            <pc:sldMk cId="1257311727" sldId="2147483606"/>
            <ac:spMk id="4" creationId="{D6EF5EC8-0761-4EFE-9B73-FD5DB2A1F119}"/>
          </ac:spMkLst>
        </pc:spChg>
        <pc:spChg chg="add mod ord">
          <ac:chgData name="Liudmila Khatkevich" userId="9e4f13db-0122-4676-b5ab-9c285f81dc95" providerId="ADAL" clId="{AFD80411-0EF2-4D4C-83C9-B5887907CF46}" dt="2026-03-03T11:07:35.234" v="118" actId="167"/>
          <ac:spMkLst>
            <pc:docMk/>
            <pc:sldMk cId="1257311727" sldId="2147483606"/>
            <ac:spMk id="8" creationId="{8E3EC52F-FA20-73DA-312E-EF895DA3ACD6}"/>
          </ac:spMkLst>
        </pc:spChg>
        <pc:picChg chg="add mod ord">
          <ac:chgData name="Liudmila Khatkevich" userId="9e4f13db-0122-4676-b5ab-9c285f81dc95" providerId="ADAL" clId="{AFD80411-0EF2-4D4C-83C9-B5887907CF46}" dt="2026-03-03T11:07:36.584" v="119" actId="167"/>
          <ac:picMkLst>
            <pc:docMk/>
            <pc:sldMk cId="1257311727" sldId="2147483606"/>
            <ac:picMk id="5" creationId="{C6FF704A-36DC-B043-2EA2-B64D15A5CC64}"/>
          </ac:picMkLst>
        </pc:picChg>
        <pc:picChg chg="add mod">
          <ac:chgData name="Liudmila Khatkevich" userId="9e4f13db-0122-4676-b5ab-9c285f81dc95" providerId="ADAL" clId="{AFD80411-0EF2-4D4C-83C9-B5887907CF46}" dt="2026-03-03T11:06:13.430" v="49" actId="14100"/>
          <ac:picMkLst>
            <pc:docMk/>
            <pc:sldMk cId="1257311727" sldId="2147483606"/>
            <ac:picMk id="6" creationId="{A87B18F1-5EE2-4909-E48B-88287461EBBB}"/>
          </ac:picMkLst>
        </pc:picChg>
        <pc:picChg chg="add mod">
          <ac:chgData name="Liudmila Khatkevich" userId="9e4f13db-0122-4676-b5ab-9c285f81dc95" providerId="ADAL" clId="{AFD80411-0EF2-4D4C-83C9-B5887907CF46}" dt="2026-03-03T11:06:04.651" v="44"/>
          <ac:picMkLst>
            <pc:docMk/>
            <pc:sldMk cId="1257311727" sldId="2147483606"/>
            <ac:picMk id="7" creationId="{3B9C4C11-6F6B-6187-F242-4F8C3EC967E7}"/>
          </ac:picMkLst>
        </pc:picChg>
      </pc:sldChg>
      <pc:sldChg chg="add del">
        <pc:chgData name="Liudmila Khatkevich" userId="9e4f13db-0122-4676-b5ab-9c285f81dc95" providerId="ADAL" clId="{AFD80411-0EF2-4D4C-83C9-B5887907CF46}" dt="2026-03-03T13:09:38.511" v="2924" actId="47"/>
        <pc:sldMkLst>
          <pc:docMk/>
          <pc:sldMk cId="176314138" sldId="2147483607"/>
        </pc:sldMkLst>
      </pc:sldChg>
      <pc:sldMasterChg chg="del delSldLayout modSldLayout">
        <pc:chgData name="Liudmila Khatkevich" userId="9e4f13db-0122-4676-b5ab-9c285f81dc95" providerId="ADAL" clId="{AFD80411-0EF2-4D4C-83C9-B5887907CF46}" dt="2026-03-03T11:04:26.837" v="22" actId="47"/>
        <pc:sldMasterMkLst>
          <pc:docMk/>
          <pc:sldMasterMk cId="0" sldId="2147483648"/>
        </pc:sldMasterMkLst>
        <pc:sldLayoutChg chg="del">
          <pc:chgData name="Liudmila Khatkevich" userId="9e4f13db-0122-4676-b5ab-9c285f81dc95" providerId="ADAL" clId="{AFD80411-0EF2-4D4C-83C9-B5887907CF46}" dt="2026-03-03T11:04:26.837" v="22" actId="47"/>
          <pc:sldLayoutMkLst>
            <pc:docMk/>
            <pc:sldMasterMk cId="0" sldId="2147483648"/>
            <pc:sldLayoutMk cId="0" sldId="2147483649"/>
          </pc:sldLayoutMkLst>
        </pc:sldLayoutChg>
        <pc:sldLayoutChg chg="modSp del">
          <pc:chgData name="Liudmila Khatkevich" userId="9e4f13db-0122-4676-b5ab-9c285f81dc95" providerId="ADAL" clId="{AFD80411-0EF2-4D4C-83C9-B5887907CF46}" dt="2026-03-03T11:04:26.837" v="22" actId="47"/>
          <pc:sldLayoutMkLst>
            <pc:docMk/>
            <pc:sldMasterMk cId="0" sldId="2147483648"/>
            <pc:sldLayoutMk cId="0" sldId="2147483650"/>
          </pc:sldLayoutMkLst>
          <pc:spChg chg="mod">
            <ac:chgData name="Liudmila Khatkevich" userId="9e4f13db-0122-4676-b5ab-9c285f81dc95" providerId="ADAL" clId="{AFD80411-0EF2-4D4C-83C9-B5887907CF46}" dt="2026-03-03T11:03:17.377" v="2"/>
            <ac:spMkLst>
              <pc:docMk/>
              <pc:sldMasterMk cId="0" sldId="2147483648"/>
              <pc:sldLayoutMk cId="0" sldId="2147483650"/>
              <ac:spMk id="2" creationId="{00000000-0000-0000-0000-000000000000}"/>
            </ac:spMkLst>
          </pc:spChg>
          <pc:spChg chg="mod">
            <ac:chgData name="Liudmila Khatkevich" userId="9e4f13db-0122-4676-b5ab-9c285f81dc95" providerId="ADAL" clId="{AFD80411-0EF2-4D4C-83C9-B5887907CF46}" dt="2026-03-03T11:03:17.377" v="2"/>
            <ac:spMkLst>
              <pc:docMk/>
              <pc:sldMasterMk cId="0" sldId="2147483648"/>
              <pc:sldLayoutMk cId="0" sldId="2147483650"/>
              <ac:spMk id="3" creationId="{00000000-0000-0000-0000-000000000000}"/>
            </ac:spMkLst>
          </pc:spChg>
        </pc:sldLayoutChg>
        <pc:sldLayoutChg chg="modSp del">
          <pc:chgData name="Liudmila Khatkevich" userId="9e4f13db-0122-4676-b5ab-9c285f81dc95" providerId="ADAL" clId="{AFD80411-0EF2-4D4C-83C9-B5887907CF46}" dt="2026-03-03T11:04:26.837" v="22" actId="47"/>
          <pc:sldLayoutMkLst>
            <pc:docMk/>
            <pc:sldMasterMk cId="0" sldId="2147483648"/>
            <pc:sldLayoutMk cId="0" sldId="2147483651"/>
          </pc:sldLayoutMkLst>
          <pc:spChg chg="mod">
            <ac:chgData name="Liudmila Khatkevich" userId="9e4f13db-0122-4676-b5ab-9c285f81dc95" providerId="ADAL" clId="{AFD80411-0EF2-4D4C-83C9-B5887907CF46}" dt="2026-03-03T11:03:17.377" v="2"/>
            <ac:spMkLst>
              <pc:docMk/>
              <pc:sldMasterMk cId="0" sldId="2147483648"/>
              <pc:sldLayoutMk cId="0" sldId="2147483651"/>
              <ac:spMk id="2" creationId="{00000000-0000-0000-0000-000000000000}"/>
            </ac:spMkLst>
          </pc:spChg>
          <pc:spChg chg="mod">
            <ac:chgData name="Liudmila Khatkevich" userId="9e4f13db-0122-4676-b5ab-9c285f81dc95" providerId="ADAL" clId="{AFD80411-0EF2-4D4C-83C9-B5887907CF46}" dt="2026-03-03T11:03:17.377" v="2"/>
            <ac:spMkLst>
              <pc:docMk/>
              <pc:sldMasterMk cId="0" sldId="2147483648"/>
              <pc:sldLayoutMk cId="0" sldId="2147483651"/>
              <ac:spMk id="3" creationId="{00000000-0000-0000-0000-000000000000}"/>
            </ac:spMkLst>
          </pc:spChg>
        </pc:sldLayoutChg>
        <pc:sldLayoutChg chg="modSp del">
          <pc:chgData name="Liudmila Khatkevich" userId="9e4f13db-0122-4676-b5ab-9c285f81dc95" providerId="ADAL" clId="{AFD80411-0EF2-4D4C-83C9-B5887907CF46}" dt="2026-03-03T11:04:26.837" v="22" actId="47"/>
          <pc:sldLayoutMkLst>
            <pc:docMk/>
            <pc:sldMasterMk cId="0" sldId="2147483648"/>
            <pc:sldLayoutMk cId="0" sldId="2147483652"/>
          </pc:sldLayoutMkLst>
          <pc:spChg chg="mod">
            <ac:chgData name="Liudmila Khatkevich" userId="9e4f13db-0122-4676-b5ab-9c285f81dc95" providerId="ADAL" clId="{AFD80411-0EF2-4D4C-83C9-B5887907CF46}" dt="2026-03-03T11:03:17.377" v="2"/>
            <ac:spMkLst>
              <pc:docMk/>
              <pc:sldMasterMk cId="0" sldId="2147483648"/>
              <pc:sldLayoutMk cId="0" sldId="2147483652"/>
              <ac:spMk id="2" creationId="{00000000-0000-0000-0000-000000000000}"/>
            </ac:spMkLst>
          </pc:spChg>
          <pc:spChg chg="mod">
            <ac:chgData name="Liudmila Khatkevich" userId="9e4f13db-0122-4676-b5ab-9c285f81dc95" providerId="ADAL" clId="{AFD80411-0EF2-4D4C-83C9-B5887907CF46}" dt="2026-03-03T11:03:17.377" v="2"/>
            <ac:spMkLst>
              <pc:docMk/>
              <pc:sldMasterMk cId="0" sldId="2147483648"/>
              <pc:sldLayoutMk cId="0" sldId="2147483652"/>
              <ac:spMk id="3" creationId="{00000000-0000-0000-0000-000000000000}"/>
            </ac:spMkLst>
          </pc:spChg>
        </pc:sldLayoutChg>
        <pc:sldLayoutChg chg="modSp del">
          <pc:chgData name="Liudmila Khatkevich" userId="9e4f13db-0122-4676-b5ab-9c285f81dc95" providerId="ADAL" clId="{AFD80411-0EF2-4D4C-83C9-B5887907CF46}" dt="2026-03-03T11:04:26.837" v="22" actId="47"/>
          <pc:sldLayoutMkLst>
            <pc:docMk/>
            <pc:sldMasterMk cId="0" sldId="2147483648"/>
            <pc:sldLayoutMk cId="0" sldId="2147483653"/>
          </pc:sldLayoutMkLst>
          <pc:spChg chg="mod">
            <ac:chgData name="Liudmila Khatkevich" userId="9e4f13db-0122-4676-b5ab-9c285f81dc95" providerId="ADAL" clId="{AFD80411-0EF2-4D4C-83C9-B5887907CF46}" dt="2026-03-03T11:03:17.377" v="2"/>
            <ac:spMkLst>
              <pc:docMk/>
              <pc:sldMasterMk cId="0" sldId="2147483648"/>
              <pc:sldLayoutMk cId="0" sldId="2147483653"/>
              <ac:spMk id="2" creationId="{00000000-0000-0000-0000-000000000000}"/>
            </ac:spMkLst>
          </pc:spChg>
          <pc:spChg chg="mod">
            <ac:chgData name="Liudmila Khatkevich" userId="9e4f13db-0122-4676-b5ab-9c285f81dc95" providerId="ADAL" clId="{AFD80411-0EF2-4D4C-83C9-B5887907CF46}" dt="2026-03-03T11:03:17.377" v="2"/>
            <ac:spMkLst>
              <pc:docMk/>
              <pc:sldMasterMk cId="0" sldId="2147483648"/>
              <pc:sldLayoutMk cId="0" sldId="2147483653"/>
              <ac:spMk id="3" creationId="{00000000-0000-0000-0000-000000000000}"/>
            </ac:spMkLst>
          </pc:spChg>
        </pc:sldLayoutChg>
        <pc:sldLayoutChg chg="modSp del">
          <pc:chgData name="Liudmila Khatkevich" userId="9e4f13db-0122-4676-b5ab-9c285f81dc95" providerId="ADAL" clId="{AFD80411-0EF2-4D4C-83C9-B5887907CF46}" dt="2026-03-03T11:04:26.837" v="22" actId="47"/>
          <pc:sldLayoutMkLst>
            <pc:docMk/>
            <pc:sldMasterMk cId="0" sldId="2147483648"/>
            <pc:sldLayoutMk cId="3035143627" sldId="2147483656"/>
          </pc:sldLayoutMkLst>
          <pc:spChg chg="mod">
            <ac:chgData name="Liudmila Khatkevich" userId="9e4f13db-0122-4676-b5ab-9c285f81dc95" providerId="ADAL" clId="{AFD80411-0EF2-4D4C-83C9-B5887907CF46}" dt="2026-03-03T11:03:17.377" v="2"/>
            <ac:spMkLst>
              <pc:docMk/>
              <pc:sldMasterMk cId="0" sldId="2147483648"/>
              <pc:sldLayoutMk cId="3035143627" sldId="2147483656"/>
              <ac:spMk id="3" creationId="{08188486-1E04-4170-877E-F561315E0FFC}"/>
            </ac:spMkLst>
          </pc:spChg>
          <pc:spChg chg="mod">
            <ac:chgData name="Liudmila Khatkevich" userId="9e4f13db-0122-4676-b5ab-9c285f81dc95" providerId="ADAL" clId="{AFD80411-0EF2-4D4C-83C9-B5887907CF46}" dt="2026-03-03T11:03:17.377" v="2"/>
            <ac:spMkLst>
              <pc:docMk/>
              <pc:sldMasterMk cId="0" sldId="2147483648"/>
              <pc:sldLayoutMk cId="3035143627" sldId="2147483656"/>
              <ac:spMk id="4" creationId="{0BD2E969-F100-6B32-8DFD-11A45E5E43FA}"/>
            </ac:spMkLst>
          </pc:spChg>
          <pc:spChg chg="mod">
            <ac:chgData name="Liudmila Khatkevich" userId="9e4f13db-0122-4676-b5ab-9c285f81dc95" providerId="ADAL" clId="{AFD80411-0EF2-4D4C-83C9-B5887907CF46}" dt="2026-03-03T11:03:17.377" v="2"/>
            <ac:spMkLst>
              <pc:docMk/>
              <pc:sldMasterMk cId="0" sldId="2147483648"/>
              <pc:sldLayoutMk cId="3035143627" sldId="2147483656"/>
              <ac:spMk id="5" creationId="{2C67B491-F517-CB8D-96B1-B02A50D72325}"/>
            </ac:spMkLst>
          </pc:spChg>
          <pc:spChg chg="mod">
            <ac:chgData name="Liudmila Khatkevich" userId="9e4f13db-0122-4676-b5ab-9c285f81dc95" providerId="ADAL" clId="{AFD80411-0EF2-4D4C-83C9-B5887907CF46}" dt="2026-03-03T11:03:17.377" v="2"/>
            <ac:spMkLst>
              <pc:docMk/>
              <pc:sldMasterMk cId="0" sldId="2147483648"/>
              <pc:sldLayoutMk cId="3035143627" sldId="2147483656"/>
              <ac:spMk id="6" creationId="{430FF820-B532-1296-E817-DF961B67DF09}"/>
            </ac:spMkLst>
          </pc:spChg>
          <pc:picChg chg="mod">
            <ac:chgData name="Liudmila Khatkevich" userId="9e4f13db-0122-4676-b5ab-9c285f81dc95" providerId="ADAL" clId="{AFD80411-0EF2-4D4C-83C9-B5887907CF46}" dt="2026-03-03T11:03:17.377" v="2"/>
            <ac:picMkLst>
              <pc:docMk/>
              <pc:sldMasterMk cId="0" sldId="2147483648"/>
              <pc:sldLayoutMk cId="3035143627" sldId="2147483656"/>
              <ac:picMk id="7" creationId="{5754D4BD-6E7A-841D-F70C-31FAEF56CD69}"/>
            </ac:picMkLst>
          </pc:picChg>
        </pc:sldLayoutChg>
      </pc:sldMasterChg>
      <pc:sldMasterChg chg="modSp del delSldLayout modSldLayout">
        <pc:chgData name="Liudmila Khatkevich" userId="9e4f13db-0122-4676-b5ab-9c285f81dc95" providerId="ADAL" clId="{AFD80411-0EF2-4D4C-83C9-B5887907CF46}" dt="2026-03-03T13:21:08.170" v="3392" actId="700"/>
        <pc:sldMasterMkLst>
          <pc:docMk/>
          <pc:sldMasterMk cId="3822934217" sldId="2147483658"/>
        </pc:sldMasterMkLst>
        <pc:spChg chg="mod">
          <ac:chgData name="Liudmila Khatkevich" userId="9e4f13db-0122-4676-b5ab-9c285f81dc95" providerId="ADAL" clId="{AFD80411-0EF2-4D4C-83C9-B5887907CF46}" dt="2026-03-03T11:03:17.377" v="2"/>
          <ac:spMkLst>
            <pc:docMk/>
            <pc:sldMasterMk cId="3822934217" sldId="2147483658"/>
            <ac:spMk id="2" creationId="{00000000-0000-0000-0000-000000000000}"/>
          </ac:spMkLst>
        </pc:spChg>
        <pc:spChg chg="mod">
          <ac:chgData name="Liudmila Khatkevich" userId="9e4f13db-0122-4676-b5ab-9c285f81dc95" providerId="ADAL" clId="{AFD80411-0EF2-4D4C-83C9-B5887907CF46}" dt="2026-03-03T11:03:17.377" v="2"/>
          <ac:spMkLst>
            <pc:docMk/>
            <pc:sldMasterMk cId="3822934217" sldId="2147483658"/>
            <ac:spMk id="3" creationId="{1B3A0289-E5C4-74D3-46E5-CB49BE90222C}"/>
          </ac:spMkLst>
        </pc:spChg>
        <pc:spChg chg="mod">
          <ac:chgData name="Liudmila Khatkevich" userId="9e4f13db-0122-4676-b5ab-9c285f81dc95" providerId="ADAL" clId="{AFD80411-0EF2-4D4C-83C9-B5887907CF46}" dt="2026-03-03T11:03:17.377" v="2"/>
          <ac:spMkLst>
            <pc:docMk/>
            <pc:sldMasterMk cId="3822934217" sldId="2147483658"/>
            <ac:spMk id="11" creationId="{3F641FF6-5DCC-D34B-9DD7-29931472CBC7}"/>
          </ac:spMkLst>
        </pc:spChg>
        <pc:spChg chg="mod">
          <ac:chgData name="Liudmila Khatkevich" userId="9e4f13db-0122-4676-b5ab-9c285f81dc95" providerId="ADAL" clId="{AFD80411-0EF2-4D4C-83C9-B5887907CF46}" dt="2026-03-03T11:03:17.377" v="2"/>
          <ac:spMkLst>
            <pc:docMk/>
            <pc:sldMasterMk cId="3822934217" sldId="2147483658"/>
            <ac:spMk id="12" creationId="{41DA6592-6579-C548-911C-85A5195E10BA}"/>
          </ac:spMkLst>
        </pc:spChg>
        <pc:picChg chg="mod">
          <ac:chgData name="Liudmila Khatkevich" userId="9e4f13db-0122-4676-b5ab-9c285f81dc95" providerId="ADAL" clId="{AFD80411-0EF2-4D4C-83C9-B5887907CF46}" dt="2026-03-03T11:03:17.377" v="2"/>
          <ac:picMkLst>
            <pc:docMk/>
            <pc:sldMasterMk cId="3822934217" sldId="2147483658"/>
            <ac:picMk id="7" creationId="{BB532318-7ECA-4FB6-ADB1-48895B543C86}"/>
          </ac:picMkLst>
        </pc:picChg>
        <pc:sldLayoutChg chg="modSp del">
          <pc:chgData name="Liudmila Khatkevich" userId="9e4f13db-0122-4676-b5ab-9c285f81dc95" providerId="ADAL" clId="{AFD80411-0EF2-4D4C-83C9-B5887907CF46}" dt="2026-03-03T13:21:08.170" v="3392" actId="700"/>
          <pc:sldLayoutMkLst>
            <pc:docMk/>
            <pc:sldMasterMk cId="3822934217" sldId="2147483658"/>
            <pc:sldLayoutMk cId="2086301092" sldId="2147483659"/>
          </pc:sldLayoutMkLst>
          <pc:spChg chg="mod">
            <ac:chgData name="Liudmila Khatkevich" userId="9e4f13db-0122-4676-b5ab-9c285f81dc95" providerId="ADAL" clId="{AFD80411-0EF2-4D4C-83C9-B5887907CF46}" dt="2026-03-03T11:03:17.377" v="2"/>
            <ac:spMkLst>
              <pc:docMk/>
              <pc:sldMasterMk cId="3822934217" sldId="2147483658"/>
              <pc:sldLayoutMk cId="2086301092" sldId="2147483659"/>
              <ac:spMk id="5" creationId="{4448AADE-3723-5675-1E93-91E2083DA966}"/>
            </ac:spMkLst>
          </pc:spChg>
          <pc:spChg chg="mod">
            <ac:chgData name="Liudmila Khatkevich" userId="9e4f13db-0122-4676-b5ab-9c285f81dc95" providerId="ADAL" clId="{AFD80411-0EF2-4D4C-83C9-B5887907CF46}" dt="2026-03-03T11:03:17.377" v="2"/>
            <ac:spMkLst>
              <pc:docMk/>
              <pc:sldMasterMk cId="3822934217" sldId="2147483658"/>
              <pc:sldLayoutMk cId="2086301092" sldId="2147483659"/>
              <ac:spMk id="6" creationId="{72020841-C9E1-4289-E94E-04CC0C8D6EAB}"/>
            </ac:spMkLst>
          </pc:spChg>
          <pc:spChg chg="mod">
            <ac:chgData name="Liudmila Khatkevich" userId="9e4f13db-0122-4676-b5ab-9c285f81dc95" providerId="ADAL" clId="{AFD80411-0EF2-4D4C-83C9-B5887907CF46}" dt="2026-03-03T11:03:17.377" v="2"/>
            <ac:spMkLst>
              <pc:docMk/>
              <pc:sldMasterMk cId="3822934217" sldId="2147483658"/>
              <pc:sldLayoutMk cId="2086301092" sldId="2147483659"/>
              <ac:spMk id="7" creationId="{1E233166-418F-6386-079E-CEDA3BF9846B}"/>
            </ac:spMkLst>
          </pc:spChg>
          <pc:picChg chg="mod">
            <ac:chgData name="Liudmila Khatkevich" userId="9e4f13db-0122-4676-b5ab-9c285f81dc95" providerId="ADAL" clId="{AFD80411-0EF2-4D4C-83C9-B5887907CF46}" dt="2026-03-03T11:03:17.377" v="2"/>
            <ac:picMkLst>
              <pc:docMk/>
              <pc:sldMasterMk cId="3822934217" sldId="2147483658"/>
              <pc:sldLayoutMk cId="2086301092" sldId="2147483659"/>
              <ac:picMk id="4" creationId="{292D94B7-0233-C940-0B7E-BB187340B7CF}"/>
            </ac:picMkLst>
          </pc:picChg>
          <pc:picChg chg="mod">
            <ac:chgData name="Liudmila Khatkevich" userId="9e4f13db-0122-4676-b5ab-9c285f81dc95" providerId="ADAL" clId="{AFD80411-0EF2-4D4C-83C9-B5887907CF46}" dt="2026-03-03T11:03:17.377" v="2"/>
            <ac:picMkLst>
              <pc:docMk/>
              <pc:sldMasterMk cId="3822934217" sldId="2147483658"/>
              <pc:sldLayoutMk cId="2086301092" sldId="2147483659"/>
              <ac:picMk id="8" creationId="{3AAC7376-20F0-E0B1-E7D5-414FC5DC35FA}"/>
            </ac:picMkLst>
          </pc:picChg>
        </pc:sldLayoutChg>
        <pc:sldLayoutChg chg="modSp del">
          <pc:chgData name="Liudmila Khatkevich" userId="9e4f13db-0122-4676-b5ab-9c285f81dc95" providerId="ADAL" clId="{AFD80411-0EF2-4D4C-83C9-B5887907CF46}" dt="2026-03-03T13:21:08.170" v="3392" actId="700"/>
          <pc:sldLayoutMkLst>
            <pc:docMk/>
            <pc:sldMasterMk cId="3822934217" sldId="2147483658"/>
            <pc:sldLayoutMk cId="4003290910" sldId="2147483660"/>
          </pc:sldLayoutMkLst>
          <pc:spChg chg="mod">
            <ac:chgData name="Liudmila Khatkevich" userId="9e4f13db-0122-4676-b5ab-9c285f81dc95" providerId="ADAL" clId="{AFD80411-0EF2-4D4C-83C9-B5887907CF46}" dt="2026-03-03T11:03:17.377" v="2"/>
            <ac:spMkLst>
              <pc:docMk/>
              <pc:sldMasterMk cId="3822934217" sldId="2147483658"/>
              <pc:sldLayoutMk cId="4003290910" sldId="2147483660"/>
              <ac:spMk id="5" creationId="{4448AADE-3723-5675-1E93-91E2083DA966}"/>
            </ac:spMkLst>
          </pc:spChg>
          <pc:spChg chg="mod">
            <ac:chgData name="Liudmila Khatkevich" userId="9e4f13db-0122-4676-b5ab-9c285f81dc95" providerId="ADAL" clId="{AFD80411-0EF2-4D4C-83C9-B5887907CF46}" dt="2026-03-03T11:03:17.377" v="2"/>
            <ac:spMkLst>
              <pc:docMk/>
              <pc:sldMasterMk cId="3822934217" sldId="2147483658"/>
              <pc:sldLayoutMk cId="4003290910" sldId="2147483660"/>
              <ac:spMk id="6" creationId="{72020841-C9E1-4289-E94E-04CC0C8D6EAB}"/>
            </ac:spMkLst>
          </pc:spChg>
          <pc:spChg chg="mod">
            <ac:chgData name="Liudmila Khatkevich" userId="9e4f13db-0122-4676-b5ab-9c285f81dc95" providerId="ADAL" clId="{AFD80411-0EF2-4D4C-83C9-B5887907CF46}" dt="2026-03-03T11:03:17.377" v="2"/>
            <ac:spMkLst>
              <pc:docMk/>
              <pc:sldMasterMk cId="3822934217" sldId="2147483658"/>
              <pc:sldLayoutMk cId="4003290910" sldId="2147483660"/>
              <ac:spMk id="7" creationId="{1E233166-418F-6386-079E-CEDA3BF9846B}"/>
            </ac:spMkLst>
          </pc:spChg>
          <pc:picChg chg="mod">
            <ac:chgData name="Liudmila Khatkevich" userId="9e4f13db-0122-4676-b5ab-9c285f81dc95" providerId="ADAL" clId="{AFD80411-0EF2-4D4C-83C9-B5887907CF46}" dt="2026-03-03T11:03:17.377" v="2"/>
            <ac:picMkLst>
              <pc:docMk/>
              <pc:sldMasterMk cId="3822934217" sldId="2147483658"/>
              <pc:sldLayoutMk cId="4003290910" sldId="2147483660"/>
              <ac:picMk id="2" creationId="{DE3A7CEE-E1C9-5E29-7BD1-4DC1A1B47F85}"/>
            </ac:picMkLst>
          </pc:picChg>
          <pc:picChg chg="mod">
            <ac:chgData name="Liudmila Khatkevich" userId="9e4f13db-0122-4676-b5ab-9c285f81dc95" providerId="ADAL" clId="{AFD80411-0EF2-4D4C-83C9-B5887907CF46}" dt="2026-03-03T11:03:17.377" v="2"/>
            <ac:picMkLst>
              <pc:docMk/>
              <pc:sldMasterMk cId="3822934217" sldId="2147483658"/>
              <pc:sldLayoutMk cId="4003290910" sldId="2147483660"/>
              <ac:picMk id="3" creationId="{D046FBA0-34E7-8BA0-8C70-B6AFD4D64D86}"/>
            </ac:picMkLst>
          </pc:picChg>
        </pc:sldLayoutChg>
        <pc:sldLayoutChg chg="modSp del">
          <pc:chgData name="Liudmila Khatkevich" userId="9e4f13db-0122-4676-b5ab-9c285f81dc95" providerId="ADAL" clId="{AFD80411-0EF2-4D4C-83C9-B5887907CF46}" dt="2026-03-03T13:21:08.170" v="3392" actId="700"/>
          <pc:sldLayoutMkLst>
            <pc:docMk/>
            <pc:sldMasterMk cId="3822934217" sldId="2147483658"/>
            <pc:sldLayoutMk cId="121746618" sldId="2147483661"/>
          </pc:sldLayoutMkLst>
          <pc:spChg chg="mod">
            <ac:chgData name="Liudmila Khatkevich" userId="9e4f13db-0122-4676-b5ab-9c285f81dc95" providerId="ADAL" clId="{AFD80411-0EF2-4D4C-83C9-B5887907CF46}" dt="2026-03-03T11:03:17.377" v="2"/>
            <ac:spMkLst>
              <pc:docMk/>
              <pc:sldMasterMk cId="3822934217" sldId="2147483658"/>
              <pc:sldLayoutMk cId="121746618" sldId="2147483661"/>
              <ac:spMk id="3" creationId="{08188486-1E04-4170-877E-F561315E0FFC}"/>
            </ac:spMkLst>
          </pc:spChg>
          <pc:spChg chg="mod">
            <ac:chgData name="Liudmila Khatkevich" userId="9e4f13db-0122-4676-b5ab-9c285f81dc95" providerId="ADAL" clId="{AFD80411-0EF2-4D4C-83C9-B5887907CF46}" dt="2026-03-03T11:03:17.377" v="2"/>
            <ac:spMkLst>
              <pc:docMk/>
              <pc:sldMasterMk cId="3822934217" sldId="2147483658"/>
              <pc:sldLayoutMk cId="121746618" sldId="2147483661"/>
              <ac:spMk id="4" creationId="{0BD2E969-F100-6B32-8DFD-11A45E5E43FA}"/>
            </ac:spMkLst>
          </pc:spChg>
          <pc:spChg chg="mod">
            <ac:chgData name="Liudmila Khatkevich" userId="9e4f13db-0122-4676-b5ab-9c285f81dc95" providerId="ADAL" clId="{AFD80411-0EF2-4D4C-83C9-B5887907CF46}" dt="2026-03-03T11:03:17.377" v="2"/>
            <ac:spMkLst>
              <pc:docMk/>
              <pc:sldMasterMk cId="3822934217" sldId="2147483658"/>
              <pc:sldLayoutMk cId="121746618" sldId="2147483661"/>
              <ac:spMk id="5" creationId="{2C67B491-F517-CB8D-96B1-B02A50D72325}"/>
            </ac:spMkLst>
          </pc:spChg>
          <pc:spChg chg="mod">
            <ac:chgData name="Liudmila Khatkevich" userId="9e4f13db-0122-4676-b5ab-9c285f81dc95" providerId="ADAL" clId="{AFD80411-0EF2-4D4C-83C9-B5887907CF46}" dt="2026-03-03T11:03:17.377" v="2"/>
            <ac:spMkLst>
              <pc:docMk/>
              <pc:sldMasterMk cId="3822934217" sldId="2147483658"/>
              <pc:sldLayoutMk cId="121746618" sldId="2147483661"/>
              <ac:spMk id="6" creationId="{430FF820-B532-1296-E817-DF961B67DF09}"/>
            </ac:spMkLst>
          </pc:spChg>
          <pc:picChg chg="mod">
            <ac:chgData name="Liudmila Khatkevich" userId="9e4f13db-0122-4676-b5ab-9c285f81dc95" providerId="ADAL" clId="{AFD80411-0EF2-4D4C-83C9-B5887907CF46}" dt="2026-03-03T11:03:17.377" v="2"/>
            <ac:picMkLst>
              <pc:docMk/>
              <pc:sldMasterMk cId="3822934217" sldId="2147483658"/>
              <pc:sldLayoutMk cId="121746618" sldId="2147483661"/>
              <ac:picMk id="7" creationId="{5754D4BD-6E7A-841D-F70C-31FAEF56CD69}"/>
            </ac:picMkLst>
          </pc:picChg>
        </pc:sldLayoutChg>
        <pc:sldLayoutChg chg="modSp del">
          <pc:chgData name="Liudmila Khatkevich" userId="9e4f13db-0122-4676-b5ab-9c285f81dc95" providerId="ADAL" clId="{AFD80411-0EF2-4D4C-83C9-B5887907CF46}" dt="2026-03-03T13:21:08.170" v="3392" actId="700"/>
          <pc:sldLayoutMkLst>
            <pc:docMk/>
            <pc:sldMasterMk cId="3822934217" sldId="2147483658"/>
            <pc:sldLayoutMk cId="3024501238" sldId="2147483662"/>
          </pc:sldLayoutMkLst>
          <pc:spChg chg="mod">
            <ac:chgData name="Liudmila Khatkevich" userId="9e4f13db-0122-4676-b5ab-9c285f81dc95" providerId="ADAL" clId="{AFD80411-0EF2-4D4C-83C9-B5887907CF46}" dt="2026-03-03T11:03:17.377" v="2"/>
            <ac:spMkLst>
              <pc:docMk/>
              <pc:sldMasterMk cId="3822934217" sldId="2147483658"/>
              <pc:sldLayoutMk cId="3024501238" sldId="2147483662"/>
              <ac:spMk id="3" creationId="{30094E5E-6EFF-CE7E-D775-2FA95EEE2F1D}"/>
            </ac:spMkLst>
          </pc:spChg>
          <pc:spChg chg="mod">
            <ac:chgData name="Liudmila Khatkevich" userId="9e4f13db-0122-4676-b5ab-9c285f81dc95" providerId="ADAL" clId="{AFD80411-0EF2-4D4C-83C9-B5887907CF46}" dt="2026-03-03T11:03:17.377" v="2"/>
            <ac:spMkLst>
              <pc:docMk/>
              <pc:sldMasterMk cId="3822934217" sldId="2147483658"/>
              <pc:sldLayoutMk cId="3024501238" sldId="2147483662"/>
              <ac:spMk id="4" creationId="{4E632B84-D810-D682-26F1-538579099EAB}"/>
            </ac:spMkLst>
          </pc:spChg>
          <pc:spChg chg="mod">
            <ac:chgData name="Liudmila Khatkevich" userId="9e4f13db-0122-4676-b5ab-9c285f81dc95" providerId="ADAL" clId="{AFD80411-0EF2-4D4C-83C9-B5887907CF46}" dt="2026-03-03T11:03:17.377" v="2"/>
            <ac:spMkLst>
              <pc:docMk/>
              <pc:sldMasterMk cId="3822934217" sldId="2147483658"/>
              <pc:sldLayoutMk cId="3024501238" sldId="2147483662"/>
              <ac:spMk id="5" creationId="{7E6BD730-15BB-8DAE-B807-85A733E0F752}"/>
            </ac:spMkLst>
          </pc:spChg>
          <pc:spChg chg="mod">
            <ac:chgData name="Liudmila Khatkevich" userId="9e4f13db-0122-4676-b5ab-9c285f81dc95" providerId="ADAL" clId="{AFD80411-0EF2-4D4C-83C9-B5887907CF46}" dt="2026-03-03T11:03:17.377" v="2"/>
            <ac:spMkLst>
              <pc:docMk/>
              <pc:sldMasterMk cId="3822934217" sldId="2147483658"/>
              <pc:sldLayoutMk cId="3024501238" sldId="2147483662"/>
              <ac:spMk id="7" creationId="{11A216CA-E680-42EB-BC45-95A09D62759B}"/>
            </ac:spMkLst>
          </pc:spChg>
          <pc:spChg chg="mod">
            <ac:chgData name="Liudmila Khatkevich" userId="9e4f13db-0122-4676-b5ab-9c285f81dc95" providerId="ADAL" clId="{AFD80411-0EF2-4D4C-83C9-B5887907CF46}" dt="2026-03-03T11:03:17.377" v="2"/>
            <ac:spMkLst>
              <pc:docMk/>
              <pc:sldMasterMk cId="3822934217" sldId="2147483658"/>
              <pc:sldLayoutMk cId="3024501238" sldId="2147483662"/>
              <ac:spMk id="9" creationId="{2339377C-8642-441F-BDC6-500DB01AD362}"/>
            </ac:spMkLst>
          </pc:spChg>
          <pc:picChg chg="mod">
            <ac:chgData name="Liudmila Khatkevich" userId="9e4f13db-0122-4676-b5ab-9c285f81dc95" providerId="ADAL" clId="{AFD80411-0EF2-4D4C-83C9-B5887907CF46}" dt="2026-03-03T11:03:17.377" v="2"/>
            <ac:picMkLst>
              <pc:docMk/>
              <pc:sldMasterMk cId="3822934217" sldId="2147483658"/>
              <pc:sldLayoutMk cId="3024501238" sldId="2147483662"/>
              <ac:picMk id="2" creationId="{58229A6F-36FA-05D5-E223-1581D31CE2D5}"/>
            </ac:picMkLst>
          </pc:picChg>
        </pc:sldLayoutChg>
        <pc:sldLayoutChg chg="modSp del">
          <pc:chgData name="Liudmila Khatkevich" userId="9e4f13db-0122-4676-b5ab-9c285f81dc95" providerId="ADAL" clId="{AFD80411-0EF2-4D4C-83C9-B5887907CF46}" dt="2026-03-03T13:21:08.170" v="3392" actId="700"/>
          <pc:sldLayoutMkLst>
            <pc:docMk/>
            <pc:sldMasterMk cId="3822934217" sldId="2147483658"/>
            <pc:sldLayoutMk cId="1679117098" sldId="2147483663"/>
          </pc:sldLayoutMkLst>
          <pc:spChg chg="mod">
            <ac:chgData name="Liudmila Khatkevich" userId="9e4f13db-0122-4676-b5ab-9c285f81dc95" providerId="ADAL" clId="{AFD80411-0EF2-4D4C-83C9-B5887907CF46}" dt="2026-03-03T11:03:17.377" v="2"/>
            <ac:spMkLst>
              <pc:docMk/>
              <pc:sldMasterMk cId="3822934217" sldId="2147483658"/>
              <pc:sldLayoutMk cId="1679117098" sldId="2147483663"/>
              <ac:spMk id="24" creationId="{ECE784D3-D287-664F-80A6-CBA29DD12FE1}"/>
            </ac:spMkLst>
          </pc:spChg>
          <pc:spChg chg="mod">
            <ac:chgData name="Liudmila Khatkevich" userId="9e4f13db-0122-4676-b5ab-9c285f81dc95" providerId="ADAL" clId="{AFD80411-0EF2-4D4C-83C9-B5887907CF46}" dt="2026-03-03T11:03:17.377" v="2"/>
            <ac:spMkLst>
              <pc:docMk/>
              <pc:sldMasterMk cId="3822934217" sldId="2147483658"/>
              <pc:sldLayoutMk cId="1679117098" sldId="2147483663"/>
              <ac:spMk id="27" creationId="{23D1ADF7-7F17-9F4A-A000-26CFD756A34B}"/>
            </ac:spMkLst>
          </pc:spChg>
          <pc:spChg chg="mod">
            <ac:chgData name="Liudmila Khatkevich" userId="9e4f13db-0122-4676-b5ab-9c285f81dc95" providerId="ADAL" clId="{AFD80411-0EF2-4D4C-83C9-B5887907CF46}" dt="2026-03-03T11:03:17.377" v="2"/>
            <ac:spMkLst>
              <pc:docMk/>
              <pc:sldMasterMk cId="3822934217" sldId="2147483658"/>
              <pc:sldLayoutMk cId="1679117098" sldId="2147483663"/>
              <ac:spMk id="28" creationId="{C8974FB4-0DC4-9A48-849B-3445C17323D8}"/>
            </ac:spMkLst>
          </pc:spChg>
          <pc:spChg chg="mod">
            <ac:chgData name="Liudmila Khatkevich" userId="9e4f13db-0122-4676-b5ab-9c285f81dc95" providerId="ADAL" clId="{AFD80411-0EF2-4D4C-83C9-B5887907CF46}" dt="2026-03-03T11:03:17.377" v="2"/>
            <ac:spMkLst>
              <pc:docMk/>
              <pc:sldMasterMk cId="3822934217" sldId="2147483658"/>
              <pc:sldLayoutMk cId="1679117098" sldId="2147483663"/>
              <ac:spMk id="29" creationId="{3B70AEBB-A750-864B-B6BD-21B4D0EFE2A7}"/>
            </ac:spMkLst>
          </pc:spChg>
          <pc:spChg chg="mod">
            <ac:chgData name="Liudmila Khatkevich" userId="9e4f13db-0122-4676-b5ab-9c285f81dc95" providerId="ADAL" clId="{AFD80411-0EF2-4D4C-83C9-B5887907CF46}" dt="2026-03-03T11:03:17.377" v="2"/>
            <ac:spMkLst>
              <pc:docMk/>
              <pc:sldMasterMk cId="3822934217" sldId="2147483658"/>
              <pc:sldLayoutMk cId="1679117098" sldId="2147483663"/>
              <ac:spMk id="30" creationId="{B6A80AC0-F1D6-7541-A91C-C279FD194827}"/>
            </ac:spMkLst>
          </pc:spChg>
          <pc:spChg chg="mod">
            <ac:chgData name="Liudmila Khatkevich" userId="9e4f13db-0122-4676-b5ab-9c285f81dc95" providerId="ADAL" clId="{AFD80411-0EF2-4D4C-83C9-B5887907CF46}" dt="2026-03-03T11:03:17.377" v="2"/>
            <ac:spMkLst>
              <pc:docMk/>
              <pc:sldMasterMk cId="3822934217" sldId="2147483658"/>
              <pc:sldLayoutMk cId="1679117098" sldId="2147483663"/>
              <ac:spMk id="31" creationId="{48BEB51A-F18F-5749-809D-EC078A513A09}"/>
            </ac:spMkLst>
          </pc:spChg>
          <pc:spChg chg="mod">
            <ac:chgData name="Liudmila Khatkevich" userId="9e4f13db-0122-4676-b5ab-9c285f81dc95" providerId="ADAL" clId="{AFD80411-0EF2-4D4C-83C9-B5887907CF46}" dt="2026-03-03T11:03:17.377" v="2"/>
            <ac:spMkLst>
              <pc:docMk/>
              <pc:sldMasterMk cId="3822934217" sldId="2147483658"/>
              <pc:sldLayoutMk cId="1679117098" sldId="2147483663"/>
              <ac:spMk id="32" creationId="{C6735154-D863-074C-BEF0-25E8F0836038}"/>
            </ac:spMkLst>
          </pc:spChg>
          <pc:spChg chg="mod">
            <ac:chgData name="Liudmila Khatkevich" userId="9e4f13db-0122-4676-b5ab-9c285f81dc95" providerId="ADAL" clId="{AFD80411-0EF2-4D4C-83C9-B5887907CF46}" dt="2026-03-03T11:03:17.377" v="2"/>
            <ac:spMkLst>
              <pc:docMk/>
              <pc:sldMasterMk cId="3822934217" sldId="2147483658"/>
              <pc:sldLayoutMk cId="1679117098" sldId="2147483663"/>
              <ac:spMk id="33" creationId="{C373B72A-00B1-9E4F-BC7F-202B2AC57FCC}"/>
            </ac:spMkLst>
          </pc:spChg>
          <pc:spChg chg="mod">
            <ac:chgData name="Liudmila Khatkevich" userId="9e4f13db-0122-4676-b5ab-9c285f81dc95" providerId="ADAL" clId="{AFD80411-0EF2-4D4C-83C9-B5887907CF46}" dt="2026-03-03T11:03:17.377" v="2"/>
            <ac:spMkLst>
              <pc:docMk/>
              <pc:sldMasterMk cId="3822934217" sldId="2147483658"/>
              <pc:sldLayoutMk cId="1679117098" sldId="2147483663"/>
              <ac:spMk id="34" creationId="{A584DDAC-74C3-8649-AA09-BE37E59266EB}"/>
            </ac:spMkLst>
          </pc:spChg>
          <pc:spChg chg="mod">
            <ac:chgData name="Liudmila Khatkevich" userId="9e4f13db-0122-4676-b5ab-9c285f81dc95" providerId="ADAL" clId="{AFD80411-0EF2-4D4C-83C9-B5887907CF46}" dt="2026-03-03T11:03:17.377" v="2"/>
            <ac:spMkLst>
              <pc:docMk/>
              <pc:sldMasterMk cId="3822934217" sldId="2147483658"/>
              <pc:sldLayoutMk cId="1679117098" sldId="2147483663"/>
              <ac:spMk id="35" creationId="{4BE98457-B105-874C-9706-66BA69C1AFC7}"/>
            </ac:spMkLst>
          </pc:spChg>
        </pc:sldLayoutChg>
        <pc:sldLayoutChg chg="modSp del">
          <pc:chgData name="Liudmila Khatkevich" userId="9e4f13db-0122-4676-b5ab-9c285f81dc95" providerId="ADAL" clId="{AFD80411-0EF2-4D4C-83C9-B5887907CF46}" dt="2026-03-03T13:21:08.170" v="3392" actId="700"/>
          <pc:sldLayoutMkLst>
            <pc:docMk/>
            <pc:sldMasterMk cId="3822934217" sldId="2147483658"/>
            <pc:sldLayoutMk cId="289327612" sldId="2147483664"/>
          </pc:sldLayoutMkLst>
          <pc:spChg chg="mod">
            <ac:chgData name="Liudmila Khatkevich" userId="9e4f13db-0122-4676-b5ab-9c285f81dc95" providerId="ADAL" clId="{AFD80411-0EF2-4D4C-83C9-B5887907CF46}" dt="2026-03-03T11:03:17.377" v="2"/>
            <ac:spMkLst>
              <pc:docMk/>
              <pc:sldMasterMk cId="3822934217" sldId="2147483658"/>
              <pc:sldLayoutMk cId="289327612" sldId="2147483664"/>
              <ac:spMk id="2" creationId="{37B4F039-C58D-468E-394C-C92CD517A82F}"/>
            </ac:spMkLst>
          </pc:spChg>
          <pc:spChg chg="mod">
            <ac:chgData name="Liudmila Khatkevich" userId="9e4f13db-0122-4676-b5ab-9c285f81dc95" providerId="ADAL" clId="{AFD80411-0EF2-4D4C-83C9-B5887907CF46}" dt="2026-03-03T11:03:17.377" v="2"/>
            <ac:spMkLst>
              <pc:docMk/>
              <pc:sldMasterMk cId="3822934217" sldId="2147483658"/>
              <pc:sldLayoutMk cId="289327612" sldId="2147483664"/>
              <ac:spMk id="3" creationId="{A90CA163-9EEA-54E4-57D2-BFE989F6F9C9}"/>
            </ac:spMkLst>
          </pc:spChg>
          <pc:spChg chg="mod">
            <ac:chgData name="Liudmila Khatkevich" userId="9e4f13db-0122-4676-b5ab-9c285f81dc95" providerId="ADAL" clId="{AFD80411-0EF2-4D4C-83C9-B5887907CF46}" dt="2026-03-03T11:03:17.377" v="2"/>
            <ac:spMkLst>
              <pc:docMk/>
              <pc:sldMasterMk cId="3822934217" sldId="2147483658"/>
              <pc:sldLayoutMk cId="289327612" sldId="2147483664"/>
              <ac:spMk id="4" creationId="{7A51F759-2C51-4E26-B317-26DFEBAE952C}"/>
            </ac:spMkLst>
          </pc:spChg>
          <pc:spChg chg="mod">
            <ac:chgData name="Liudmila Khatkevich" userId="9e4f13db-0122-4676-b5ab-9c285f81dc95" providerId="ADAL" clId="{AFD80411-0EF2-4D4C-83C9-B5887907CF46}" dt="2026-03-03T11:03:17.377" v="2"/>
            <ac:spMkLst>
              <pc:docMk/>
              <pc:sldMasterMk cId="3822934217" sldId="2147483658"/>
              <pc:sldLayoutMk cId="289327612" sldId="2147483664"/>
              <ac:spMk id="5" creationId="{8A0B6ADF-5C55-9945-3F05-7FFC190F1FD0}"/>
            </ac:spMkLst>
          </pc:spChg>
          <pc:spChg chg="mod">
            <ac:chgData name="Liudmila Khatkevich" userId="9e4f13db-0122-4676-b5ab-9c285f81dc95" providerId="ADAL" clId="{AFD80411-0EF2-4D4C-83C9-B5887907CF46}" dt="2026-03-03T11:03:17.377" v="2"/>
            <ac:spMkLst>
              <pc:docMk/>
              <pc:sldMasterMk cId="3822934217" sldId="2147483658"/>
              <pc:sldLayoutMk cId="289327612" sldId="2147483664"/>
              <ac:spMk id="11" creationId="{CD37A923-9C8E-6CA3-1F51-1680DBD25361}"/>
            </ac:spMkLst>
          </pc:spChg>
          <pc:spChg chg="mod">
            <ac:chgData name="Liudmila Khatkevich" userId="9e4f13db-0122-4676-b5ab-9c285f81dc95" providerId="ADAL" clId="{AFD80411-0EF2-4D4C-83C9-B5887907CF46}" dt="2026-03-03T11:03:17.377" v="2"/>
            <ac:spMkLst>
              <pc:docMk/>
              <pc:sldMasterMk cId="3822934217" sldId="2147483658"/>
              <pc:sldLayoutMk cId="289327612" sldId="2147483664"/>
              <ac:spMk id="12" creationId="{3DB5EB1A-8556-A82E-AC69-301BA431D9AC}"/>
            </ac:spMkLst>
          </pc:spChg>
          <pc:spChg chg="mod">
            <ac:chgData name="Liudmila Khatkevich" userId="9e4f13db-0122-4676-b5ab-9c285f81dc95" providerId="ADAL" clId="{AFD80411-0EF2-4D4C-83C9-B5887907CF46}" dt="2026-03-03T11:03:17.377" v="2"/>
            <ac:spMkLst>
              <pc:docMk/>
              <pc:sldMasterMk cId="3822934217" sldId="2147483658"/>
              <pc:sldLayoutMk cId="289327612" sldId="2147483664"/>
              <ac:spMk id="27" creationId="{13E6F179-1003-654A-7321-F8FE6D12AC32}"/>
            </ac:spMkLst>
          </pc:spChg>
          <pc:spChg chg="mod">
            <ac:chgData name="Liudmila Khatkevich" userId="9e4f13db-0122-4676-b5ab-9c285f81dc95" providerId="ADAL" clId="{AFD80411-0EF2-4D4C-83C9-B5887907CF46}" dt="2026-03-03T11:03:17.377" v="2"/>
            <ac:spMkLst>
              <pc:docMk/>
              <pc:sldMasterMk cId="3822934217" sldId="2147483658"/>
              <pc:sldLayoutMk cId="289327612" sldId="2147483664"/>
              <ac:spMk id="29" creationId="{342EBD53-BF92-55A6-E85A-50AD5A80A5B1}"/>
            </ac:spMkLst>
          </pc:spChg>
          <pc:spChg chg="mod">
            <ac:chgData name="Liudmila Khatkevich" userId="9e4f13db-0122-4676-b5ab-9c285f81dc95" providerId="ADAL" clId="{AFD80411-0EF2-4D4C-83C9-B5887907CF46}" dt="2026-03-03T11:03:17.377" v="2"/>
            <ac:spMkLst>
              <pc:docMk/>
              <pc:sldMasterMk cId="3822934217" sldId="2147483658"/>
              <pc:sldLayoutMk cId="289327612" sldId="2147483664"/>
              <ac:spMk id="31" creationId="{FA4DA4A4-AEAC-105E-34C0-12EBA35F10E6}"/>
            </ac:spMkLst>
          </pc:spChg>
          <pc:spChg chg="mod">
            <ac:chgData name="Liudmila Khatkevich" userId="9e4f13db-0122-4676-b5ab-9c285f81dc95" providerId="ADAL" clId="{AFD80411-0EF2-4D4C-83C9-B5887907CF46}" dt="2026-03-03T11:03:17.377" v="2"/>
            <ac:spMkLst>
              <pc:docMk/>
              <pc:sldMasterMk cId="3822934217" sldId="2147483658"/>
              <pc:sldLayoutMk cId="289327612" sldId="2147483664"/>
              <ac:spMk id="32" creationId="{B6DD83F2-9BFD-E0B8-4706-D7200B45DE3C}"/>
            </ac:spMkLst>
          </pc:spChg>
        </pc:sldLayoutChg>
        <pc:sldLayoutChg chg="modSp del">
          <pc:chgData name="Liudmila Khatkevich" userId="9e4f13db-0122-4676-b5ab-9c285f81dc95" providerId="ADAL" clId="{AFD80411-0EF2-4D4C-83C9-B5887907CF46}" dt="2026-03-03T13:21:08.170" v="3392" actId="700"/>
          <pc:sldLayoutMkLst>
            <pc:docMk/>
            <pc:sldMasterMk cId="3822934217" sldId="2147483658"/>
            <pc:sldLayoutMk cId="2075205425" sldId="2147483665"/>
          </pc:sldLayoutMkLst>
          <pc:spChg chg="mod">
            <ac:chgData name="Liudmila Khatkevich" userId="9e4f13db-0122-4676-b5ab-9c285f81dc95" providerId="ADAL" clId="{AFD80411-0EF2-4D4C-83C9-B5887907CF46}" dt="2026-03-03T11:03:17.377" v="2"/>
            <ac:spMkLst>
              <pc:docMk/>
              <pc:sldMasterMk cId="3822934217" sldId="2147483658"/>
              <pc:sldLayoutMk cId="2075205425" sldId="2147483665"/>
              <ac:spMk id="2" creationId="{749D503E-C57A-9E5B-19CF-94AF46BB63B3}"/>
            </ac:spMkLst>
          </pc:spChg>
          <pc:spChg chg="mod">
            <ac:chgData name="Liudmila Khatkevich" userId="9e4f13db-0122-4676-b5ab-9c285f81dc95" providerId="ADAL" clId="{AFD80411-0EF2-4D4C-83C9-B5887907CF46}" dt="2026-03-03T11:03:17.377" v="2"/>
            <ac:spMkLst>
              <pc:docMk/>
              <pc:sldMasterMk cId="3822934217" sldId="2147483658"/>
              <pc:sldLayoutMk cId="2075205425" sldId="2147483665"/>
              <ac:spMk id="6" creationId="{42BD3FFC-05D4-6AF7-0434-C1AC0298E5CD}"/>
            </ac:spMkLst>
          </pc:spChg>
          <pc:spChg chg="mod">
            <ac:chgData name="Liudmila Khatkevich" userId="9e4f13db-0122-4676-b5ab-9c285f81dc95" providerId="ADAL" clId="{AFD80411-0EF2-4D4C-83C9-B5887907CF46}" dt="2026-03-03T11:03:17.377" v="2"/>
            <ac:spMkLst>
              <pc:docMk/>
              <pc:sldMasterMk cId="3822934217" sldId="2147483658"/>
              <pc:sldLayoutMk cId="2075205425" sldId="2147483665"/>
              <ac:spMk id="7" creationId="{D0952C60-604F-9F1A-9D20-17D094CE4831}"/>
            </ac:spMkLst>
          </pc:spChg>
          <pc:spChg chg="mod">
            <ac:chgData name="Liudmila Khatkevich" userId="9e4f13db-0122-4676-b5ab-9c285f81dc95" providerId="ADAL" clId="{AFD80411-0EF2-4D4C-83C9-B5887907CF46}" dt="2026-03-03T11:03:17.377" v="2"/>
            <ac:spMkLst>
              <pc:docMk/>
              <pc:sldMasterMk cId="3822934217" sldId="2147483658"/>
              <pc:sldLayoutMk cId="2075205425" sldId="2147483665"/>
              <ac:spMk id="11" creationId="{7DF71D53-1D3F-D8F8-96D5-6DE13F1A9CC8}"/>
            </ac:spMkLst>
          </pc:spChg>
          <pc:spChg chg="mod">
            <ac:chgData name="Liudmila Khatkevich" userId="9e4f13db-0122-4676-b5ab-9c285f81dc95" providerId="ADAL" clId="{AFD80411-0EF2-4D4C-83C9-B5887907CF46}" dt="2026-03-03T11:03:17.377" v="2"/>
            <ac:spMkLst>
              <pc:docMk/>
              <pc:sldMasterMk cId="3822934217" sldId="2147483658"/>
              <pc:sldLayoutMk cId="2075205425" sldId="2147483665"/>
              <ac:spMk id="12" creationId="{142F11AF-BF37-8BBB-B5E7-A8655CF9477B}"/>
            </ac:spMkLst>
          </pc:spChg>
          <pc:spChg chg="mod">
            <ac:chgData name="Liudmila Khatkevich" userId="9e4f13db-0122-4676-b5ab-9c285f81dc95" providerId="ADAL" clId="{AFD80411-0EF2-4D4C-83C9-B5887907CF46}" dt="2026-03-03T11:03:17.377" v="2"/>
            <ac:spMkLst>
              <pc:docMk/>
              <pc:sldMasterMk cId="3822934217" sldId="2147483658"/>
              <pc:sldLayoutMk cId="2075205425" sldId="2147483665"/>
              <ac:spMk id="17" creationId="{73338DC0-8609-4542-8807-E7838F7CE5D6}"/>
            </ac:spMkLst>
          </pc:spChg>
          <pc:spChg chg="mod">
            <ac:chgData name="Liudmila Khatkevich" userId="9e4f13db-0122-4676-b5ab-9c285f81dc95" providerId="ADAL" clId="{AFD80411-0EF2-4D4C-83C9-B5887907CF46}" dt="2026-03-03T11:03:17.377" v="2"/>
            <ac:spMkLst>
              <pc:docMk/>
              <pc:sldMasterMk cId="3822934217" sldId="2147483658"/>
              <pc:sldLayoutMk cId="2075205425" sldId="2147483665"/>
              <ac:spMk id="18" creationId="{43948224-37C6-4D02-AFD9-C1D88C1C073C}"/>
            </ac:spMkLst>
          </pc:spChg>
          <pc:spChg chg="mod">
            <ac:chgData name="Liudmila Khatkevich" userId="9e4f13db-0122-4676-b5ab-9c285f81dc95" providerId="ADAL" clId="{AFD80411-0EF2-4D4C-83C9-B5887907CF46}" dt="2026-03-03T11:03:17.377" v="2"/>
            <ac:spMkLst>
              <pc:docMk/>
              <pc:sldMasterMk cId="3822934217" sldId="2147483658"/>
              <pc:sldLayoutMk cId="2075205425" sldId="2147483665"/>
              <ac:spMk id="20" creationId="{76BF9761-22A6-4919-B7B5-2A027DDC6D44}"/>
            </ac:spMkLst>
          </pc:spChg>
          <pc:spChg chg="mod">
            <ac:chgData name="Liudmila Khatkevich" userId="9e4f13db-0122-4676-b5ab-9c285f81dc95" providerId="ADAL" clId="{AFD80411-0EF2-4D4C-83C9-B5887907CF46}" dt="2026-03-03T11:03:17.377" v="2"/>
            <ac:spMkLst>
              <pc:docMk/>
              <pc:sldMasterMk cId="3822934217" sldId="2147483658"/>
              <pc:sldLayoutMk cId="2075205425" sldId="2147483665"/>
              <ac:spMk id="21" creationId="{1BA13C9B-9D26-4B3E-8215-17F0475C2000}"/>
            </ac:spMkLst>
          </pc:spChg>
          <pc:spChg chg="mod">
            <ac:chgData name="Liudmila Khatkevich" userId="9e4f13db-0122-4676-b5ab-9c285f81dc95" providerId="ADAL" clId="{AFD80411-0EF2-4D4C-83C9-B5887907CF46}" dt="2026-03-03T11:03:17.377" v="2"/>
            <ac:spMkLst>
              <pc:docMk/>
              <pc:sldMasterMk cId="3822934217" sldId="2147483658"/>
              <pc:sldLayoutMk cId="2075205425" sldId="2147483665"/>
              <ac:spMk id="22" creationId="{64AC5FFC-6616-4F1B-B644-F0560ADC7ED3}"/>
            </ac:spMkLst>
          </pc:spChg>
        </pc:sldLayoutChg>
        <pc:sldLayoutChg chg="modSp del">
          <pc:chgData name="Liudmila Khatkevich" userId="9e4f13db-0122-4676-b5ab-9c285f81dc95" providerId="ADAL" clId="{AFD80411-0EF2-4D4C-83C9-B5887907CF46}" dt="2026-03-03T13:21:08.170" v="3392" actId="700"/>
          <pc:sldLayoutMkLst>
            <pc:docMk/>
            <pc:sldMasterMk cId="3822934217" sldId="2147483658"/>
            <pc:sldLayoutMk cId="4097178152" sldId="2147483666"/>
          </pc:sldLayoutMkLst>
          <pc:spChg chg="mod">
            <ac:chgData name="Liudmila Khatkevich" userId="9e4f13db-0122-4676-b5ab-9c285f81dc95" providerId="ADAL" clId="{AFD80411-0EF2-4D4C-83C9-B5887907CF46}" dt="2026-03-03T11:03:17.377" v="2"/>
            <ac:spMkLst>
              <pc:docMk/>
              <pc:sldMasterMk cId="3822934217" sldId="2147483658"/>
              <pc:sldLayoutMk cId="4097178152" sldId="2147483666"/>
              <ac:spMk id="2" creationId="{D3634F95-D03F-BB17-0BA8-0AB623989FDE}"/>
            </ac:spMkLst>
          </pc:spChg>
          <pc:spChg chg="mod">
            <ac:chgData name="Liudmila Khatkevich" userId="9e4f13db-0122-4676-b5ab-9c285f81dc95" providerId="ADAL" clId="{AFD80411-0EF2-4D4C-83C9-B5887907CF46}" dt="2026-03-03T11:03:17.377" v="2"/>
            <ac:spMkLst>
              <pc:docMk/>
              <pc:sldMasterMk cId="3822934217" sldId="2147483658"/>
              <pc:sldLayoutMk cId="4097178152" sldId="2147483666"/>
              <ac:spMk id="3" creationId="{22CC2842-970F-4D83-A7C9-C111F3E9E8F4}"/>
            </ac:spMkLst>
          </pc:spChg>
          <pc:spChg chg="mod">
            <ac:chgData name="Liudmila Khatkevich" userId="9e4f13db-0122-4676-b5ab-9c285f81dc95" providerId="ADAL" clId="{AFD80411-0EF2-4D4C-83C9-B5887907CF46}" dt="2026-03-03T11:03:17.377" v="2"/>
            <ac:spMkLst>
              <pc:docMk/>
              <pc:sldMasterMk cId="3822934217" sldId="2147483658"/>
              <pc:sldLayoutMk cId="4097178152" sldId="2147483666"/>
              <ac:spMk id="5" creationId="{6672B4D0-A39C-FAF6-B1FC-E8138006004A}"/>
            </ac:spMkLst>
          </pc:spChg>
          <pc:spChg chg="mod">
            <ac:chgData name="Liudmila Khatkevich" userId="9e4f13db-0122-4676-b5ab-9c285f81dc95" providerId="ADAL" clId="{AFD80411-0EF2-4D4C-83C9-B5887907CF46}" dt="2026-03-03T11:03:17.377" v="2"/>
            <ac:spMkLst>
              <pc:docMk/>
              <pc:sldMasterMk cId="3822934217" sldId="2147483658"/>
              <pc:sldLayoutMk cId="4097178152" sldId="2147483666"/>
              <ac:spMk id="6" creationId="{50C2139A-0FDA-8116-257B-67457AE6A971}"/>
            </ac:spMkLst>
          </pc:spChg>
          <pc:spChg chg="mod">
            <ac:chgData name="Liudmila Khatkevich" userId="9e4f13db-0122-4676-b5ab-9c285f81dc95" providerId="ADAL" clId="{AFD80411-0EF2-4D4C-83C9-B5887907CF46}" dt="2026-03-03T11:03:17.377" v="2"/>
            <ac:spMkLst>
              <pc:docMk/>
              <pc:sldMasterMk cId="3822934217" sldId="2147483658"/>
              <pc:sldLayoutMk cId="4097178152" sldId="2147483666"/>
              <ac:spMk id="9" creationId="{A00A134C-93F9-0B06-D8F4-9B3C7532A426}"/>
            </ac:spMkLst>
          </pc:spChg>
          <pc:spChg chg="mod">
            <ac:chgData name="Liudmila Khatkevich" userId="9e4f13db-0122-4676-b5ab-9c285f81dc95" providerId="ADAL" clId="{AFD80411-0EF2-4D4C-83C9-B5887907CF46}" dt="2026-03-03T11:03:17.377" v="2"/>
            <ac:spMkLst>
              <pc:docMk/>
              <pc:sldMasterMk cId="3822934217" sldId="2147483658"/>
              <pc:sldLayoutMk cId="4097178152" sldId="2147483666"/>
              <ac:spMk id="10" creationId="{E37B92C4-122A-5377-7B74-D58A2319E90C}"/>
            </ac:spMkLst>
          </pc:spChg>
          <pc:spChg chg="mod">
            <ac:chgData name="Liudmila Khatkevich" userId="9e4f13db-0122-4676-b5ab-9c285f81dc95" providerId="ADAL" clId="{AFD80411-0EF2-4D4C-83C9-B5887907CF46}" dt="2026-03-03T11:03:17.377" v="2"/>
            <ac:spMkLst>
              <pc:docMk/>
              <pc:sldMasterMk cId="3822934217" sldId="2147483658"/>
              <pc:sldLayoutMk cId="4097178152" sldId="2147483666"/>
              <ac:spMk id="14" creationId="{D3238DD8-4A7D-554B-8216-37EA1F023174}"/>
            </ac:spMkLst>
          </pc:spChg>
          <pc:spChg chg="mod">
            <ac:chgData name="Liudmila Khatkevich" userId="9e4f13db-0122-4676-b5ab-9c285f81dc95" providerId="ADAL" clId="{AFD80411-0EF2-4D4C-83C9-B5887907CF46}" dt="2026-03-03T11:03:17.377" v="2"/>
            <ac:spMkLst>
              <pc:docMk/>
              <pc:sldMasterMk cId="3822934217" sldId="2147483658"/>
              <pc:sldLayoutMk cId="4097178152" sldId="2147483666"/>
              <ac:spMk id="15" creationId="{11D58AB5-54CF-F584-79F8-821E69DF6010}"/>
            </ac:spMkLst>
          </pc:spChg>
          <pc:spChg chg="mod">
            <ac:chgData name="Liudmila Khatkevich" userId="9e4f13db-0122-4676-b5ab-9c285f81dc95" providerId="ADAL" clId="{AFD80411-0EF2-4D4C-83C9-B5887907CF46}" dt="2026-03-03T11:03:17.377" v="2"/>
            <ac:spMkLst>
              <pc:docMk/>
              <pc:sldMasterMk cId="3822934217" sldId="2147483658"/>
              <pc:sldLayoutMk cId="4097178152" sldId="2147483666"/>
              <ac:spMk id="24" creationId="{46C8629B-DFA8-41AA-9C67-96D3D02BED28}"/>
            </ac:spMkLst>
          </pc:spChg>
          <pc:spChg chg="mod">
            <ac:chgData name="Liudmila Khatkevich" userId="9e4f13db-0122-4676-b5ab-9c285f81dc95" providerId="ADAL" clId="{AFD80411-0EF2-4D4C-83C9-B5887907CF46}" dt="2026-03-03T11:03:17.377" v="2"/>
            <ac:spMkLst>
              <pc:docMk/>
              <pc:sldMasterMk cId="3822934217" sldId="2147483658"/>
              <pc:sldLayoutMk cId="4097178152" sldId="2147483666"/>
              <ac:spMk id="31" creationId="{462FE180-ECE1-55D7-0248-053AC1E99B1F}"/>
            </ac:spMkLst>
          </pc:spChg>
        </pc:sldLayoutChg>
        <pc:sldLayoutChg chg="modSp del">
          <pc:chgData name="Liudmila Khatkevich" userId="9e4f13db-0122-4676-b5ab-9c285f81dc95" providerId="ADAL" clId="{AFD80411-0EF2-4D4C-83C9-B5887907CF46}" dt="2026-03-03T13:21:08.170" v="3392" actId="700"/>
          <pc:sldLayoutMkLst>
            <pc:docMk/>
            <pc:sldMasterMk cId="3822934217" sldId="2147483658"/>
            <pc:sldLayoutMk cId="2078606475" sldId="2147483667"/>
          </pc:sldLayoutMkLst>
          <pc:spChg chg="mod">
            <ac:chgData name="Liudmila Khatkevich" userId="9e4f13db-0122-4676-b5ab-9c285f81dc95" providerId="ADAL" clId="{AFD80411-0EF2-4D4C-83C9-B5887907CF46}" dt="2026-03-03T11:03:17.377" v="2"/>
            <ac:spMkLst>
              <pc:docMk/>
              <pc:sldMasterMk cId="3822934217" sldId="2147483658"/>
              <pc:sldLayoutMk cId="2078606475" sldId="2147483667"/>
              <ac:spMk id="2" creationId="{919866F5-F57A-6C40-4D30-D67CB6A3D24E}"/>
            </ac:spMkLst>
          </pc:spChg>
          <pc:spChg chg="mod">
            <ac:chgData name="Liudmila Khatkevich" userId="9e4f13db-0122-4676-b5ab-9c285f81dc95" providerId="ADAL" clId="{AFD80411-0EF2-4D4C-83C9-B5887907CF46}" dt="2026-03-03T11:03:17.377" v="2"/>
            <ac:spMkLst>
              <pc:docMk/>
              <pc:sldMasterMk cId="3822934217" sldId="2147483658"/>
              <pc:sldLayoutMk cId="2078606475" sldId="2147483667"/>
              <ac:spMk id="3" creationId="{B0EC5345-D2D0-6B03-7DDB-B62AB64329C8}"/>
            </ac:spMkLst>
          </pc:spChg>
          <pc:spChg chg="mod">
            <ac:chgData name="Liudmila Khatkevich" userId="9e4f13db-0122-4676-b5ab-9c285f81dc95" providerId="ADAL" clId="{AFD80411-0EF2-4D4C-83C9-B5887907CF46}" dt="2026-03-03T11:03:17.377" v="2"/>
            <ac:spMkLst>
              <pc:docMk/>
              <pc:sldMasterMk cId="3822934217" sldId="2147483658"/>
              <pc:sldLayoutMk cId="2078606475" sldId="2147483667"/>
              <ac:spMk id="4" creationId="{CB32F50E-D900-4FFA-87A8-502151FBE20C}"/>
            </ac:spMkLst>
          </pc:spChg>
          <pc:spChg chg="mod">
            <ac:chgData name="Liudmila Khatkevich" userId="9e4f13db-0122-4676-b5ab-9c285f81dc95" providerId="ADAL" clId="{AFD80411-0EF2-4D4C-83C9-B5887907CF46}" dt="2026-03-03T11:03:17.377" v="2"/>
            <ac:spMkLst>
              <pc:docMk/>
              <pc:sldMasterMk cId="3822934217" sldId="2147483658"/>
              <pc:sldLayoutMk cId="2078606475" sldId="2147483667"/>
              <ac:spMk id="6" creationId="{DDED43E1-5036-AF03-3AFC-AC404D716E48}"/>
            </ac:spMkLst>
          </pc:spChg>
          <pc:spChg chg="mod">
            <ac:chgData name="Liudmila Khatkevich" userId="9e4f13db-0122-4676-b5ab-9c285f81dc95" providerId="ADAL" clId="{AFD80411-0EF2-4D4C-83C9-B5887907CF46}" dt="2026-03-03T11:03:17.377" v="2"/>
            <ac:spMkLst>
              <pc:docMk/>
              <pc:sldMasterMk cId="3822934217" sldId="2147483658"/>
              <pc:sldLayoutMk cId="2078606475" sldId="2147483667"/>
              <ac:spMk id="7" creationId="{B4AFFE7B-BAB3-2BE6-68C7-82413494811D}"/>
            </ac:spMkLst>
          </pc:spChg>
          <pc:picChg chg="mod">
            <ac:chgData name="Liudmila Khatkevich" userId="9e4f13db-0122-4676-b5ab-9c285f81dc95" providerId="ADAL" clId="{AFD80411-0EF2-4D4C-83C9-B5887907CF46}" dt="2026-03-03T11:03:17.377" v="2"/>
            <ac:picMkLst>
              <pc:docMk/>
              <pc:sldMasterMk cId="3822934217" sldId="2147483658"/>
              <pc:sldLayoutMk cId="2078606475" sldId="2147483667"/>
              <ac:picMk id="5" creationId="{7BA73176-A11D-D62A-EC12-39C3DF983B1B}"/>
            </ac:picMkLst>
          </pc:picChg>
        </pc:sldLayoutChg>
        <pc:sldLayoutChg chg="modSp del">
          <pc:chgData name="Liudmila Khatkevich" userId="9e4f13db-0122-4676-b5ab-9c285f81dc95" providerId="ADAL" clId="{AFD80411-0EF2-4D4C-83C9-B5887907CF46}" dt="2026-03-03T13:21:08.170" v="3392" actId="700"/>
          <pc:sldLayoutMkLst>
            <pc:docMk/>
            <pc:sldMasterMk cId="3822934217" sldId="2147483658"/>
            <pc:sldLayoutMk cId="3117483813" sldId="2147483668"/>
          </pc:sldLayoutMkLst>
          <pc:spChg chg="mod">
            <ac:chgData name="Liudmila Khatkevich" userId="9e4f13db-0122-4676-b5ab-9c285f81dc95" providerId="ADAL" clId="{AFD80411-0EF2-4D4C-83C9-B5887907CF46}" dt="2026-03-03T11:03:17.377" v="2"/>
            <ac:spMkLst>
              <pc:docMk/>
              <pc:sldMasterMk cId="3822934217" sldId="2147483658"/>
              <pc:sldLayoutMk cId="3117483813" sldId="2147483668"/>
              <ac:spMk id="3" creationId="{33F31129-9154-6101-E99F-40D9C428A70F}"/>
            </ac:spMkLst>
          </pc:spChg>
          <pc:spChg chg="mod">
            <ac:chgData name="Liudmila Khatkevich" userId="9e4f13db-0122-4676-b5ab-9c285f81dc95" providerId="ADAL" clId="{AFD80411-0EF2-4D4C-83C9-B5887907CF46}" dt="2026-03-03T11:03:17.377" v="2"/>
            <ac:spMkLst>
              <pc:docMk/>
              <pc:sldMasterMk cId="3822934217" sldId="2147483658"/>
              <pc:sldLayoutMk cId="3117483813" sldId="2147483668"/>
              <ac:spMk id="4" creationId="{BF7BD8E2-6131-A98D-36C8-080B716E4D62}"/>
            </ac:spMkLst>
          </pc:spChg>
          <pc:spChg chg="mod">
            <ac:chgData name="Liudmila Khatkevich" userId="9e4f13db-0122-4676-b5ab-9c285f81dc95" providerId="ADAL" clId="{AFD80411-0EF2-4D4C-83C9-B5887907CF46}" dt="2026-03-03T11:03:17.377" v="2"/>
            <ac:spMkLst>
              <pc:docMk/>
              <pc:sldMasterMk cId="3822934217" sldId="2147483658"/>
              <pc:sldLayoutMk cId="3117483813" sldId="2147483668"/>
              <ac:spMk id="8" creationId="{05BDBBF2-452B-8A53-D3BC-946EEC403099}"/>
            </ac:spMkLst>
          </pc:spChg>
          <pc:spChg chg="mod">
            <ac:chgData name="Liudmila Khatkevich" userId="9e4f13db-0122-4676-b5ab-9c285f81dc95" providerId="ADAL" clId="{AFD80411-0EF2-4D4C-83C9-B5887907CF46}" dt="2026-03-03T11:03:17.377" v="2"/>
            <ac:spMkLst>
              <pc:docMk/>
              <pc:sldMasterMk cId="3822934217" sldId="2147483658"/>
              <pc:sldLayoutMk cId="3117483813" sldId="2147483668"/>
              <ac:spMk id="9" creationId="{2CA620CE-1B8B-D388-B43E-902BAFDB8F31}"/>
            </ac:spMkLst>
          </pc:spChg>
          <pc:spChg chg="mod">
            <ac:chgData name="Liudmila Khatkevich" userId="9e4f13db-0122-4676-b5ab-9c285f81dc95" providerId="ADAL" clId="{AFD80411-0EF2-4D4C-83C9-B5887907CF46}" dt="2026-03-03T11:03:17.377" v="2"/>
            <ac:spMkLst>
              <pc:docMk/>
              <pc:sldMasterMk cId="3822934217" sldId="2147483658"/>
              <pc:sldLayoutMk cId="3117483813" sldId="2147483668"/>
              <ac:spMk id="10" creationId="{9B21D373-42F2-86AB-3F79-81C1BE348209}"/>
            </ac:spMkLst>
          </pc:spChg>
          <pc:picChg chg="mod">
            <ac:chgData name="Liudmila Khatkevich" userId="9e4f13db-0122-4676-b5ab-9c285f81dc95" providerId="ADAL" clId="{AFD80411-0EF2-4D4C-83C9-B5887907CF46}" dt="2026-03-03T11:03:17.377" v="2"/>
            <ac:picMkLst>
              <pc:docMk/>
              <pc:sldMasterMk cId="3822934217" sldId="2147483658"/>
              <pc:sldLayoutMk cId="3117483813" sldId="2147483668"/>
              <ac:picMk id="2" creationId="{78720EBE-A59D-52D5-044F-DF5C07F83D76}"/>
            </ac:picMkLst>
          </pc:picChg>
        </pc:sldLayoutChg>
        <pc:sldLayoutChg chg="modSp del">
          <pc:chgData name="Liudmila Khatkevich" userId="9e4f13db-0122-4676-b5ab-9c285f81dc95" providerId="ADAL" clId="{AFD80411-0EF2-4D4C-83C9-B5887907CF46}" dt="2026-03-03T13:21:08.170" v="3392" actId="700"/>
          <pc:sldLayoutMkLst>
            <pc:docMk/>
            <pc:sldMasterMk cId="3822934217" sldId="2147483658"/>
            <pc:sldLayoutMk cId="1473184347" sldId="2147483669"/>
          </pc:sldLayoutMkLst>
          <pc:spChg chg="mod">
            <ac:chgData name="Liudmila Khatkevich" userId="9e4f13db-0122-4676-b5ab-9c285f81dc95" providerId="ADAL" clId="{AFD80411-0EF2-4D4C-83C9-B5887907CF46}" dt="2026-03-03T11:03:17.377" v="2"/>
            <ac:spMkLst>
              <pc:docMk/>
              <pc:sldMasterMk cId="3822934217" sldId="2147483658"/>
              <pc:sldLayoutMk cId="1473184347" sldId="2147483669"/>
              <ac:spMk id="3" creationId="{C4AFDEA9-4B5D-18D7-3B7C-ADC156E9EFCF}"/>
            </ac:spMkLst>
          </pc:spChg>
          <pc:spChg chg="mod">
            <ac:chgData name="Liudmila Khatkevich" userId="9e4f13db-0122-4676-b5ab-9c285f81dc95" providerId="ADAL" clId="{AFD80411-0EF2-4D4C-83C9-B5887907CF46}" dt="2026-03-03T11:03:17.377" v="2"/>
            <ac:spMkLst>
              <pc:docMk/>
              <pc:sldMasterMk cId="3822934217" sldId="2147483658"/>
              <pc:sldLayoutMk cId="1473184347" sldId="2147483669"/>
              <ac:spMk id="4" creationId="{1C818241-0582-A630-8CB0-7598682D85EA}"/>
            </ac:spMkLst>
          </pc:spChg>
          <pc:spChg chg="mod">
            <ac:chgData name="Liudmila Khatkevich" userId="9e4f13db-0122-4676-b5ab-9c285f81dc95" providerId="ADAL" clId="{AFD80411-0EF2-4D4C-83C9-B5887907CF46}" dt="2026-03-03T11:03:17.377" v="2"/>
            <ac:spMkLst>
              <pc:docMk/>
              <pc:sldMasterMk cId="3822934217" sldId="2147483658"/>
              <pc:sldLayoutMk cId="1473184347" sldId="2147483669"/>
              <ac:spMk id="5" creationId="{8BEA6F8A-F8D2-0E03-127C-C4C39351EE62}"/>
            </ac:spMkLst>
          </pc:spChg>
          <pc:spChg chg="mod">
            <ac:chgData name="Liudmila Khatkevich" userId="9e4f13db-0122-4676-b5ab-9c285f81dc95" providerId="ADAL" clId="{AFD80411-0EF2-4D4C-83C9-B5887907CF46}" dt="2026-03-03T11:03:17.377" v="2"/>
            <ac:spMkLst>
              <pc:docMk/>
              <pc:sldMasterMk cId="3822934217" sldId="2147483658"/>
              <pc:sldLayoutMk cId="1473184347" sldId="2147483669"/>
              <ac:spMk id="6" creationId="{F86F72EA-0ABE-9A8E-4E77-930AA5496A56}"/>
            </ac:spMkLst>
          </pc:spChg>
          <pc:spChg chg="mod">
            <ac:chgData name="Liudmila Khatkevich" userId="9e4f13db-0122-4676-b5ab-9c285f81dc95" providerId="ADAL" clId="{AFD80411-0EF2-4D4C-83C9-B5887907CF46}" dt="2026-03-03T11:03:17.377" v="2"/>
            <ac:spMkLst>
              <pc:docMk/>
              <pc:sldMasterMk cId="3822934217" sldId="2147483658"/>
              <pc:sldLayoutMk cId="1473184347" sldId="2147483669"/>
              <ac:spMk id="7" creationId="{A5E6E347-3D84-596D-2504-6BB7F3483113}"/>
            </ac:spMkLst>
          </pc:spChg>
          <pc:picChg chg="mod">
            <ac:chgData name="Liudmila Khatkevich" userId="9e4f13db-0122-4676-b5ab-9c285f81dc95" providerId="ADAL" clId="{AFD80411-0EF2-4D4C-83C9-B5887907CF46}" dt="2026-03-03T11:03:17.377" v="2"/>
            <ac:picMkLst>
              <pc:docMk/>
              <pc:sldMasterMk cId="3822934217" sldId="2147483658"/>
              <pc:sldLayoutMk cId="1473184347" sldId="2147483669"/>
              <ac:picMk id="2" creationId="{75684E56-61FE-0760-81FB-D738FF31CEDA}"/>
            </ac:picMkLst>
          </pc:picChg>
        </pc:sldLayoutChg>
        <pc:sldLayoutChg chg="modSp del">
          <pc:chgData name="Liudmila Khatkevich" userId="9e4f13db-0122-4676-b5ab-9c285f81dc95" providerId="ADAL" clId="{AFD80411-0EF2-4D4C-83C9-B5887907CF46}" dt="2026-03-03T13:21:08.170" v="3392" actId="700"/>
          <pc:sldLayoutMkLst>
            <pc:docMk/>
            <pc:sldMasterMk cId="3822934217" sldId="2147483658"/>
            <pc:sldLayoutMk cId="745884224" sldId="2147483670"/>
          </pc:sldLayoutMkLst>
          <pc:spChg chg="mod">
            <ac:chgData name="Liudmila Khatkevich" userId="9e4f13db-0122-4676-b5ab-9c285f81dc95" providerId="ADAL" clId="{AFD80411-0EF2-4D4C-83C9-B5887907CF46}" dt="2026-03-03T11:03:17.377" v="2"/>
            <ac:spMkLst>
              <pc:docMk/>
              <pc:sldMasterMk cId="3822934217" sldId="2147483658"/>
              <pc:sldLayoutMk cId="745884224" sldId="2147483670"/>
              <ac:spMk id="3" creationId="{FA158379-42B6-CCBC-ACEF-3055CDBB2DD6}"/>
            </ac:spMkLst>
          </pc:spChg>
          <pc:spChg chg="mod">
            <ac:chgData name="Liudmila Khatkevich" userId="9e4f13db-0122-4676-b5ab-9c285f81dc95" providerId="ADAL" clId="{AFD80411-0EF2-4D4C-83C9-B5887907CF46}" dt="2026-03-03T11:03:17.377" v="2"/>
            <ac:spMkLst>
              <pc:docMk/>
              <pc:sldMasterMk cId="3822934217" sldId="2147483658"/>
              <pc:sldLayoutMk cId="745884224" sldId="2147483670"/>
              <ac:spMk id="4" creationId="{48C1715E-3786-F104-88AB-8B85E2F6D918}"/>
            </ac:spMkLst>
          </pc:spChg>
          <pc:spChg chg="mod">
            <ac:chgData name="Liudmila Khatkevich" userId="9e4f13db-0122-4676-b5ab-9c285f81dc95" providerId="ADAL" clId="{AFD80411-0EF2-4D4C-83C9-B5887907CF46}" dt="2026-03-03T11:03:17.377" v="2"/>
            <ac:spMkLst>
              <pc:docMk/>
              <pc:sldMasterMk cId="3822934217" sldId="2147483658"/>
              <pc:sldLayoutMk cId="745884224" sldId="2147483670"/>
              <ac:spMk id="5" creationId="{48956E04-CBD7-E482-8975-949516BE35C7}"/>
            </ac:spMkLst>
          </pc:spChg>
          <pc:spChg chg="mod">
            <ac:chgData name="Liudmila Khatkevich" userId="9e4f13db-0122-4676-b5ab-9c285f81dc95" providerId="ADAL" clId="{AFD80411-0EF2-4D4C-83C9-B5887907CF46}" dt="2026-03-03T11:03:17.377" v="2"/>
            <ac:spMkLst>
              <pc:docMk/>
              <pc:sldMasterMk cId="3822934217" sldId="2147483658"/>
              <pc:sldLayoutMk cId="745884224" sldId="2147483670"/>
              <ac:spMk id="6" creationId="{4DF04DE8-18FA-CC1C-A2E5-416F24CA0863}"/>
            </ac:spMkLst>
          </pc:spChg>
          <pc:spChg chg="mod">
            <ac:chgData name="Liudmila Khatkevich" userId="9e4f13db-0122-4676-b5ab-9c285f81dc95" providerId="ADAL" clId="{AFD80411-0EF2-4D4C-83C9-B5887907CF46}" dt="2026-03-03T11:03:17.377" v="2"/>
            <ac:spMkLst>
              <pc:docMk/>
              <pc:sldMasterMk cId="3822934217" sldId="2147483658"/>
              <pc:sldLayoutMk cId="745884224" sldId="2147483670"/>
              <ac:spMk id="7" creationId="{6BD1EAAB-FF14-59B6-EB7C-E327DBE47644}"/>
            </ac:spMkLst>
          </pc:spChg>
          <pc:picChg chg="mod">
            <ac:chgData name="Liudmila Khatkevich" userId="9e4f13db-0122-4676-b5ab-9c285f81dc95" providerId="ADAL" clId="{AFD80411-0EF2-4D4C-83C9-B5887907CF46}" dt="2026-03-03T11:03:17.377" v="2"/>
            <ac:picMkLst>
              <pc:docMk/>
              <pc:sldMasterMk cId="3822934217" sldId="2147483658"/>
              <pc:sldLayoutMk cId="745884224" sldId="2147483670"/>
              <ac:picMk id="2" creationId="{53ED1D57-42C1-01EC-FDEC-8930A13F028D}"/>
            </ac:picMkLst>
          </pc:picChg>
        </pc:sldLayoutChg>
        <pc:sldLayoutChg chg="modSp del">
          <pc:chgData name="Liudmila Khatkevich" userId="9e4f13db-0122-4676-b5ab-9c285f81dc95" providerId="ADAL" clId="{AFD80411-0EF2-4D4C-83C9-B5887907CF46}" dt="2026-03-03T13:21:08.170" v="3392" actId="700"/>
          <pc:sldLayoutMkLst>
            <pc:docMk/>
            <pc:sldMasterMk cId="3822934217" sldId="2147483658"/>
            <pc:sldLayoutMk cId="397808686" sldId="2147483671"/>
          </pc:sldLayoutMkLst>
          <pc:spChg chg="mod">
            <ac:chgData name="Liudmila Khatkevich" userId="9e4f13db-0122-4676-b5ab-9c285f81dc95" providerId="ADAL" clId="{AFD80411-0EF2-4D4C-83C9-B5887907CF46}" dt="2026-03-03T11:03:17.377" v="2"/>
            <ac:spMkLst>
              <pc:docMk/>
              <pc:sldMasterMk cId="3822934217" sldId="2147483658"/>
              <pc:sldLayoutMk cId="397808686" sldId="2147483671"/>
              <ac:spMk id="3" creationId="{4D42082F-236C-033C-4BB1-ED91055E10D6}"/>
            </ac:spMkLst>
          </pc:spChg>
          <pc:spChg chg="mod">
            <ac:chgData name="Liudmila Khatkevich" userId="9e4f13db-0122-4676-b5ab-9c285f81dc95" providerId="ADAL" clId="{AFD80411-0EF2-4D4C-83C9-B5887907CF46}" dt="2026-03-03T11:03:17.377" v="2"/>
            <ac:spMkLst>
              <pc:docMk/>
              <pc:sldMasterMk cId="3822934217" sldId="2147483658"/>
              <pc:sldLayoutMk cId="397808686" sldId="2147483671"/>
              <ac:spMk id="4" creationId="{43DDC278-1F97-461F-020F-97C4F17BCD4E}"/>
            </ac:spMkLst>
          </pc:spChg>
          <pc:spChg chg="mod">
            <ac:chgData name="Liudmila Khatkevich" userId="9e4f13db-0122-4676-b5ab-9c285f81dc95" providerId="ADAL" clId="{AFD80411-0EF2-4D4C-83C9-B5887907CF46}" dt="2026-03-03T11:03:17.377" v="2"/>
            <ac:spMkLst>
              <pc:docMk/>
              <pc:sldMasterMk cId="3822934217" sldId="2147483658"/>
              <pc:sldLayoutMk cId="397808686" sldId="2147483671"/>
              <ac:spMk id="5" creationId="{7CBC286D-0325-2652-6DE3-BC17B7921CDE}"/>
            </ac:spMkLst>
          </pc:spChg>
          <pc:spChg chg="mod">
            <ac:chgData name="Liudmila Khatkevich" userId="9e4f13db-0122-4676-b5ab-9c285f81dc95" providerId="ADAL" clId="{AFD80411-0EF2-4D4C-83C9-B5887907CF46}" dt="2026-03-03T11:03:17.377" v="2"/>
            <ac:spMkLst>
              <pc:docMk/>
              <pc:sldMasterMk cId="3822934217" sldId="2147483658"/>
              <pc:sldLayoutMk cId="397808686" sldId="2147483671"/>
              <ac:spMk id="7" creationId="{5C60129C-ED73-46C0-0FB7-BB32CA2BD978}"/>
            </ac:spMkLst>
          </pc:spChg>
          <pc:picChg chg="mod">
            <ac:chgData name="Liudmila Khatkevich" userId="9e4f13db-0122-4676-b5ab-9c285f81dc95" providerId="ADAL" clId="{AFD80411-0EF2-4D4C-83C9-B5887907CF46}" dt="2026-03-03T11:03:17.377" v="2"/>
            <ac:picMkLst>
              <pc:docMk/>
              <pc:sldMasterMk cId="3822934217" sldId="2147483658"/>
              <pc:sldLayoutMk cId="397808686" sldId="2147483671"/>
              <ac:picMk id="2" creationId="{C9E71BD3-C16B-E833-87BA-15C303776436}"/>
            </ac:picMkLst>
          </pc:picChg>
          <pc:picChg chg="mod">
            <ac:chgData name="Liudmila Khatkevich" userId="9e4f13db-0122-4676-b5ab-9c285f81dc95" providerId="ADAL" clId="{AFD80411-0EF2-4D4C-83C9-B5887907CF46}" dt="2026-03-03T11:03:17.377" v="2"/>
            <ac:picMkLst>
              <pc:docMk/>
              <pc:sldMasterMk cId="3822934217" sldId="2147483658"/>
              <pc:sldLayoutMk cId="397808686" sldId="2147483671"/>
              <ac:picMk id="8" creationId="{EF3464A0-B9BD-B9A5-38BA-45F5800B2DA9}"/>
            </ac:picMkLst>
          </pc:picChg>
        </pc:sldLayoutChg>
        <pc:sldLayoutChg chg="modSp del">
          <pc:chgData name="Liudmila Khatkevich" userId="9e4f13db-0122-4676-b5ab-9c285f81dc95" providerId="ADAL" clId="{AFD80411-0EF2-4D4C-83C9-B5887907CF46}" dt="2026-03-03T13:21:08.170" v="3392" actId="700"/>
          <pc:sldLayoutMkLst>
            <pc:docMk/>
            <pc:sldMasterMk cId="3822934217" sldId="2147483658"/>
            <pc:sldLayoutMk cId="4025663073" sldId="2147483672"/>
          </pc:sldLayoutMkLst>
          <pc:spChg chg="mod">
            <ac:chgData name="Liudmila Khatkevich" userId="9e4f13db-0122-4676-b5ab-9c285f81dc95" providerId="ADAL" clId="{AFD80411-0EF2-4D4C-83C9-B5887907CF46}" dt="2026-03-03T11:03:17.377" v="2"/>
            <ac:spMkLst>
              <pc:docMk/>
              <pc:sldMasterMk cId="3822934217" sldId="2147483658"/>
              <pc:sldLayoutMk cId="4025663073" sldId="2147483672"/>
              <ac:spMk id="2" creationId="{51296AC5-6772-5447-9F7F-930222E7DD10}"/>
            </ac:spMkLst>
          </pc:spChg>
          <pc:spChg chg="mod">
            <ac:chgData name="Liudmila Khatkevich" userId="9e4f13db-0122-4676-b5ab-9c285f81dc95" providerId="ADAL" clId="{AFD80411-0EF2-4D4C-83C9-B5887907CF46}" dt="2026-03-03T11:03:17.377" v="2"/>
            <ac:spMkLst>
              <pc:docMk/>
              <pc:sldMasterMk cId="3822934217" sldId="2147483658"/>
              <pc:sldLayoutMk cId="4025663073" sldId="2147483672"/>
              <ac:spMk id="3" creationId="{522FF93D-C8A6-33EF-5BC7-877E52BEE05B}"/>
            </ac:spMkLst>
          </pc:spChg>
          <pc:spChg chg="mod">
            <ac:chgData name="Liudmila Khatkevich" userId="9e4f13db-0122-4676-b5ab-9c285f81dc95" providerId="ADAL" clId="{AFD80411-0EF2-4D4C-83C9-B5887907CF46}" dt="2026-03-03T11:03:17.377" v="2"/>
            <ac:spMkLst>
              <pc:docMk/>
              <pc:sldMasterMk cId="3822934217" sldId="2147483658"/>
              <pc:sldLayoutMk cId="4025663073" sldId="2147483672"/>
              <ac:spMk id="6" creationId="{38E73F41-F196-FE58-99BD-8AFA2B909861}"/>
            </ac:spMkLst>
          </pc:spChg>
          <pc:spChg chg="mod">
            <ac:chgData name="Liudmila Khatkevich" userId="9e4f13db-0122-4676-b5ab-9c285f81dc95" providerId="ADAL" clId="{AFD80411-0EF2-4D4C-83C9-B5887907CF46}" dt="2026-03-03T11:03:17.377" v="2"/>
            <ac:spMkLst>
              <pc:docMk/>
              <pc:sldMasterMk cId="3822934217" sldId="2147483658"/>
              <pc:sldLayoutMk cId="4025663073" sldId="2147483672"/>
              <ac:spMk id="7" creationId="{FA81627C-09AF-5EC8-CA35-DF312ECADD9B}"/>
            </ac:spMkLst>
          </pc:spChg>
          <pc:spChg chg="mod">
            <ac:chgData name="Liudmila Khatkevich" userId="9e4f13db-0122-4676-b5ab-9c285f81dc95" providerId="ADAL" clId="{AFD80411-0EF2-4D4C-83C9-B5887907CF46}" dt="2026-03-03T11:03:17.377" v="2"/>
            <ac:spMkLst>
              <pc:docMk/>
              <pc:sldMasterMk cId="3822934217" sldId="2147483658"/>
              <pc:sldLayoutMk cId="4025663073" sldId="2147483672"/>
              <ac:spMk id="8" creationId="{ECA775BE-E377-94D3-AEB3-0F6AC5EABBE8}"/>
            </ac:spMkLst>
          </pc:spChg>
          <pc:picChg chg="mod">
            <ac:chgData name="Liudmila Khatkevich" userId="9e4f13db-0122-4676-b5ab-9c285f81dc95" providerId="ADAL" clId="{AFD80411-0EF2-4D4C-83C9-B5887907CF46}" dt="2026-03-03T11:03:17.377" v="2"/>
            <ac:picMkLst>
              <pc:docMk/>
              <pc:sldMasterMk cId="3822934217" sldId="2147483658"/>
              <pc:sldLayoutMk cId="4025663073" sldId="2147483672"/>
              <ac:picMk id="4" creationId="{93E89BDD-DFE0-2F52-8234-B4BA719C24D1}"/>
            </ac:picMkLst>
          </pc:picChg>
          <pc:picChg chg="mod">
            <ac:chgData name="Liudmila Khatkevich" userId="9e4f13db-0122-4676-b5ab-9c285f81dc95" providerId="ADAL" clId="{AFD80411-0EF2-4D4C-83C9-B5887907CF46}" dt="2026-03-03T11:03:17.377" v="2"/>
            <ac:picMkLst>
              <pc:docMk/>
              <pc:sldMasterMk cId="3822934217" sldId="2147483658"/>
              <pc:sldLayoutMk cId="4025663073" sldId="2147483672"/>
              <ac:picMk id="5" creationId="{BAB1331E-AD8D-C6DD-2EB9-162F1E8744C8}"/>
            </ac:picMkLst>
          </pc:picChg>
        </pc:sldLayoutChg>
        <pc:sldLayoutChg chg="modSp del">
          <pc:chgData name="Liudmila Khatkevich" userId="9e4f13db-0122-4676-b5ab-9c285f81dc95" providerId="ADAL" clId="{AFD80411-0EF2-4D4C-83C9-B5887907CF46}" dt="2026-03-03T13:21:08.170" v="3392" actId="700"/>
          <pc:sldLayoutMkLst>
            <pc:docMk/>
            <pc:sldMasterMk cId="3822934217" sldId="2147483658"/>
            <pc:sldLayoutMk cId="519101084" sldId="2147483673"/>
          </pc:sldLayoutMkLst>
          <pc:spChg chg="mod">
            <ac:chgData name="Liudmila Khatkevich" userId="9e4f13db-0122-4676-b5ab-9c285f81dc95" providerId="ADAL" clId="{AFD80411-0EF2-4D4C-83C9-B5887907CF46}" dt="2026-03-03T11:03:17.377" v="2"/>
            <ac:spMkLst>
              <pc:docMk/>
              <pc:sldMasterMk cId="3822934217" sldId="2147483658"/>
              <pc:sldLayoutMk cId="519101084" sldId="2147483673"/>
              <ac:spMk id="3" creationId="{C13F08F0-0194-EA75-42BA-A0773D6D3D9A}"/>
            </ac:spMkLst>
          </pc:spChg>
          <pc:spChg chg="mod">
            <ac:chgData name="Liudmila Khatkevich" userId="9e4f13db-0122-4676-b5ab-9c285f81dc95" providerId="ADAL" clId="{AFD80411-0EF2-4D4C-83C9-B5887907CF46}" dt="2026-03-03T11:03:17.377" v="2"/>
            <ac:spMkLst>
              <pc:docMk/>
              <pc:sldMasterMk cId="3822934217" sldId="2147483658"/>
              <pc:sldLayoutMk cId="519101084" sldId="2147483673"/>
              <ac:spMk id="4" creationId="{5EBCD999-82B2-EE7A-6B7F-62E9DF0FC3BB}"/>
            </ac:spMkLst>
          </pc:spChg>
          <pc:spChg chg="mod">
            <ac:chgData name="Liudmila Khatkevich" userId="9e4f13db-0122-4676-b5ab-9c285f81dc95" providerId="ADAL" clId="{AFD80411-0EF2-4D4C-83C9-B5887907CF46}" dt="2026-03-03T11:03:17.377" v="2"/>
            <ac:spMkLst>
              <pc:docMk/>
              <pc:sldMasterMk cId="3822934217" sldId="2147483658"/>
              <pc:sldLayoutMk cId="519101084" sldId="2147483673"/>
              <ac:spMk id="5" creationId="{F60BC1F9-F5BB-BACB-98D9-6B1EA76689A5}"/>
            </ac:spMkLst>
          </pc:spChg>
          <pc:spChg chg="mod">
            <ac:chgData name="Liudmila Khatkevich" userId="9e4f13db-0122-4676-b5ab-9c285f81dc95" providerId="ADAL" clId="{AFD80411-0EF2-4D4C-83C9-B5887907CF46}" dt="2026-03-03T11:03:17.377" v="2"/>
            <ac:spMkLst>
              <pc:docMk/>
              <pc:sldMasterMk cId="3822934217" sldId="2147483658"/>
              <pc:sldLayoutMk cId="519101084" sldId="2147483673"/>
              <ac:spMk id="10" creationId="{21A2213A-A5D0-F62A-BDB3-8BB538A659C6}"/>
            </ac:spMkLst>
          </pc:spChg>
          <pc:spChg chg="mod">
            <ac:chgData name="Liudmila Khatkevich" userId="9e4f13db-0122-4676-b5ab-9c285f81dc95" providerId="ADAL" clId="{AFD80411-0EF2-4D4C-83C9-B5887907CF46}" dt="2026-03-03T11:03:17.377" v="2"/>
            <ac:spMkLst>
              <pc:docMk/>
              <pc:sldMasterMk cId="3822934217" sldId="2147483658"/>
              <pc:sldLayoutMk cId="519101084" sldId="2147483673"/>
              <ac:spMk id="11" creationId="{500BD8D1-BEE3-CC7B-18BC-B2C6739412DA}"/>
            </ac:spMkLst>
          </pc:spChg>
          <pc:picChg chg="mod">
            <ac:chgData name="Liudmila Khatkevich" userId="9e4f13db-0122-4676-b5ab-9c285f81dc95" providerId="ADAL" clId="{AFD80411-0EF2-4D4C-83C9-B5887907CF46}" dt="2026-03-03T11:03:17.377" v="2"/>
            <ac:picMkLst>
              <pc:docMk/>
              <pc:sldMasterMk cId="3822934217" sldId="2147483658"/>
              <pc:sldLayoutMk cId="519101084" sldId="2147483673"/>
              <ac:picMk id="2" creationId="{5199D6FE-5F94-4710-8291-B34381587997}"/>
            </ac:picMkLst>
          </pc:picChg>
          <pc:picChg chg="mod">
            <ac:chgData name="Liudmila Khatkevich" userId="9e4f13db-0122-4676-b5ab-9c285f81dc95" providerId="ADAL" clId="{AFD80411-0EF2-4D4C-83C9-B5887907CF46}" dt="2026-03-03T11:03:17.377" v="2"/>
            <ac:picMkLst>
              <pc:docMk/>
              <pc:sldMasterMk cId="3822934217" sldId="2147483658"/>
              <pc:sldLayoutMk cId="519101084" sldId="2147483673"/>
              <ac:picMk id="6" creationId="{8E60C0F2-79B7-EE1B-6041-90317B3CB1EF}"/>
            </ac:picMkLst>
          </pc:picChg>
        </pc:sldLayoutChg>
        <pc:sldLayoutChg chg="modSp del">
          <pc:chgData name="Liudmila Khatkevich" userId="9e4f13db-0122-4676-b5ab-9c285f81dc95" providerId="ADAL" clId="{AFD80411-0EF2-4D4C-83C9-B5887907CF46}" dt="2026-03-03T13:21:08.170" v="3392" actId="700"/>
          <pc:sldLayoutMkLst>
            <pc:docMk/>
            <pc:sldMasterMk cId="3822934217" sldId="2147483658"/>
            <pc:sldLayoutMk cId="2972608149" sldId="2147483674"/>
          </pc:sldLayoutMkLst>
          <pc:spChg chg="mod">
            <ac:chgData name="Liudmila Khatkevich" userId="9e4f13db-0122-4676-b5ab-9c285f81dc95" providerId="ADAL" clId="{AFD80411-0EF2-4D4C-83C9-B5887907CF46}" dt="2026-03-03T11:03:17.377" v="2"/>
            <ac:spMkLst>
              <pc:docMk/>
              <pc:sldMasterMk cId="3822934217" sldId="2147483658"/>
              <pc:sldLayoutMk cId="2972608149" sldId="2147483674"/>
              <ac:spMk id="3" creationId="{3BEC493A-D2B3-E243-2D3B-B6C3183A3174}"/>
            </ac:spMkLst>
          </pc:spChg>
          <pc:spChg chg="mod">
            <ac:chgData name="Liudmila Khatkevich" userId="9e4f13db-0122-4676-b5ab-9c285f81dc95" providerId="ADAL" clId="{AFD80411-0EF2-4D4C-83C9-B5887907CF46}" dt="2026-03-03T11:03:17.377" v="2"/>
            <ac:spMkLst>
              <pc:docMk/>
              <pc:sldMasterMk cId="3822934217" sldId="2147483658"/>
              <pc:sldLayoutMk cId="2972608149" sldId="2147483674"/>
              <ac:spMk id="4" creationId="{0AF48D13-7FE0-0CB2-89F9-E7AA85593DB9}"/>
            </ac:spMkLst>
          </pc:spChg>
          <pc:spChg chg="mod">
            <ac:chgData name="Liudmila Khatkevich" userId="9e4f13db-0122-4676-b5ab-9c285f81dc95" providerId="ADAL" clId="{AFD80411-0EF2-4D4C-83C9-B5887907CF46}" dt="2026-03-03T11:03:17.377" v="2"/>
            <ac:spMkLst>
              <pc:docMk/>
              <pc:sldMasterMk cId="3822934217" sldId="2147483658"/>
              <pc:sldLayoutMk cId="2972608149" sldId="2147483674"/>
              <ac:spMk id="5" creationId="{7D221B2F-F01A-3D8B-58F3-2E0CD5776910}"/>
            </ac:spMkLst>
          </pc:spChg>
          <pc:spChg chg="mod">
            <ac:chgData name="Liudmila Khatkevich" userId="9e4f13db-0122-4676-b5ab-9c285f81dc95" providerId="ADAL" clId="{AFD80411-0EF2-4D4C-83C9-B5887907CF46}" dt="2026-03-03T11:03:17.377" v="2"/>
            <ac:spMkLst>
              <pc:docMk/>
              <pc:sldMasterMk cId="3822934217" sldId="2147483658"/>
              <pc:sldLayoutMk cId="2972608149" sldId="2147483674"/>
              <ac:spMk id="7" creationId="{5E154CAE-C4D8-C2A0-6BE8-461C3B8FA5B3}"/>
            </ac:spMkLst>
          </pc:spChg>
          <pc:spChg chg="mod">
            <ac:chgData name="Liudmila Khatkevich" userId="9e4f13db-0122-4676-b5ab-9c285f81dc95" providerId="ADAL" clId="{AFD80411-0EF2-4D4C-83C9-B5887907CF46}" dt="2026-03-03T11:03:17.377" v="2"/>
            <ac:spMkLst>
              <pc:docMk/>
              <pc:sldMasterMk cId="3822934217" sldId="2147483658"/>
              <pc:sldLayoutMk cId="2972608149" sldId="2147483674"/>
              <ac:spMk id="8" creationId="{702DE92A-A744-9D66-5950-661ECF019C8B}"/>
            </ac:spMkLst>
          </pc:spChg>
          <pc:picChg chg="mod">
            <ac:chgData name="Liudmila Khatkevich" userId="9e4f13db-0122-4676-b5ab-9c285f81dc95" providerId="ADAL" clId="{AFD80411-0EF2-4D4C-83C9-B5887907CF46}" dt="2026-03-03T11:03:17.377" v="2"/>
            <ac:picMkLst>
              <pc:docMk/>
              <pc:sldMasterMk cId="3822934217" sldId="2147483658"/>
              <pc:sldLayoutMk cId="2972608149" sldId="2147483674"/>
              <ac:picMk id="2" creationId="{41AD50E6-D58E-3D8C-41A0-48F21CC758CE}"/>
            </ac:picMkLst>
          </pc:picChg>
          <pc:picChg chg="mod">
            <ac:chgData name="Liudmila Khatkevich" userId="9e4f13db-0122-4676-b5ab-9c285f81dc95" providerId="ADAL" clId="{AFD80411-0EF2-4D4C-83C9-B5887907CF46}" dt="2026-03-03T11:03:17.377" v="2"/>
            <ac:picMkLst>
              <pc:docMk/>
              <pc:sldMasterMk cId="3822934217" sldId="2147483658"/>
              <pc:sldLayoutMk cId="2972608149" sldId="2147483674"/>
              <ac:picMk id="6" creationId="{47254E77-EA64-0D5B-1B56-09AF228EFA4B}"/>
            </ac:picMkLst>
          </pc:picChg>
        </pc:sldLayoutChg>
        <pc:sldLayoutChg chg="modSp del">
          <pc:chgData name="Liudmila Khatkevich" userId="9e4f13db-0122-4676-b5ab-9c285f81dc95" providerId="ADAL" clId="{AFD80411-0EF2-4D4C-83C9-B5887907CF46}" dt="2026-03-03T13:21:08.170" v="3392" actId="700"/>
          <pc:sldLayoutMkLst>
            <pc:docMk/>
            <pc:sldMasterMk cId="3822934217" sldId="2147483658"/>
            <pc:sldLayoutMk cId="590155027" sldId="2147483675"/>
          </pc:sldLayoutMkLst>
          <pc:spChg chg="mod">
            <ac:chgData name="Liudmila Khatkevich" userId="9e4f13db-0122-4676-b5ab-9c285f81dc95" providerId="ADAL" clId="{AFD80411-0EF2-4D4C-83C9-B5887907CF46}" dt="2026-03-03T11:03:17.377" v="2"/>
            <ac:spMkLst>
              <pc:docMk/>
              <pc:sldMasterMk cId="3822934217" sldId="2147483658"/>
              <pc:sldLayoutMk cId="590155027" sldId="2147483675"/>
              <ac:spMk id="4" creationId="{78C8D2A9-E7E5-3BDF-6F80-BF5E11614C79}"/>
            </ac:spMkLst>
          </pc:spChg>
          <pc:spChg chg="mod">
            <ac:chgData name="Liudmila Khatkevich" userId="9e4f13db-0122-4676-b5ab-9c285f81dc95" providerId="ADAL" clId="{AFD80411-0EF2-4D4C-83C9-B5887907CF46}" dt="2026-03-03T11:03:17.377" v="2"/>
            <ac:spMkLst>
              <pc:docMk/>
              <pc:sldMasterMk cId="3822934217" sldId="2147483658"/>
              <pc:sldLayoutMk cId="590155027" sldId="2147483675"/>
              <ac:spMk id="5" creationId="{4562172F-E23C-EEAE-BC22-38510E2D1068}"/>
            </ac:spMkLst>
          </pc:spChg>
          <pc:spChg chg="mod">
            <ac:chgData name="Liudmila Khatkevich" userId="9e4f13db-0122-4676-b5ab-9c285f81dc95" providerId="ADAL" clId="{AFD80411-0EF2-4D4C-83C9-B5887907CF46}" dt="2026-03-03T11:03:17.377" v="2"/>
            <ac:spMkLst>
              <pc:docMk/>
              <pc:sldMasterMk cId="3822934217" sldId="2147483658"/>
              <pc:sldLayoutMk cId="590155027" sldId="2147483675"/>
              <ac:spMk id="9" creationId="{5747460E-84D6-E4C7-66CE-0A88D0D3B7E5}"/>
            </ac:spMkLst>
          </pc:spChg>
          <pc:spChg chg="mod">
            <ac:chgData name="Liudmila Khatkevich" userId="9e4f13db-0122-4676-b5ab-9c285f81dc95" providerId="ADAL" clId="{AFD80411-0EF2-4D4C-83C9-B5887907CF46}" dt="2026-03-03T11:03:17.377" v="2"/>
            <ac:spMkLst>
              <pc:docMk/>
              <pc:sldMasterMk cId="3822934217" sldId="2147483658"/>
              <pc:sldLayoutMk cId="590155027" sldId="2147483675"/>
              <ac:spMk id="10" creationId="{4C926E2E-67D5-D03F-CAF1-D936DD3C015A}"/>
            </ac:spMkLst>
          </pc:spChg>
          <pc:spChg chg="mod">
            <ac:chgData name="Liudmila Khatkevich" userId="9e4f13db-0122-4676-b5ab-9c285f81dc95" providerId="ADAL" clId="{AFD80411-0EF2-4D4C-83C9-B5887907CF46}" dt="2026-03-03T11:03:17.377" v="2"/>
            <ac:spMkLst>
              <pc:docMk/>
              <pc:sldMasterMk cId="3822934217" sldId="2147483658"/>
              <pc:sldLayoutMk cId="590155027" sldId="2147483675"/>
              <ac:spMk id="11" creationId="{470B9D3F-8FFD-EE49-3B30-05286E2EBB66}"/>
            </ac:spMkLst>
          </pc:spChg>
          <pc:picChg chg="mod">
            <ac:chgData name="Liudmila Khatkevich" userId="9e4f13db-0122-4676-b5ab-9c285f81dc95" providerId="ADAL" clId="{AFD80411-0EF2-4D4C-83C9-B5887907CF46}" dt="2026-03-03T11:03:17.377" v="2"/>
            <ac:picMkLst>
              <pc:docMk/>
              <pc:sldMasterMk cId="3822934217" sldId="2147483658"/>
              <pc:sldLayoutMk cId="590155027" sldId="2147483675"/>
              <ac:picMk id="2" creationId="{165381F3-7ADD-A798-2917-70C400E5FC03}"/>
            </ac:picMkLst>
          </pc:picChg>
          <pc:picChg chg="mod">
            <ac:chgData name="Liudmila Khatkevich" userId="9e4f13db-0122-4676-b5ab-9c285f81dc95" providerId="ADAL" clId="{AFD80411-0EF2-4D4C-83C9-B5887907CF46}" dt="2026-03-03T11:03:17.377" v="2"/>
            <ac:picMkLst>
              <pc:docMk/>
              <pc:sldMasterMk cId="3822934217" sldId="2147483658"/>
              <pc:sldLayoutMk cId="590155027" sldId="2147483675"/>
              <ac:picMk id="3" creationId="{7ECD9392-FD78-BAFC-F25C-F397815B412D}"/>
            </ac:picMkLst>
          </pc:picChg>
        </pc:sldLayoutChg>
        <pc:sldLayoutChg chg="modSp del">
          <pc:chgData name="Liudmila Khatkevich" userId="9e4f13db-0122-4676-b5ab-9c285f81dc95" providerId="ADAL" clId="{AFD80411-0EF2-4D4C-83C9-B5887907CF46}" dt="2026-03-03T13:21:08.170" v="3392" actId="700"/>
          <pc:sldLayoutMkLst>
            <pc:docMk/>
            <pc:sldMasterMk cId="3822934217" sldId="2147483658"/>
            <pc:sldLayoutMk cId="338127565" sldId="2147483676"/>
          </pc:sldLayoutMkLst>
          <pc:spChg chg="mod">
            <ac:chgData name="Liudmila Khatkevich" userId="9e4f13db-0122-4676-b5ab-9c285f81dc95" providerId="ADAL" clId="{AFD80411-0EF2-4D4C-83C9-B5887907CF46}" dt="2026-03-03T11:03:17.377" v="2"/>
            <ac:spMkLst>
              <pc:docMk/>
              <pc:sldMasterMk cId="3822934217" sldId="2147483658"/>
              <pc:sldLayoutMk cId="338127565" sldId="2147483676"/>
              <ac:spMk id="4" creationId="{78C8D2A9-E7E5-3BDF-6F80-BF5E11614C79}"/>
            </ac:spMkLst>
          </pc:spChg>
          <pc:spChg chg="mod">
            <ac:chgData name="Liudmila Khatkevich" userId="9e4f13db-0122-4676-b5ab-9c285f81dc95" providerId="ADAL" clId="{AFD80411-0EF2-4D4C-83C9-B5887907CF46}" dt="2026-03-03T11:03:17.377" v="2"/>
            <ac:spMkLst>
              <pc:docMk/>
              <pc:sldMasterMk cId="3822934217" sldId="2147483658"/>
              <pc:sldLayoutMk cId="338127565" sldId="2147483676"/>
              <ac:spMk id="5" creationId="{4562172F-E23C-EEAE-BC22-38510E2D1068}"/>
            </ac:spMkLst>
          </pc:spChg>
          <pc:spChg chg="mod">
            <ac:chgData name="Liudmila Khatkevich" userId="9e4f13db-0122-4676-b5ab-9c285f81dc95" providerId="ADAL" clId="{AFD80411-0EF2-4D4C-83C9-B5887907CF46}" dt="2026-03-03T11:03:17.377" v="2"/>
            <ac:spMkLst>
              <pc:docMk/>
              <pc:sldMasterMk cId="3822934217" sldId="2147483658"/>
              <pc:sldLayoutMk cId="338127565" sldId="2147483676"/>
              <ac:spMk id="9" creationId="{CBBCDB36-A5F4-DF81-FE84-1CBB05508220}"/>
            </ac:spMkLst>
          </pc:spChg>
          <pc:spChg chg="mod">
            <ac:chgData name="Liudmila Khatkevich" userId="9e4f13db-0122-4676-b5ab-9c285f81dc95" providerId="ADAL" clId="{AFD80411-0EF2-4D4C-83C9-B5887907CF46}" dt="2026-03-03T11:03:17.377" v="2"/>
            <ac:spMkLst>
              <pc:docMk/>
              <pc:sldMasterMk cId="3822934217" sldId="2147483658"/>
              <pc:sldLayoutMk cId="338127565" sldId="2147483676"/>
              <ac:spMk id="10" creationId="{36520FD8-AF16-A7D1-FBFD-C07B1B5276AA}"/>
            </ac:spMkLst>
          </pc:spChg>
          <pc:spChg chg="mod">
            <ac:chgData name="Liudmila Khatkevich" userId="9e4f13db-0122-4676-b5ab-9c285f81dc95" providerId="ADAL" clId="{AFD80411-0EF2-4D4C-83C9-B5887907CF46}" dt="2026-03-03T11:03:17.377" v="2"/>
            <ac:spMkLst>
              <pc:docMk/>
              <pc:sldMasterMk cId="3822934217" sldId="2147483658"/>
              <pc:sldLayoutMk cId="338127565" sldId="2147483676"/>
              <ac:spMk id="11" creationId="{BEA145C4-F1AE-010B-FC94-C27466A668E5}"/>
            </ac:spMkLst>
          </pc:spChg>
          <pc:picChg chg="mod">
            <ac:chgData name="Liudmila Khatkevich" userId="9e4f13db-0122-4676-b5ab-9c285f81dc95" providerId="ADAL" clId="{AFD80411-0EF2-4D4C-83C9-B5887907CF46}" dt="2026-03-03T11:03:17.377" v="2"/>
            <ac:picMkLst>
              <pc:docMk/>
              <pc:sldMasterMk cId="3822934217" sldId="2147483658"/>
              <pc:sldLayoutMk cId="338127565" sldId="2147483676"/>
              <ac:picMk id="3" creationId="{7ECD9392-FD78-BAFC-F25C-F397815B412D}"/>
            </ac:picMkLst>
          </pc:picChg>
          <pc:picChg chg="mod">
            <ac:chgData name="Liudmila Khatkevich" userId="9e4f13db-0122-4676-b5ab-9c285f81dc95" providerId="ADAL" clId="{AFD80411-0EF2-4D4C-83C9-B5887907CF46}" dt="2026-03-03T11:03:17.377" v="2"/>
            <ac:picMkLst>
              <pc:docMk/>
              <pc:sldMasterMk cId="3822934217" sldId="2147483658"/>
              <pc:sldLayoutMk cId="338127565" sldId="2147483676"/>
              <ac:picMk id="7" creationId="{35273E55-8F47-AC18-08B7-C31C53E2A276}"/>
            </ac:picMkLst>
          </pc:picChg>
        </pc:sldLayoutChg>
        <pc:sldLayoutChg chg="modSp del">
          <pc:chgData name="Liudmila Khatkevich" userId="9e4f13db-0122-4676-b5ab-9c285f81dc95" providerId="ADAL" clId="{AFD80411-0EF2-4D4C-83C9-B5887907CF46}" dt="2026-03-03T13:21:08.170" v="3392" actId="700"/>
          <pc:sldLayoutMkLst>
            <pc:docMk/>
            <pc:sldMasterMk cId="3822934217" sldId="2147483658"/>
            <pc:sldLayoutMk cId="942979224" sldId="2147483677"/>
          </pc:sldLayoutMkLst>
          <pc:spChg chg="mod">
            <ac:chgData name="Liudmila Khatkevich" userId="9e4f13db-0122-4676-b5ab-9c285f81dc95" providerId="ADAL" clId="{AFD80411-0EF2-4D4C-83C9-B5887907CF46}" dt="2026-03-03T11:03:17.377" v="2"/>
            <ac:spMkLst>
              <pc:docMk/>
              <pc:sldMasterMk cId="3822934217" sldId="2147483658"/>
              <pc:sldLayoutMk cId="942979224" sldId="2147483677"/>
              <ac:spMk id="11" creationId="{00000000-0000-0000-0000-000000000000}"/>
            </ac:spMkLst>
          </pc:spChg>
        </pc:sldLayoutChg>
        <pc:sldLayoutChg chg="modSp del">
          <pc:chgData name="Liudmila Khatkevich" userId="9e4f13db-0122-4676-b5ab-9c285f81dc95" providerId="ADAL" clId="{AFD80411-0EF2-4D4C-83C9-B5887907CF46}" dt="2026-03-03T13:21:08.170" v="3392" actId="700"/>
          <pc:sldLayoutMkLst>
            <pc:docMk/>
            <pc:sldMasterMk cId="3822934217" sldId="2147483658"/>
            <pc:sldLayoutMk cId="2702543964" sldId="2147483678"/>
          </pc:sldLayoutMkLst>
          <pc:spChg chg="mod">
            <ac:chgData name="Liudmila Khatkevich" userId="9e4f13db-0122-4676-b5ab-9c285f81dc95" providerId="ADAL" clId="{AFD80411-0EF2-4D4C-83C9-B5887907CF46}" dt="2026-03-03T11:03:17.377" v="2"/>
            <ac:spMkLst>
              <pc:docMk/>
              <pc:sldMasterMk cId="3822934217" sldId="2147483658"/>
              <pc:sldLayoutMk cId="2702543964" sldId="2147483678"/>
              <ac:spMk id="11" creationId="{00000000-0000-0000-0000-000000000000}"/>
            </ac:spMkLst>
          </pc:spChg>
          <pc:spChg chg="mod">
            <ac:chgData name="Liudmila Khatkevich" userId="9e4f13db-0122-4676-b5ab-9c285f81dc95" providerId="ADAL" clId="{AFD80411-0EF2-4D4C-83C9-B5887907CF46}" dt="2026-03-03T11:03:17.377" v="2"/>
            <ac:spMkLst>
              <pc:docMk/>
              <pc:sldMasterMk cId="3822934217" sldId="2147483658"/>
              <pc:sldLayoutMk cId="2702543964" sldId="2147483678"/>
              <ac:spMk id="12" creationId="{00000000-0000-0000-0000-000000000000}"/>
            </ac:spMkLst>
          </pc:spChg>
        </pc:sldLayoutChg>
        <pc:sldLayoutChg chg="modSp del">
          <pc:chgData name="Liudmila Khatkevich" userId="9e4f13db-0122-4676-b5ab-9c285f81dc95" providerId="ADAL" clId="{AFD80411-0EF2-4D4C-83C9-B5887907CF46}" dt="2026-03-03T13:21:08.170" v="3392" actId="700"/>
          <pc:sldLayoutMkLst>
            <pc:docMk/>
            <pc:sldMasterMk cId="3822934217" sldId="2147483658"/>
            <pc:sldLayoutMk cId="278915207" sldId="2147483679"/>
          </pc:sldLayoutMkLst>
          <pc:spChg chg="mod">
            <ac:chgData name="Liudmila Khatkevich" userId="9e4f13db-0122-4676-b5ab-9c285f81dc95" providerId="ADAL" clId="{AFD80411-0EF2-4D4C-83C9-B5887907CF46}" dt="2026-03-03T11:03:17.377" v="2"/>
            <ac:spMkLst>
              <pc:docMk/>
              <pc:sldMasterMk cId="3822934217" sldId="2147483658"/>
              <pc:sldLayoutMk cId="278915207" sldId="2147483679"/>
              <ac:spMk id="2" creationId="{51B4284D-C7B7-AF33-505C-3BCE705434E9}"/>
            </ac:spMkLst>
          </pc:spChg>
          <pc:spChg chg="mod">
            <ac:chgData name="Liudmila Khatkevich" userId="9e4f13db-0122-4676-b5ab-9c285f81dc95" providerId="ADAL" clId="{AFD80411-0EF2-4D4C-83C9-B5887907CF46}" dt="2026-03-03T11:03:17.377" v="2"/>
            <ac:spMkLst>
              <pc:docMk/>
              <pc:sldMasterMk cId="3822934217" sldId="2147483658"/>
              <pc:sldLayoutMk cId="278915207" sldId="2147483679"/>
              <ac:spMk id="3" creationId="{8CBF3641-43B5-6FAC-E7AA-3C2E1B686848}"/>
            </ac:spMkLst>
          </pc:spChg>
          <pc:spChg chg="mod">
            <ac:chgData name="Liudmila Khatkevich" userId="9e4f13db-0122-4676-b5ab-9c285f81dc95" providerId="ADAL" clId="{AFD80411-0EF2-4D4C-83C9-B5887907CF46}" dt="2026-03-03T11:03:17.377" v="2"/>
            <ac:spMkLst>
              <pc:docMk/>
              <pc:sldMasterMk cId="3822934217" sldId="2147483658"/>
              <pc:sldLayoutMk cId="278915207" sldId="2147483679"/>
              <ac:spMk id="6" creationId="{E4F57360-96E0-124A-8B27-F0C4589ED94D}"/>
            </ac:spMkLst>
          </pc:spChg>
        </pc:sldLayoutChg>
        <pc:sldLayoutChg chg="del">
          <pc:chgData name="Liudmila Khatkevich" userId="9e4f13db-0122-4676-b5ab-9c285f81dc95" providerId="ADAL" clId="{AFD80411-0EF2-4D4C-83C9-B5887907CF46}" dt="2026-03-03T13:21:08.170" v="3392" actId="700"/>
          <pc:sldLayoutMkLst>
            <pc:docMk/>
            <pc:sldMasterMk cId="3822934217" sldId="2147483658"/>
            <pc:sldLayoutMk cId="2019769380" sldId="2147483680"/>
          </pc:sldLayoutMkLst>
        </pc:sldLayoutChg>
        <pc:sldLayoutChg chg="modSp del">
          <pc:chgData name="Liudmila Khatkevich" userId="9e4f13db-0122-4676-b5ab-9c285f81dc95" providerId="ADAL" clId="{AFD80411-0EF2-4D4C-83C9-B5887907CF46}" dt="2026-03-03T13:21:08.170" v="3392" actId="700"/>
          <pc:sldLayoutMkLst>
            <pc:docMk/>
            <pc:sldMasterMk cId="3822934217" sldId="2147483658"/>
            <pc:sldLayoutMk cId="3076245498" sldId="2147483681"/>
          </pc:sldLayoutMkLst>
          <pc:spChg chg="mod">
            <ac:chgData name="Liudmila Khatkevich" userId="9e4f13db-0122-4676-b5ab-9c285f81dc95" providerId="ADAL" clId="{AFD80411-0EF2-4D4C-83C9-B5887907CF46}" dt="2026-03-03T11:03:17.377" v="2"/>
            <ac:spMkLst>
              <pc:docMk/>
              <pc:sldMasterMk cId="3822934217" sldId="2147483658"/>
              <pc:sldLayoutMk cId="3076245498" sldId="2147483681"/>
              <ac:spMk id="3" creationId="{D0D8E0D9-9406-08F5-F3AB-192276B840AD}"/>
            </ac:spMkLst>
          </pc:spChg>
          <pc:spChg chg="mod">
            <ac:chgData name="Liudmila Khatkevich" userId="9e4f13db-0122-4676-b5ab-9c285f81dc95" providerId="ADAL" clId="{AFD80411-0EF2-4D4C-83C9-B5887907CF46}" dt="2026-03-03T11:03:17.377" v="2"/>
            <ac:spMkLst>
              <pc:docMk/>
              <pc:sldMasterMk cId="3822934217" sldId="2147483658"/>
              <pc:sldLayoutMk cId="3076245498" sldId="2147483681"/>
              <ac:spMk id="4" creationId="{23010F0C-E353-B615-EE43-DC7134E728C4}"/>
            </ac:spMkLst>
          </pc:spChg>
          <pc:spChg chg="mod">
            <ac:chgData name="Liudmila Khatkevich" userId="9e4f13db-0122-4676-b5ab-9c285f81dc95" providerId="ADAL" clId="{AFD80411-0EF2-4D4C-83C9-B5887907CF46}" dt="2026-03-03T11:03:17.377" v="2"/>
            <ac:spMkLst>
              <pc:docMk/>
              <pc:sldMasterMk cId="3822934217" sldId="2147483658"/>
              <pc:sldLayoutMk cId="3076245498" sldId="2147483681"/>
              <ac:spMk id="6" creationId="{6190717A-8E85-0A40-B27D-E9A4F8826E8E}"/>
            </ac:spMkLst>
          </pc:spChg>
          <pc:spChg chg="mod">
            <ac:chgData name="Liudmila Khatkevich" userId="9e4f13db-0122-4676-b5ab-9c285f81dc95" providerId="ADAL" clId="{AFD80411-0EF2-4D4C-83C9-B5887907CF46}" dt="2026-03-03T11:03:17.377" v="2"/>
            <ac:spMkLst>
              <pc:docMk/>
              <pc:sldMasterMk cId="3822934217" sldId="2147483658"/>
              <pc:sldLayoutMk cId="3076245498" sldId="2147483681"/>
              <ac:spMk id="11" creationId="{97BE634E-7C12-4735-5F97-ACA0CB41F520}"/>
            </ac:spMkLst>
          </pc:spChg>
          <pc:spChg chg="mod">
            <ac:chgData name="Liudmila Khatkevich" userId="9e4f13db-0122-4676-b5ab-9c285f81dc95" providerId="ADAL" clId="{AFD80411-0EF2-4D4C-83C9-B5887907CF46}" dt="2026-03-03T11:03:17.377" v="2"/>
            <ac:spMkLst>
              <pc:docMk/>
              <pc:sldMasterMk cId="3822934217" sldId="2147483658"/>
              <pc:sldLayoutMk cId="3076245498" sldId="2147483681"/>
              <ac:spMk id="13" creationId="{891A8E84-4915-F847-688F-F749F3B632BE}"/>
            </ac:spMkLst>
          </pc:spChg>
          <pc:picChg chg="mod">
            <ac:chgData name="Liudmila Khatkevich" userId="9e4f13db-0122-4676-b5ab-9c285f81dc95" providerId="ADAL" clId="{AFD80411-0EF2-4D4C-83C9-B5887907CF46}" dt="2026-03-03T11:03:17.377" v="2"/>
            <ac:picMkLst>
              <pc:docMk/>
              <pc:sldMasterMk cId="3822934217" sldId="2147483658"/>
              <pc:sldLayoutMk cId="3076245498" sldId="2147483681"/>
              <ac:picMk id="5" creationId="{828E7F92-C4B1-FD15-88E1-E80C3CABEB75}"/>
            </ac:picMkLst>
          </pc:picChg>
        </pc:sldLayoutChg>
        <pc:sldLayoutChg chg="modSp del">
          <pc:chgData name="Liudmila Khatkevich" userId="9e4f13db-0122-4676-b5ab-9c285f81dc95" providerId="ADAL" clId="{AFD80411-0EF2-4D4C-83C9-B5887907CF46}" dt="2026-03-03T13:21:08.170" v="3392" actId="700"/>
          <pc:sldLayoutMkLst>
            <pc:docMk/>
            <pc:sldMasterMk cId="3822934217" sldId="2147483658"/>
            <pc:sldLayoutMk cId="921402085" sldId="2147483682"/>
          </pc:sldLayoutMkLst>
          <pc:spChg chg="mod">
            <ac:chgData name="Liudmila Khatkevich" userId="9e4f13db-0122-4676-b5ab-9c285f81dc95" providerId="ADAL" clId="{AFD80411-0EF2-4D4C-83C9-B5887907CF46}" dt="2026-03-03T11:03:17.377" v="2"/>
            <ac:spMkLst>
              <pc:docMk/>
              <pc:sldMasterMk cId="3822934217" sldId="2147483658"/>
              <pc:sldLayoutMk cId="921402085" sldId="2147483682"/>
              <ac:spMk id="3" creationId="{D0D8E0D9-9406-08F5-F3AB-192276B840AD}"/>
            </ac:spMkLst>
          </pc:spChg>
          <pc:spChg chg="mod">
            <ac:chgData name="Liudmila Khatkevich" userId="9e4f13db-0122-4676-b5ab-9c285f81dc95" providerId="ADAL" clId="{AFD80411-0EF2-4D4C-83C9-B5887907CF46}" dt="2026-03-03T11:03:17.377" v="2"/>
            <ac:spMkLst>
              <pc:docMk/>
              <pc:sldMasterMk cId="3822934217" sldId="2147483658"/>
              <pc:sldLayoutMk cId="921402085" sldId="2147483682"/>
              <ac:spMk id="4" creationId="{23010F0C-E353-B615-EE43-DC7134E728C4}"/>
            </ac:spMkLst>
          </pc:spChg>
          <pc:spChg chg="mod">
            <ac:chgData name="Liudmila Khatkevich" userId="9e4f13db-0122-4676-b5ab-9c285f81dc95" providerId="ADAL" clId="{AFD80411-0EF2-4D4C-83C9-B5887907CF46}" dt="2026-03-03T11:03:17.377" v="2"/>
            <ac:spMkLst>
              <pc:docMk/>
              <pc:sldMasterMk cId="3822934217" sldId="2147483658"/>
              <pc:sldLayoutMk cId="921402085" sldId="2147483682"/>
              <ac:spMk id="6" creationId="{6190717A-8E85-0A40-B27D-E9A4F8826E8E}"/>
            </ac:spMkLst>
          </pc:spChg>
          <pc:spChg chg="mod">
            <ac:chgData name="Liudmila Khatkevich" userId="9e4f13db-0122-4676-b5ab-9c285f81dc95" providerId="ADAL" clId="{AFD80411-0EF2-4D4C-83C9-B5887907CF46}" dt="2026-03-03T11:03:17.377" v="2"/>
            <ac:spMkLst>
              <pc:docMk/>
              <pc:sldMasterMk cId="3822934217" sldId="2147483658"/>
              <pc:sldLayoutMk cId="921402085" sldId="2147483682"/>
              <ac:spMk id="7" creationId="{AA4049EA-1C80-CEF2-C39E-9249C1D295FE}"/>
            </ac:spMkLst>
          </pc:spChg>
          <pc:spChg chg="mod">
            <ac:chgData name="Liudmila Khatkevich" userId="9e4f13db-0122-4676-b5ab-9c285f81dc95" providerId="ADAL" clId="{AFD80411-0EF2-4D4C-83C9-B5887907CF46}" dt="2026-03-03T11:03:17.377" v="2"/>
            <ac:spMkLst>
              <pc:docMk/>
              <pc:sldMasterMk cId="3822934217" sldId="2147483658"/>
              <pc:sldLayoutMk cId="921402085" sldId="2147483682"/>
              <ac:spMk id="11" creationId="{97BE634E-7C12-4735-5F97-ACA0CB41F520}"/>
            </ac:spMkLst>
          </pc:spChg>
          <pc:spChg chg="mod">
            <ac:chgData name="Liudmila Khatkevich" userId="9e4f13db-0122-4676-b5ab-9c285f81dc95" providerId="ADAL" clId="{AFD80411-0EF2-4D4C-83C9-B5887907CF46}" dt="2026-03-03T11:03:17.377" v="2"/>
            <ac:spMkLst>
              <pc:docMk/>
              <pc:sldMasterMk cId="3822934217" sldId="2147483658"/>
              <pc:sldLayoutMk cId="921402085" sldId="2147483682"/>
              <ac:spMk id="13" creationId="{891A8E84-4915-F847-688F-F749F3B632BE}"/>
            </ac:spMkLst>
          </pc:spChg>
          <pc:picChg chg="mod">
            <ac:chgData name="Liudmila Khatkevich" userId="9e4f13db-0122-4676-b5ab-9c285f81dc95" providerId="ADAL" clId="{AFD80411-0EF2-4D4C-83C9-B5887907CF46}" dt="2026-03-03T11:03:17.377" v="2"/>
            <ac:picMkLst>
              <pc:docMk/>
              <pc:sldMasterMk cId="3822934217" sldId="2147483658"/>
              <pc:sldLayoutMk cId="921402085" sldId="2147483682"/>
              <ac:picMk id="5" creationId="{828E7F92-C4B1-FD15-88E1-E80C3CABEB75}"/>
            </ac:picMkLst>
          </pc:picChg>
        </pc:sldLayoutChg>
        <pc:sldLayoutChg chg="modSp del">
          <pc:chgData name="Liudmila Khatkevich" userId="9e4f13db-0122-4676-b5ab-9c285f81dc95" providerId="ADAL" clId="{AFD80411-0EF2-4D4C-83C9-B5887907CF46}" dt="2026-03-03T13:21:08.170" v="3392" actId="700"/>
          <pc:sldLayoutMkLst>
            <pc:docMk/>
            <pc:sldMasterMk cId="3822934217" sldId="2147483658"/>
            <pc:sldLayoutMk cId="30875419" sldId="2147483683"/>
          </pc:sldLayoutMkLst>
          <pc:spChg chg="mod">
            <ac:chgData name="Liudmila Khatkevich" userId="9e4f13db-0122-4676-b5ab-9c285f81dc95" providerId="ADAL" clId="{AFD80411-0EF2-4D4C-83C9-B5887907CF46}" dt="2026-03-03T11:03:17.377" v="2"/>
            <ac:spMkLst>
              <pc:docMk/>
              <pc:sldMasterMk cId="3822934217" sldId="2147483658"/>
              <pc:sldLayoutMk cId="30875419" sldId="2147483683"/>
              <ac:spMk id="5" creationId="{B17DFB89-A9BD-47AC-B57A-7869039229B5}"/>
            </ac:spMkLst>
          </pc:spChg>
          <pc:spChg chg="mod">
            <ac:chgData name="Liudmila Khatkevich" userId="9e4f13db-0122-4676-b5ab-9c285f81dc95" providerId="ADAL" clId="{AFD80411-0EF2-4D4C-83C9-B5887907CF46}" dt="2026-03-03T11:03:17.377" v="2"/>
            <ac:spMkLst>
              <pc:docMk/>
              <pc:sldMasterMk cId="3822934217" sldId="2147483658"/>
              <pc:sldLayoutMk cId="30875419" sldId="2147483683"/>
              <ac:spMk id="6" creationId="{BFF9120F-E29C-8B3A-D5EB-E673F7B24C97}"/>
            </ac:spMkLst>
          </pc:spChg>
          <pc:spChg chg="mod">
            <ac:chgData name="Liudmila Khatkevich" userId="9e4f13db-0122-4676-b5ab-9c285f81dc95" providerId="ADAL" clId="{AFD80411-0EF2-4D4C-83C9-B5887907CF46}" dt="2026-03-03T11:03:17.377" v="2"/>
            <ac:spMkLst>
              <pc:docMk/>
              <pc:sldMasterMk cId="3822934217" sldId="2147483658"/>
              <pc:sldLayoutMk cId="30875419" sldId="2147483683"/>
              <ac:spMk id="7" creationId="{33DA4BCA-E06D-9C46-8E45-43243DD633D7}"/>
            </ac:spMkLst>
          </pc:spChg>
          <pc:spChg chg="mod">
            <ac:chgData name="Liudmila Khatkevich" userId="9e4f13db-0122-4676-b5ab-9c285f81dc95" providerId="ADAL" clId="{AFD80411-0EF2-4D4C-83C9-B5887907CF46}" dt="2026-03-03T11:03:17.377" v="2"/>
            <ac:spMkLst>
              <pc:docMk/>
              <pc:sldMasterMk cId="3822934217" sldId="2147483658"/>
              <pc:sldLayoutMk cId="30875419" sldId="2147483683"/>
              <ac:spMk id="10" creationId="{8A6D870D-A9F4-488C-8ECB-5016711134CD}"/>
            </ac:spMkLst>
          </pc:spChg>
          <pc:picChg chg="mod">
            <ac:chgData name="Liudmila Khatkevich" userId="9e4f13db-0122-4676-b5ab-9c285f81dc95" providerId="ADAL" clId="{AFD80411-0EF2-4D4C-83C9-B5887907CF46}" dt="2026-03-03T11:03:17.377" v="2"/>
            <ac:picMkLst>
              <pc:docMk/>
              <pc:sldMasterMk cId="3822934217" sldId="2147483658"/>
              <pc:sldLayoutMk cId="30875419" sldId="2147483683"/>
              <ac:picMk id="2" creationId="{9D2FFF58-70EB-C86F-9E59-1581F18B8723}"/>
            </ac:picMkLst>
          </pc:picChg>
        </pc:sldLayoutChg>
        <pc:sldLayoutChg chg="modSp del">
          <pc:chgData name="Liudmila Khatkevich" userId="9e4f13db-0122-4676-b5ab-9c285f81dc95" providerId="ADAL" clId="{AFD80411-0EF2-4D4C-83C9-B5887907CF46}" dt="2026-03-03T13:21:08.170" v="3392" actId="700"/>
          <pc:sldLayoutMkLst>
            <pc:docMk/>
            <pc:sldMasterMk cId="3822934217" sldId="2147483658"/>
            <pc:sldLayoutMk cId="520678120" sldId="2147483684"/>
          </pc:sldLayoutMkLst>
          <pc:spChg chg="mod">
            <ac:chgData name="Liudmila Khatkevich" userId="9e4f13db-0122-4676-b5ab-9c285f81dc95" providerId="ADAL" clId="{AFD80411-0EF2-4D4C-83C9-B5887907CF46}" dt="2026-03-03T11:03:17.377" v="2"/>
            <ac:spMkLst>
              <pc:docMk/>
              <pc:sldMasterMk cId="3822934217" sldId="2147483658"/>
              <pc:sldLayoutMk cId="520678120" sldId="2147483684"/>
              <ac:spMk id="5" creationId="{B17DFB89-A9BD-47AC-B57A-7869039229B5}"/>
            </ac:spMkLst>
          </pc:spChg>
          <pc:spChg chg="mod">
            <ac:chgData name="Liudmila Khatkevich" userId="9e4f13db-0122-4676-b5ab-9c285f81dc95" providerId="ADAL" clId="{AFD80411-0EF2-4D4C-83C9-B5887907CF46}" dt="2026-03-03T11:03:17.377" v="2"/>
            <ac:spMkLst>
              <pc:docMk/>
              <pc:sldMasterMk cId="3822934217" sldId="2147483658"/>
              <pc:sldLayoutMk cId="520678120" sldId="2147483684"/>
              <ac:spMk id="6" creationId="{BFF9120F-E29C-8B3A-D5EB-E673F7B24C97}"/>
            </ac:spMkLst>
          </pc:spChg>
          <pc:spChg chg="mod">
            <ac:chgData name="Liudmila Khatkevich" userId="9e4f13db-0122-4676-b5ab-9c285f81dc95" providerId="ADAL" clId="{AFD80411-0EF2-4D4C-83C9-B5887907CF46}" dt="2026-03-03T11:03:17.377" v="2"/>
            <ac:spMkLst>
              <pc:docMk/>
              <pc:sldMasterMk cId="3822934217" sldId="2147483658"/>
              <pc:sldLayoutMk cId="520678120" sldId="2147483684"/>
              <ac:spMk id="7" creationId="{33DA4BCA-E06D-9C46-8E45-43243DD633D7}"/>
            </ac:spMkLst>
          </pc:spChg>
          <pc:spChg chg="mod">
            <ac:chgData name="Liudmila Khatkevich" userId="9e4f13db-0122-4676-b5ab-9c285f81dc95" providerId="ADAL" clId="{AFD80411-0EF2-4D4C-83C9-B5887907CF46}" dt="2026-03-03T11:03:17.377" v="2"/>
            <ac:spMkLst>
              <pc:docMk/>
              <pc:sldMasterMk cId="3822934217" sldId="2147483658"/>
              <pc:sldLayoutMk cId="520678120" sldId="2147483684"/>
              <ac:spMk id="10" creationId="{8A6D870D-A9F4-488C-8ECB-5016711134CD}"/>
            </ac:spMkLst>
          </pc:spChg>
          <pc:picChg chg="mod">
            <ac:chgData name="Liudmila Khatkevich" userId="9e4f13db-0122-4676-b5ab-9c285f81dc95" providerId="ADAL" clId="{AFD80411-0EF2-4D4C-83C9-B5887907CF46}" dt="2026-03-03T11:03:17.377" v="2"/>
            <ac:picMkLst>
              <pc:docMk/>
              <pc:sldMasterMk cId="3822934217" sldId="2147483658"/>
              <pc:sldLayoutMk cId="520678120" sldId="2147483684"/>
              <ac:picMk id="3" creationId="{99CE1444-B151-5430-2753-A94BFE598634}"/>
            </ac:picMkLst>
          </pc:picChg>
        </pc:sldLayoutChg>
        <pc:sldLayoutChg chg="modSp del">
          <pc:chgData name="Liudmila Khatkevich" userId="9e4f13db-0122-4676-b5ab-9c285f81dc95" providerId="ADAL" clId="{AFD80411-0EF2-4D4C-83C9-B5887907CF46}" dt="2026-03-03T13:21:08.170" v="3392" actId="700"/>
          <pc:sldLayoutMkLst>
            <pc:docMk/>
            <pc:sldMasterMk cId="3822934217" sldId="2147483658"/>
            <pc:sldLayoutMk cId="303038026" sldId="2147483685"/>
          </pc:sldLayoutMkLst>
          <pc:spChg chg="mod">
            <ac:chgData name="Liudmila Khatkevich" userId="9e4f13db-0122-4676-b5ab-9c285f81dc95" providerId="ADAL" clId="{AFD80411-0EF2-4D4C-83C9-B5887907CF46}" dt="2026-03-03T11:03:17.377" v="2"/>
            <ac:spMkLst>
              <pc:docMk/>
              <pc:sldMasterMk cId="3822934217" sldId="2147483658"/>
              <pc:sldLayoutMk cId="303038026" sldId="2147483685"/>
              <ac:spMk id="3" creationId="{180E4AD9-5B60-F04F-FEE1-80647A0EADEE}"/>
            </ac:spMkLst>
          </pc:spChg>
          <pc:spChg chg="mod">
            <ac:chgData name="Liudmila Khatkevich" userId="9e4f13db-0122-4676-b5ab-9c285f81dc95" providerId="ADAL" clId="{AFD80411-0EF2-4D4C-83C9-B5887907CF46}" dt="2026-03-03T11:03:17.377" v="2"/>
            <ac:spMkLst>
              <pc:docMk/>
              <pc:sldMasterMk cId="3822934217" sldId="2147483658"/>
              <pc:sldLayoutMk cId="303038026" sldId="2147483685"/>
              <ac:spMk id="4" creationId="{B189EAA6-8653-D9C5-4653-C4B7BB2BB328}"/>
            </ac:spMkLst>
          </pc:spChg>
          <pc:spChg chg="mod">
            <ac:chgData name="Liudmila Khatkevich" userId="9e4f13db-0122-4676-b5ab-9c285f81dc95" providerId="ADAL" clId="{AFD80411-0EF2-4D4C-83C9-B5887907CF46}" dt="2026-03-03T11:03:17.377" v="2"/>
            <ac:spMkLst>
              <pc:docMk/>
              <pc:sldMasterMk cId="3822934217" sldId="2147483658"/>
              <pc:sldLayoutMk cId="303038026" sldId="2147483685"/>
              <ac:spMk id="5" creationId="{B17DFB89-A9BD-47AC-B57A-7869039229B5}"/>
            </ac:spMkLst>
          </pc:spChg>
          <pc:spChg chg="mod">
            <ac:chgData name="Liudmila Khatkevich" userId="9e4f13db-0122-4676-b5ab-9c285f81dc95" providerId="ADAL" clId="{AFD80411-0EF2-4D4C-83C9-B5887907CF46}" dt="2026-03-03T11:03:17.377" v="2"/>
            <ac:spMkLst>
              <pc:docMk/>
              <pc:sldMasterMk cId="3822934217" sldId="2147483658"/>
              <pc:sldLayoutMk cId="303038026" sldId="2147483685"/>
              <ac:spMk id="7" creationId="{33DA4BCA-E06D-9C46-8E45-43243DD633D7}"/>
            </ac:spMkLst>
          </pc:spChg>
          <pc:spChg chg="mod">
            <ac:chgData name="Liudmila Khatkevich" userId="9e4f13db-0122-4676-b5ab-9c285f81dc95" providerId="ADAL" clId="{AFD80411-0EF2-4D4C-83C9-B5887907CF46}" dt="2026-03-03T11:03:17.377" v="2"/>
            <ac:spMkLst>
              <pc:docMk/>
              <pc:sldMasterMk cId="3822934217" sldId="2147483658"/>
              <pc:sldLayoutMk cId="303038026" sldId="2147483685"/>
              <ac:spMk id="10" creationId="{3E4E5E53-9F1A-D61C-9EEB-E1510482E5BF}"/>
            </ac:spMkLst>
          </pc:spChg>
          <pc:spChg chg="mod">
            <ac:chgData name="Liudmila Khatkevich" userId="9e4f13db-0122-4676-b5ab-9c285f81dc95" providerId="ADAL" clId="{AFD80411-0EF2-4D4C-83C9-B5887907CF46}" dt="2026-03-03T11:03:17.377" v="2"/>
            <ac:spMkLst>
              <pc:docMk/>
              <pc:sldMasterMk cId="3822934217" sldId="2147483658"/>
              <pc:sldLayoutMk cId="303038026" sldId="2147483685"/>
              <ac:spMk id="13" creationId="{DF41968F-990C-67B1-0475-04E0249E281A}"/>
            </ac:spMkLst>
          </pc:spChg>
          <pc:grpChg chg="mod">
            <ac:chgData name="Liudmila Khatkevich" userId="9e4f13db-0122-4676-b5ab-9c285f81dc95" providerId="ADAL" clId="{AFD80411-0EF2-4D4C-83C9-B5887907CF46}" dt="2026-03-03T11:03:17.377" v="2"/>
            <ac:grpSpMkLst>
              <pc:docMk/>
              <pc:sldMasterMk cId="3822934217" sldId="2147483658"/>
              <pc:sldLayoutMk cId="303038026" sldId="2147483685"/>
              <ac:grpSpMk id="2" creationId="{C7891C23-3EE8-0CED-28FE-170D18A2D615}"/>
            </ac:grpSpMkLst>
          </pc:grpChg>
          <pc:picChg chg="mod">
            <ac:chgData name="Liudmila Khatkevich" userId="9e4f13db-0122-4676-b5ab-9c285f81dc95" providerId="ADAL" clId="{AFD80411-0EF2-4D4C-83C9-B5887907CF46}" dt="2026-03-03T11:03:17.377" v="2"/>
            <ac:picMkLst>
              <pc:docMk/>
              <pc:sldMasterMk cId="3822934217" sldId="2147483658"/>
              <pc:sldLayoutMk cId="303038026" sldId="2147483685"/>
              <ac:picMk id="8" creationId="{EE036E7A-2B84-45D1-985C-C2AD71420C46}"/>
            </ac:picMkLst>
          </pc:picChg>
        </pc:sldLayoutChg>
        <pc:sldLayoutChg chg="modSp del">
          <pc:chgData name="Liudmila Khatkevich" userId="9e4f13db-0122-4676-b5ab-9c285f81dc95" providerId="ADAL" clId="{AFD80411-0EF2-4D4C-83C9-B5887907CF46}" dt="2026-03-03T13:21:08.170" v="3392" actId="700"/>
          <pc:sldLayoutMkLst>
            <pc:docMk/>
            <pc:sldMasterMk cId="3822934217" sldId="2147483658"/>
            <pc:sldLayoutMk cId="2845588794" sldId="2147483686"/>
          </pc:sldLayoutMkLst>
          <pc:spChg chg="mod">
            <ac:chgData name="Liudmila Khatkevich" userId="9e4f13db-0122-4676-b5ab-9c285f81dc95" providerId="ADAL" clId="{AFD80411-0EF2-4D4C-83C9-B5887907CF46}" dt="2026-03-03T11:03:17.377" v="2"/>
            <ac:spMkLst>
              <pc:docMk/>
              <pc:sldMasterMk cId="3822934217" sldId="2147483658"/>
              <pc:sldLayoutMk cId="2845588794" sldId="2147483686"/>
              <ac:spMk id="2" creationId="{263D721A-127A-4DBE-B738-ABA4893319BC}"/>
            </ac:spMkLst>
          </pc:spChg>
          <pc:spChg chg="mod">
            <ac:chgData name="Liudmila Khatkevich" userId="9e4f13db-0122-4676-b5ab-9c285f81dc95" providerId="ADAL" clId="{AFD80411-0EF2-4D4C-83C9-B5887907CF46}" dt="2026-03-03T11:03:17.377" v="2"/>
            <ac:spMkLst>
              <pc:docMk/>
              <pc:sldMasterMk cId="3822934217" sldId="2147483658"/>
              <pc:sldLayoutMk cId="2845588794" sldId="2147483686"/>
              <ac:spMk id="3" creationId="{30894D8D-7B75-A627-E4B9-1C694A55CED1}"/>
            </ac:spMkLst>
          </pc:spChg>
          <pc:spChg chg="mod">
            <ac:chgData name="Liudmila Khatkevich" userId="9e4f13db-0122-4676-b5ab-9c285f81dc95" providerId="ADAL" clId="{AFD80411-0EF2-4D4C-83C9-B5887907CF46}" dt="2026-03-03T11:03:17.377" v="2"/>
            <ac:spMkLst>
              <pc:docMk/>
              <pc:sldMasterMk cId="3822934217" sldId="2147483658"/>
              <pc:sldLayoutMk cId="2845588794" sldId="2147483686"/>
              <ac:spMk id="4" creationId="{E205EF53-7E88-FC61-2AD6-524C99515525}"/>
            </ac:spMkLst>
          </pc:spChg>
          <pc:spChg chg="mod">
            <ac:chgData name="Liudmila Khatkevich" userId="9e4f13db-0122-4676-b5ab-9c285f81dc95" providerId="ADAL" clId="{AFD80411-0EF2-4D4C-83C9-B5887907CF46}" dt="2026-03-03T11:03:17.377" v="2"/>
            <ac:spMkLst>
              <pc:docMk/>
              <pc:sldMasterMk cId="3822934217" sldId="2147483658"/>
              <pc:sldLayoutMk cId="2845588794" sldId="2147483686"/>
              <ac:spMk id="5" creationId="{AD091D4E-6AE3-3F04-D0A0-8C96044CC29F}"/>
            </ac:spMkLst>
          </pc:spChg>
          <pc:spChg chg="mod">
            <ac:chgData name="Liudmila Khatkevich" userId="9e4f13db-0122-4676-b5ab-9c285f81dc95" providerId="ADAL" clId="{AFD80411-0EF2-4D4C-83C9-B5887907CF46}" dt="2026-03-03T11:03:17.377" v="2"/>
            <ac:spMkLst>
              <pc:docMk/>
              <pc:sldMasterMk cId="3822934217" sldId="2147483658"/>
              <pc:sldLayoutMk cId="2845588794" sldId="2147483686"/>
              <ac:spMk id="6" creationId="{5678EB0A-0FF2-079E-6368-97511A388F28}"/>
            </ac:spMkLst>
          </pc:spChg>
        </pc:sldLayoutChg>
        <pc:sldLayoutChg chg="modSp del">
          <pc:chgData name="Liudmila Khatkevich" userId="9e4f13db-0122-4676-b5ab-9c285f81dc95" providerId="ADAL" clId="{AFD80411-0EF2-4D4C-83C9-B5887907CF46}" dt="2026-03-03T13:21:08.170" v="3392" actId="700"/>
          <pc:sldLayoutMkLst>
            <pc:docMk/>
            <pc:sldMasterMk cId="3822934217" sldId="2147483658"/>
            <pc:sldLayoutMk cId="896208963" sldId="2147483687"/>
          </pc:sldLayoutMkLst>
          <pc:spChg chg="mod">
            <ac:chgData name="Liudmila Khatkevich" userId="9e4f13db-0122-4676-b5ab-9c285f81dc95" providerId="ADAL" clId="{AFD80411-0EF2-4D4C-83C9-B5887907CF46}" dt="2026-03-03T11:03:17.377" v="2"/>
            <ac:spMkLst>
              <pc:docMk/>
              <pc:sldMasterMk cId="3822934217" sldId="2147483658"/>
              <pc:sldLayoutMk cId="896208963" sldId="2147483687"/>
              <ac:spMk id="2" creationId="{263D721A-127A-4DBE-B738-ABA4893319BC}"/>
            </ac:spMkLst>
          </pc:spChg>
          <pc:spChg chg="mod">
            <ac:chgData name="Liudmila Khatkevich" userId="9e4f13db-0122-4676-b5ab-9c285f81dc95" providerId="ADAL" clId="{AFD80411-0EF2-4D4C-83C9-B5887907CF46}" dt="2026-03-03T11:03:17.377" v="2"/>
            <ac:spMkLst>
              <pc:docMk/>
              <pc:sldMasterMk cId="3822934217" sldId="2147483658"/>
              <pc:sldLayoutMk cId="896208963" sldId="2147483687"/>
              <ac:spMk id="3" creationId="{B1E6AE37-FC1E-5269-1E83-C3E9928ED250}"/>
            </ac:spMkLst>
          </pc:spChg>
          <pc:spChg chg="mod">
            <ac:chgData name="Liudmila Khatkevich" userId="9e4f13db-0122-4676-b5ab-9c285f81dc95" providerId="ADAL" clId="{AFD80411-0EF2-4D4C-83C9-B5887907CF46}" dt="2026-03-03T11:03:17.377" v="2"/>
            <ac:spMkLst>
              <pc:docMk/>
              <pc:sldMasterMk cId="3822934217" sldId="2147483658"/>
              <pc:sldLayoutMk cId="896208963" sldId="2147483687"/>
              <ac:spMk id="4" creationId="{607A8488-5F43-686E-E10B-16D16E352EED}"/>
            </ac:spMkLst>
          </pc:spChg>
          <pc:spChg chg="mod">
            <ac:chgData name="Liudmila Khatkevich" userId="9e4f13db-0122-4676-b5ab-9c285f81dc95" providerId="ADAL" clId="{AFD80411-0EF2-4D4C-83C9-B5887907CF46}" dt="2026-03-03T11:03:17.377" v="2"/>
            <ac:spMkLst>
              <pc:docMk/>
              <pc:sldMasterMk cId="3822934217" sldId="2147483658"/>
              <pc:sldLayoutMk cId="896208963" sldId="2147483687"/>
              <ac:spMk id="5" creationId="{7B7DE099-ACDF-D41B-FBC3-5EE9A76F4C28}"/>
            </ac:spMkLst>
          </pc:spChg>
          <pc:spChg chg="mod">
            <ac:chgData name="Liudmila Khatkevich" userId="9e4f13db-0122-4676-b5ab-9c285f81dc95" providerId="ADAL" clId="{AFD80411-0EF2-4D4C-83C9-B5887907CF46}" dt="2026-03-03T11:03:17.377" v="2"/>
            <ac:spMkLst>
              <pc:docMk/>
              <pc:sldMasterMk cId="3822934217" sldId="2147483658"/>
              <pc:sldLayoutMk cId="896208963" sldId="2147483687"/>
              <ac:spMk id="6" creationId="{AF7055BE-CD0F-6E9E-5992-4C7B9EF5FAB5}"/>
            </ac:spMkLst>
          </pc:spChg>
        </pc:sldLayoutChg>
        <pc:sldLayoutChg chg="modSp del">
          <pc:chgData name="Liudmila Khatkevich" userId="9e4f13db-0122-4676-b5ab-9c285f81dc95" providerId="ADAL" clId="{AFD80411-0EF2-4D4C-83C9-B5887907CF46}" dt="2026-03-03T13:21:08.170" v="3392" actId="700"/>
          <pc:sldLayoutMkLst>
            <pc:docMk/>
            <pc:sldMasterMk cId="3822934217" sldId="2147483658"/>
            <pc:sldLayoutMk cId="2976745094" sldId="2147483688"/>
          </pc:sldLayoutMkLst>
          <pc:spChg chg="mod">
            <ac:chgData name="Liudmila Khatkevich" userId="9e4f13db-0122-4676-b5ab-9c285f81dc95" providerId="ADAL" clId="{AFD80411-0EF2-4D4C-83C9-B5887907CF46}" dt="2026-03-03T11:03:17.377" v="2"/>
            <ac:spMkLst>
              <pc:docMk/>
              <pc:sldMasterMk cId="3822934217" sldId="2147483658"/>
              <pc:sldLayoutMk cId="2976745094" sldId="2147483688"/>
              <ac:spMk id="2" creationId="{263D721A-127A-4DBE-B738-ABA4893319BC}"/>
            </ac:spMkLst>
          </pc:spChg>
          <pc:spChg chg="mod">
            <ac:chgData name="Liudmila Khatkevich" userId="9e4f13db-0122-4676-b5ab-9c285f81dc95" providerId="ADAL" clId="{AFD80411-0EF2-4D4C-83C9-B5887907CF46}" dt="2026-03-03T11:03:17.377" v="2"/>
            <ac:spMkLst>
              <pc:docMk/>
              <pc:sldMasterMk cId="3822934217" sldId="2147483658"/>
              <pc:sldLayoutMk cId="2976745094" sldId="2147483688"/>
              <ac:spMk id="3" creationId="{30894D8D-7B75-A627-E4B9-1C694A55CED1}"/>
            </ac:spMkLst>
          </pc:spChg>
          <pc:spChg chg="mod">
            <ac:chgData name="Liudmila Khatkevich" userId="9e4f13db-0122-4676-b5ab-9c285f81dc95" providerId="ADAL" clId="{AFD80411-0EF2-4D4C-83C9-B5887907CF46}" dt="2026-03-03T11:03:17.377" v="2"/>
            <ac:spMkLst>
              <pc:docMk/>
              <pc:sldMasterMk cId="3822934217" sldId="2147483658"/>
              <pc:sldLayoutMk cId="2976745094" sldId="2147483688"/>
              <ac:spMk id="4" creationId="{E205EF53-7E88-FC61-2AD6-524C99515525}"/>
            </ac:spMkLst>
          </pc:spChg>
          <pc:spChg chg="mod">
            <ac:chgData name="Liudmila Khatkevich" userId="9e4f13db-0122-4676-b5ab-9c285f81dc95" providerId="ADAL" clId="{AFD80411-0EF2-4D4C-83C9-B5887907CF46}" dt="2026-03-03T11:03:17.377" v="2"/>
            <ac:spMkLst>
              <pc:docMk/>
              <pc:sldMasterMk cId="3822934217" sldId="2147483658"/>
              <pc:sldLayoutMk cId="2976745094" sldId="2147483688"/>
              <ac:spMk id="7" creationId="{850FD50C-06F7-21CC-1F6A-D75586A5063A}"/>
            </ac:spMkLst>
          </pc:spChg>
          <pc:spChg chg="mod">
            <ac:chgData name="Liudmila Khatkevich" userId="9e4f13db-0122-4676-b5ab-9c285f81dc95" providerId="ADAL" clId="{AFD80411-0EF2-4D4C-83C9-B5887907CF46}" dt="2026-03-03T11:03:17.377" v="2"/>
            <ac:spMkLst>
              <pc:docMk/>
              <pc:sldMasterMk cId="3822934217" sldId="2147483658"/>
              <pc:sldLayoutMk cId="2976745094" sldId="2147483688"/>
              <ac:spMk id="11" creationId="{07BD1CA3-DE0B-7A9B-CE98-826ACE3DFEBF}"/>
            </ac:spMkLst>
          </pc:spChg>
          <pc:spChg chg="mod">
            <ac:chgData name="Liudmila Khatkevich" userId="9e4f13db-0122-4676-b5ab-9c285f81dc95" providerId="ADAL" clId="{AFD80411-0EF2-4D4C-83C9-B5887907CF46}" dt="2026-03-03T11:03:17.377" v="2"/>
            <ac:spMkLst>
              <pc:docMk/>
              <pc:sldMasterMk cId="3822934217" sldId="2147483658"/>
              <pc:sldLayoutMk cId="2976745094" sldId="2147483688"/>
              <ac:spMk id="12" creationId="{05F033AD-4765-5FA3-B45B-9232B4A16A8B}"/>
            </ac:spMkLst>
          </pc:spChg>
          <pc:picChg chg="mod">
            <ac:chgData name="Liudmila Khatkevich" userId="9e4f13db-0122-4676-b5ab-9c285f81dc95" providerId="ADAL" clId="{AFD80411-0EF2-4D4C-83C9-B5887907CF46}" dt="2026-03-03T11:03:17.377" v="2"/>
            <ac:picMkLst>
              <pc:docMk/>
              <pc:sldMasterMk cId="3822934217" sldId="2147483658"/>
              <pc:sldLayoutMk cId="2976745094" sldId="2147483688"/>
              <ac:picMk id="8" creationId="{56866651-9DE6-3C00-E38E-CCE80D604993}"/>
            </ac:picMkLst>
          </pc:picChg>
        </pc:sldLayoutChg>
        <pc:sldLayoutChg chg="modSp del">
          <pc:chgData name="Liudmila Khatkevich" userId="9e4f13db-0122-4676-b5ab-9c285f81dc95" providerId="ADAL" clId="{AFD80411-0EF2-4D4C-83C9-B5887907CF46}" dt="2026-03-03T13:21:08.170" v="3392" actId="700"/>
          <pc:sldLayoutMkLst>
            <pc:docMk/>
            <pc:sldMasterMk cId="3822934217" sldId="2147483658"/>
            <pc:sldLayoutMk cId="4068739401" sldId="2147483689"/>
          </pc:sldLayoutMkLst>
          <pc:spChg chg="mod">
            <ac:chgData name="Liudmila Khatkevich" userId="9e4f13db-0122-4676-b5ab-9c285f81dc95" providerId="ADAL" clId="{AFD80411-0EF2-4D4C-83C9-B5887907CF46}" dt="2026-03-03T11:03:17.377" v="2"/>
            <ac:spMkLst>
              <pc:docMk/>
              <pc:sldMasterMk cId="3822934217" sldId="2147483658"/>
              <pc:sldLayoutMk cId="4068739401" sldId="2147483689"/>
              <ac:spMk id="2" creationId="{263D721A-127A-4DBE-B738-ABA4893319BC}"/>
            </ac:spMkLst>
          </pc:spChg>
          <pc:spChg chg="mod">
            <ac:chgData name="Liudmila Khatkevich" userId="9e4f13db-0122-4676-b5ab-9c285f81dc95" providerId="ADAL" clId="{AFD80411-0EF2-4D4C-83C9-B5887907CF46}" dt="2026-03-03T11:03:17.377" v="2"/>
            <ac:spMkLst>
              <pc:docMk/>
              <pc:sldMasterMk cId="3822934217" sldId="2147483658"/>
              <pc:sldLayoutMk cId="4068739401" sldId="2147483689"/>
              <ac:spMk id="3" creationId="{AC395CC0-872C-69F3-88ED-BEF3B6BA983A}"/>
            </ac:spMkLst>
          </pc:spChg>
          <pc:spChg chg="mod">
            <ac:chgData name="Liudmila Khatkevich" userId="9e4f13db-0122-4676-b5ab-9c285f81dc95" providerId="ADAL" clId="{AFD80411-0EF2-4D4C-83C9-B5887907CF46}" dt="2026-03-03T11:03:17.377" v="2"/>
            <ac:spMkLst>
              <pc:docMk/>
              <pc:sldMasterMk cId="3822934217" sldId="2147483658"/>
              <pc:sldLayoutMk cId="4068739401" sldId="2147483689"/>
              <ac:spMk id="4" creationId="{84DF7A43-01BC-022E-268E-6B2F50E13A7E}"/>
            </ac:spMkLst>
          </pc:spChg>
          <pc:spChg chg="mod">
            <ac:chgData name="Liudmila Khatkevich" userId="9e4f13db-0122-4676-b5ab-9c285f81dc95" providerId="ADAL" clId="{AFD80411-0EF2-4D4C-83C9-B5887907CF46}" dt="2026-03-03T11:03:17.377" v="2"/>
            <ac:spMkLst>
              <pc:docMk/>
              <pc:sldMasterMk cId="3822934217" sldId="2147483658"/>
              <pc:sldLayoutMk cId="4068739401" sldId="2147483689"/>
              <ac:spMk id="5" creationId="{1FF6CAB9-3229-A377-2782-A27CB6B30495}"/>
            </ac:spMkLst>
          </pc:spChg>
          <pc:spChg chg="mod">
            <ac:chgData name="Liudmila Khatkevich" userId="9e4f13db-0122-4676-b5ab-9c285f81dc95" providerId="ADAL" clId="{AFD80411-0EF2-4D4C-83C9-B5887907CF46}" dt="2026-03-03T11:03:17.377" v="2"/>
            <ac:spMkLst>
              <pc:docMk/>
              <pc:sldMasterMk cId="3822934217" sldId="2147483658"/>
              <pc:sldLayoutMk cId="4068739401" sldId="2147483689"/>
              <ac:spMk id="6" creationId="{1B5412B9-D91D-8002-0693-897E81DD8C82}"/>
            </ac:spMkLst>
          </pc:spChg>
        </pc:sldLayoutChg>
        <pc:sldLayoutChg chg="modSp del">
          <pc:chgData name="Liudmila Khatkevich" userId="9e4f13db-0122-4676-b5ab-9c285f81dc95" providerId="ADAL" clId="{AFD80411-0EF2-4D4C-83C9-B5887907CF46}" dt="2026-03-03T13:21:08.170" v="3392" actId="700"/>
          <pc:sldLayoutMkLst>
            <pc:docMk/>
            <pc:sldMasterMk cId="3822934217" sldId="2147483658"/>
            <pc:sldLayoutMk cId="2575820603" sldId="2147483690"/>
          </pc:sldLayoutMkLst>
          <pc:spChg chg="mod">
            <ac:chgData name="Liudmila Khatkevich" userId="9e4f13db-0122-4676-b5ab-9c285f81dc95" providerId="ADAL" clId="{AFD80411-0EF2-4D4C-83C9-B5887907CF46}" dt="2026-03-03T11:03:17.377" v="2"/>
            <ac:spMkLst>
              <pc:docMk/>
              <pc:sldMasterMk cId="3822934217" sldId="2147483658"/>
              <pc:sldLayoutMk cId="2575820603" sldId="2147483690"/>
              <ac:spMk id="2" creationId="{263D721A-127A-4DBE-B738-ABA4893319BC}"/>
            </ac:spMkLst>
          </pc:spChg>
          <pc:spChg chg="mod">
            <ac:chgData name="Liudmila Khatkevich" userId="9e4f13db-0122-4676-b5ab-9c285f81dc95" providerId="ADAL" clId="{AFD80411-0EF2-4D4C-83C9-B5887907CF46}" dt="2026-03-03T11:03:17.377" v="2"/>
            <ac:spMkLst>
              <pc:docMk/>
              <pc:sldMasterMk cId="3822934217" sldId="2147483658"/>
              <pc:sldLayoutMk cId="2575820603" sldId="2147483690"/>
              <ac:spMk id="3" creationId="{AC395CC0-872C-69F3-88ED-BEF3B6BA983A}"/>
            </ac:spMkLst>
          </pc:spChg>
          <pc:spChg chg="mod">
            <ac:chgData name="Liudmila Khatkevich" userId="9e4f13db-0122-4676-b5ab-9c285f81dc95" providerId="ADAL" clId="{AFD80411-0EF2-4D4C-83C9-B5887907CF46}" dt="2026-03-03T11:03:17.377" v="2"/>
            <ac:spMkLst>
              <pc:docMk/>
              <pc:sldMasterMk cId="3822934217" sldId="2147483658"/>
              <pc:sldLayoutMk cId="2575820603" sldId="2147483690"/>
              <ac:spMk id="4" creationId="{84DF7A43-01BC-022E-268E-6B2F50E13A7E}"/>
            </ac:spMkLst>
          </pc:spChg>
          <pc:spChg chg="mod">
            <ac:chgData name="Liudmila Khatkevich" userId="9e4f13db-0122-4676-b5ab-9c285f81dc95" providerId="ADAL" clId="{AFD80411-0EF2-4D4C-83C9-B5887907CF46}" dt="2026-03-03T11:03:17.377" v="2"/>
            <ac:spMkLst>
              <pc:docMk/>
              <pc:sldMasterMk cId="3822934217" sldId="2147483658"/>
              <pc:sldLayoutMk cId="2575820603" sldId="2147483690"/>
              <ac:spMk id="7" creationId="{BF441E88-7FE8-D22E-100F-B090659320A1}"/>
            </ac:spMkLst>
          </pc:spChg>
          <pc:spChg chg="mod">
            <ac:chgData name="Liudmila Khatkevich" userId="9e4f13db-0122-4676-b5ab-9c285f81dc95" providerId="ADAL" clId="{AFD80411-0EF2-4D4C-83C9-B5887907CF46}" dt="2026-03-03T11:03:17.377" v="2"/>
            <ac:spMkLst>
              <pc:docMk/>
              <pc:sldMasterMk cId="3822934217" sldId="2147483658"/>
              <pc:sldLayoutMk cId="2575820603" sldId="2147483690"/>
              <ac:spMk id="11" creationId="{64ACC802-5D81-6EBD-4496-14A01AE49DBC}"/>
            </ac:spMkLst>
          </pc:spChg>
          <pc:spChg chg="mod">
            <ac:chgData name="Liudmila Khatkevich" userId="9e4f13db-0122-4676-b5ab-9c285f81dc95" providerId="ADAL" clId="{AFD80411-0EF2-4D4C-83C9-B5887907CF46}" dt="2026-03-03T11:03:17.377" v="2"/>
            <ac:spMkLst>
              <pc:docMk/>
              <pc:sldMasterMk cId="3822934217" sldId="2147483658"/>
              <pc:sldLayoutMk cId="2575820603" sldId="2147483690"/>
              <ac:spMk id="12" creationId="{E233E5D9-D527-CAC4-3B1E-44AA802D7240}"/>
            </ac:spMkLst>
          </pc:spChg>
          <pc:picChg chg="mod">
            <ac:chgData name="Liudmila Khatkevich" userId="9e4f13db-0122-4676-b5ab-9c285f81dc95" providerId="ADAL" clId="{AFD80411-0EF2-4D4C-83C9-B5887907CF46}" dt="2026-03-03T11:03:17.377" v="2"/>
            <ac:picMkLst>
              <pc:docMk/>
              <pc:sldMasterMk cId="3822934217" sldId="2147483658"/>
              <pc:sldLayoutMk cId="2575820603" sldId="2147483690"/>
              <ac:picMk id="8" creationId="{BFA5AB7F-48A8-2636-3278-4702BB8C5753}"/>
            </ac:picMkLst>
          </pc:picChg>
        </pc:sldLayoutChg>
        <pc:sldLayoutChg chg="modSp del">
          <pc:chgData name="Liudmila Khatkevich" userId="9e4f13db-0122-4676-b5ab-9c285f81dc95" providerId="ADAL" clId="{AFD80411-0EF2-4D4C-83C9-B5887907CF46}" dt="2026-03-03T13:21:08.170" v="3392" actId="700"/>
          <pc:sldLayoutMkLst>
            <pc:docMk/>
            <pc:sldMasterMk cId="3822934217" sldId="2147483658"/>
            <pc:sldLayoutMk cId="2519130224" sldId="2147483691"/>
          </pc:sldLayoutMkLst>
          <pc:spChg chg="mod">
            <ac:chgData name="Liudmila Khatkevich" userId="9e4f13db-0122-4676-b5ab-9c285f81dc95" providerId="ADAL" clId="{AFD80411-0EF2-4D4C-83C9-B5887907CF46}" dt="2026-03-03T11:03:17.377" v="2"/>
            <ac:spMkLst>
              <pc:docMk/>
              <pc:sldMasterMk cId="3822934217" sldId="2147483658"/>
              <pc:sldLayoutMk cId="2519130224" sldId="2147483691"/>
              <ac:spMk id="2" creationId="{263D721A-127A-4DBE-B738-ABA4893319BC}"/>
            </ac:spMkLst>
          </pc:spChg>
          <pc:spChg chg="mod">
            <ac:chgData name="Liudmila Khatkevich" userId="9e4f13db-0122-4676-b5ab-9c285f81dc95" providerId="ADAL" clId="{AFD80411-0EF2-4D4C-83C9-B5887907CF46}" dt="2026-03-03T11:03:17.377" v="2"/>
            <ac:spMkLst>
              <pc:docMk/>
              <pc:sldMasterMk cId="3822934217" sldId="2147483658"/>
              <pc:sldLayoutMk cId="2519130224" sldId="2147483691"/>
              <ac:spMk id="3" creationId="{C79FDF51-3B9F-C5D8-7A84-09B7B6CB9E8B}"/>
            </ac:spMkLst>
          </pc:spChg>
          <pc:spChg chg="mod">
            <ac:chgData name="Liudmila Khatkevich" userId="9e4f13db-0122-4676-b5ab-9c285f81dc95" providerId="ADAL" clId="{AFD80411-0EF2-4D4C-83C9-B5887907CF46}" dt="2026-03-03T11:03:17.377" v="2"/>
            <ac:spMkLst>
              <pc:docMk/>
              <pc:sldMasterMk cId="3822934217" sldId="2147483658"/>
              <pc:sldLayoutMk cId="2519130224" sldId="2147483691"/>
              <ac:spMk id="4" creationId="{AFD3A15A-582D-3DDB-CC40-43726E84CA43}"/>
            </ac:spMkLst>
          </pc:spChg>
          <pc:spChg chg="mod">
            <ac:chgData name="Liudmila Khatkevich" userId="9e4f13db-0122-4676-b5ab-9c285f81dc95" providerId="ADAL" clId="{AFD80411-0EF2-4D4C-83C9-B5887907CF46}" dt="2026-03-03T11:03:17.377" v="2"/>
            <ac:spMkLst>
              <pc:docMk/>
              <pc:sldMasterMk cId="3822934217" sldId="2147483658"/>
              <pc:sldLayoutMk cId="2519130224" sldId="2147483691"/>
              <ac:spMk id="5" creationId="{7D8F2DF5-DE6F-E2FC-0057-63CC04174C3F}"/>
            </ac:spMkLst>
          </pc:spChg>
          <pc:spChg chg="mod">
            <ac:chgData name="Liudmila Khatkevich" userId="9e4f13db-0122-4676-b5ab-9c285f81dc95" providerId="ADAL" clId="{AFD80411-0EF2-4D4C-83C9-B5887907CF46}" dt="2026-03-03T11:03:17.377" v="2"/>
            <ac:spMkLst>
              <pc:docMk/>
              <pc:sldMasterMk cId="3822934217" sldId="2147483658"/>
              <pc:sldLayoutMk cId="2519130224" sldId="2147483691"/>
              <ac:spMk id="6" creationId="{74897430-924B-CB14-9A94-8DB20A76C701}"/>
            </ac:spMkLst>
          </pc:spChg>
        </pc:sldLayoutChg>
        <pc:sldLayoutChg chg="modSp del">
          <pc:chgData name="Liudmila Khatkevich" userId="9e4f13db-0122-4676-b5ab-9c285f81dc95" providerId="ADAL" clId="{AFD80411-0EF2-4D4C-83C9-B5887907CF46}" dt="2026-03-03T13:21:08.170" v="3392" actId="700"/>
          <pc:sldLayoutMkLst>
            <pc:docMk/>
            <pc:sldMasterMk cId="3822934217" sldId="2147483658"/>
            <pc:sldLayoutMk cId="1601537315" sldId="2147483692"/>
          </pc:sldLayoutMkLst>
          <pc:spChg chg="mod">
            <ac:chgData name="Liudmila Khatkevich" userId="9e4f13db-0122-4676-b5ab-9c285f81dc95" providerId="ADAL" clId="{AFD80411-0EF2-4D4C-83C9-B5887907CF46}" dt="2026-03-03T11:03:17.377" v="2"/>
            <ac:spMkLst>
              <pc:docMk/>
              <pc:sldMasterMk cId="3822934217" sldId="2147483658"/>
              <pc:sldLayoutMk cId="1601537315" sldId="2147483692"/>
              <ac:spMk id="2" creationId="{263D721A-127A-4DBE-B738-ABA4893319BC}"/>
            </ac:spMkLst>
          </pc:spChg>
          <pc:spChg chg="mod">
            <ac:chgData name="Liudmila Khatkevich" userId="9e4f13db-0122-4676-b5ab-9c285f81dc95" providerId="ADAL" clId="{AFD80411-0EF2-4D4C-83C9-B5887907CF46}" dt="2026-03-03T11:03:17.377" v="2"/>
            <ac:spMkLst>
              <pc:docMk/>
              <pc:sldMasterMk cId="3822934217" sldId="2147483658"/>
              <pc:sldLayoutMk cId="1601537315" sldId="2147483692"/>
              <ac:spMk id="3" creationId="{1ED9D0C0-2EBB-53F1-FD7B-7BFF49053303}"/>
            </ac:spMkLst>
          </pc:spChg>
          <pc:spChg chg="mod">
            <ac:chgData name="Liudmila Khatkevich" userId="9e4f13db-0122-4676-b5ab-9c285f81dc95" providerId="ADAL" clId="{AFD80411-0EF2-4D4C-83C9-B5887907CF46}" dt="2026-03-03T11:03:17.377" v="2"/>
            <ac:spMkLst>
              <pc:docMk/>
              <pc:sldMasterMk cId="3822934217" sldId="2147483658"/>
              <pc:sldLayoutMk cId="1601537315" sldId="2147483692"/>
              <ac:spMk id="4" creationId="{EBF6AFA3-4B0B-A44E-C32C-9E35F112D736}"/>
            </ac:spMkLst>
          </pc:spChg>
          <pc:spChg chg="mod">
            <ac:chgData name="Liudmila Khatkevich" userId="9e4f13db-0122-4676-b5ab-9c285f81dc95" providerId="ADAL" clId="{AFD80411-0EF2-4D4C-83C9-B5887907CF46}" dt="2026-03-03T11:03:17.377" v="2"/>
            <ac:spMkLst>
              <pc:docMk/>
              <pc:sldMasterMk cId="3822934217" sldId="2147483658"/>
              <pc:sldLayoutMk cId="1601537315" sldId="2147483692"/>
              <ac:spMk id="5" creationId="{2D7A437B-1C43-BD15-538B-E37E3F956D9A}"/>
            </ac:spMkLst>
          </pc:spChg>
          <pc:spChg chg="mod">
            <ac:chgData name="Liudmila Khatkevich" userId="9e4f13db-0122-4676-b5ab-9c285f81dc95" providerId="ADAL" clId="{AFD80411-0EF2-4D4C-83C9-B5887907CF46}" dt="2026-03-03T11:03:17.377" v="2"/>
            <ac:spMkLst>
              <pc:docMk/>
              <pc:sldMasterMk cId="3822934217" sldId="2147483658"/>
              <pc:sldLayoutMk cId="1601537315" sldId="2147483692"/>
              <ac:spMk id="6" creationId="{023EDF6C-81ED-D75B-14CE-F3906A1FF5DD}"/>
            </ac:spMkLst>
          </pc:spChg>
          <pc:spChg chg="mod">
            <ac:chgData name="Liudmila Khatkevich" userId="9e4f13db-0122-4676-b5ab-9c285f81dc95" providerId="ADAL" clId="{AFD80411-0EF2-4D4C-83C9-B5887907CF46}" dt="2026-03-03T11:03:17.377" v="2"/>
            <ac:spMkLst>
              <pc:docMk/>
              <pc:sldMasterMk cId="3822934217" sldId="2147483658"/>
              <pc:sldLayoutMk cId="1601537315" sldId="2147483692"/>
              <ac:spMk id="9" creationId="{8BAA6E4E-7596-A644-93F2-6ABBAFCD6B70}"/>
            </ac:spMkLst>
          </pc:spChg>
          <pc:spChg chg="mod">
            <ac:chgData name="Liudmila Khatkevich" userId="9e4f13db-0122-4676-b5ab-9c285f81dc95" providerId="ADAL" clId="{AFD80411-0EF2-4D4C-83C9-B5887907CF46}" dt="2026-03-03T11:03:17.377" v="2"/>
            <ac:spMkLst>
              <pc:docMk/>
              <pc:sldMasterMk cId="3822934217" sldId="2147483658"/>
              <pc:sldLayoutMk cId="1601537315" sldId="2147483692"/>
              <ac:spMk id="10" creationId="{182FF9AB-2A1C-E54B-B99E-245DE32DDE96}"/>
            </ac:spMkLst>
          </pc:spChg>
        </pc:sldLayoutChg>
        <pc:sldLayoutChg chg="modSp del">
          <pc:chgData name="Liudmila Khatkevich" userId="9e4f13db-0122-4676-b5ab-9c285f81dc95" providerId="ADAL" clId="{AFD80411-0EF2-4D4C-83C9-B5887907CF46}" dt="2026-03-03T13:21:08.170" v="3392" actId="700"/>
          <pc:sldLayoutMkLst>
            <pc:docMk/>
            <pc:sldMasterMk cId="3822934217" sldId="2147483658"/>
            <pc:sldLayoutMk cId="4070656771" sldId="2147483693"/>
          </pc:sldLayoutMkLst>
          <pc:spChg chg="mod">
            <ac:chgData name="Liudmila Khatkevich" userId="9e4f13db-0122-4676-b5ab-9c285f81dc95" providerId="ADAL" clId="{AFD80411-0EF2-4D4C-83C9-B5887907CF46}" dt="2026-03-03T11:03:17.377" v="2"/>
            <ac:spMkLst>
              <pc:docMk/>
              <pc:sldMasterMk cId="3822934217" sldId="2147483658"/>
              <pc:sldLayoutMk cId="4070656771" sldId="2147483693"/>
              <ac:spMk id="2" creationId="{263D721A-127A-4DBE-B738-ABA4893319BC}"/>
            </ac:spMkLst>
          </pc:spChg>
          <pc:spChg chg="mod">
            <ac:chgData name="Liudmila Khatkevich" userId="9e4f13db-0122-4676-b5ab-9c285f81dc95" providerId="ADAL" clId="{AFD80411-0EF2-4D4C-83C9-B5887907CF46}" dt="2026-03-03T11:03:17.377" v="2"/>
            <ac:spMkLst>
              <pc:docMk/>
              <pc:sldMasterMk cId="3822934217" sldId="2147483658"/>
              <pc:sldLayoutMk cId="4070656771" sldId="2147483693"/>
              <ac:spMk id="3" creationId="{1ED9D0C0-2EBB-53F1-FD7B-7BFF49053303}"/>
            </ac:spMkLst>
          </pc:spChg>
          <pc:spChg chg="mod">
            <ac:chgData name="Liudmila Khatkevich" userId="9e4f13db-0122-4676-b5ab-9c285f81dc95" providerId="ADAL" clId="{AFD80411-0EF2-4D4C-83C9-B5887907CF46}" dt="2026-03-03T11:03:17.377" v="2"/>
            <ac:spMkLst>
              <pc:docMk/>
              <pc:sldMasterMk cId="3822934217" sldId="2147483658"/>
              <pc:sldLayoutMk cId="4070656771" sldId="2147483693"/>
              <ac:spMk id="4" creationId="{EBF6AFA3-4B0B-A44E-C32C-9E35F112D736}"/>
            </ac:spMkLst>
          </pc:spChg>
          <pc:spChg chg="mod">
            <ac:chgData name="Liudmila Khatkevich" userId="9e4f13db-0122-4676-b5ab-9c285f81dc95" providerId="ADAL" clId="{AFD80411-0EF2-4D4C-83C9-B5887907CF46}" dt="2026-03-03T11:03:17.377" v="2"/>
            <ac:spMkLst>
              <pc:docMk/>
              <pc:sldMasterMk cId="3822934217" sldId="2147483658"/>
              <pc:sldLayoutMk cId="4070656771" sldId="2147483693"/>
              <ac:spMk id="5" creationId="{2D7A437B-1C43-BD15-538B-E37E3F956D9A}"/>
            </ac:spMkLst>
          </pc:spChg>
          <pc:spChg chg="mod">
            <ac:chgData name="Liudmila Khatkevich" userId="9e4f13db-0122-4676-b5ab-9c285f81dc95" providerId="ADAL" clId="{AFD80411-0EF2-4D4C-83C9-B5887907CF46}" dt="2026-03-03T11:03:17.377" v="2"/>
            <ac:spMkLst>
              <pc:docMk/>
              <pc:sldMasterMk cId="3822934217" sldId="2147483658"/>
              <pc:sldLayoutMk cId="4070656771" sldId="2147483693"/>
              <ac:spMk id="6" creationId="{023EDF6C-81ED-D75B-14CE-F3906A1FF5DD}"/>
            </ac:spMkLst>
          </pc:spChg>
          <pc:spChg chg="mod">
            <ac:chgData name="Liudmila Khatkevich" userId="9e4f13db-0122-4676-b5ab-9c285f81dc95" providerId="ADAL" clId="{AFD80411-0EF2-4D4C-83C9-B5887907CF46}" dt="2026-03-03T11:03:17.377" v="2"/>
            <ac:spMkLst>
              <pc:docMk/>
              <pc:sldMasterMk cId="3822934217" sldId="2147483658"/>
              <pc:sldLayoutMk cId="4070656771" sldId="2147483693"/>
              <ac:spMk id="7" creationId="{CE6C5343-68AD-9879-2727-7ECBCB6A1B23}"/>
            </ac:spMkLst>
          </pc:spChg>
          <pc:spChg chg="mod">
            <ac:chgData name="Liudmila Khatkevich" userId="9e4f13db-0122-4676-b5ab-9c285f81dc95" providerId="ADAL" clId="{AFD80411-0EF2-4D4C-83C9-B5887907CF46}" dt="2026-03-03T11:03:17.377" v="2"/>
            <ac:spMkLst>
              <pc:docMk/>
              <pc:sldMasterMk cId="3822934217" sldId="2147483658"/>
              <pc:sldLayoutMk cId="4070656771" sldId="2147483693"/>
              <ac:spMk id="9" creationId="{8BAA6E4E-7596-A644-93F2-6ABBAFCD6B70}"/>
            </ac:spMkLst>
          </pc:spChg>
          <pc:spChg chg="mod">
            <ac:chgData name="Liudmila Khatkevich" userId="9e4f13db-0122-4676-b5ab-9c285f81dc95" providerId="ADAL" clId="{AFD80411-0EF2-4D4C-83C9-B5887907CF46}" dt="2026-03-03T11:03:17.377" v="2"/>
            <ac:spMkLst>
              <pc:docMk/>
              <pc:sldMasterMk cId="3822934217" sldId="2147483658"/>
              <pc:sldLayoutMk cId="4070656771" sldId="2147483693"/>
              <ac:spMk id="10" creationId="{182FF9AB-2A1C-E54B-B99E-245DE32DDE96}"/>
            </ac:spMkLst>
          </pc:spChg>
          <pc:spChg chg="mod">
            <ac:chgData name="Liudmila Khatkevich" userId="9e4f13db-0122-4676-b5ab-9c285f81dc95" providerId="ADAL" clId="{AFD80411-0EF2-4D4C-83C9-B5887907CF46}" dt="2026-03-03T11:03:17.377" v="2"/>
            <ac:spMkLst>
              <pc:docMk/>
              <pc:sldMasterMk cId="3822934217" sldId="2147483658"/>
              <pc:sldLayoutMk cId="4070656771" sldId="2147483693"/>
              <ac:spMk id="11" creationId="{8B24921F-F7DB-7A40-465F-85F610FC20C6}"/>
            </ac:spMkLst>
          </pc:spChg>
          <pc:spChg chg="mod">
            <ac:chgData name="Liudmila Khatkevich" userId="9e4f13db-0122-4676-b5ab-9c285f81dc95" providerId="ADAL" clId="{AFD80411-0EF2-4D4C-83C9-B5887907CF46}" dt="2026-03-03T11:03:17.377" v="2"/>
            <ac:spMkLst>
              <pc:docMk/>
              <pc:sldMasterMk cId="3822934217" sldId="2147483658"/>
              <pc:sldLayoutMk cId="4070656771" sldId="2147483693"/>
              <ac:spMk id="12" creationId="{64F018D9-6B5F-8BCB-BD75-7816BF58C56F}"/>
            </ac:spMkLst>
          </pc:spChg>
        </pc:sldLayoutChg>
        <pc:sldLayoutChg chg="modSp del">
          <pc:chgData name="Liudmila Khatkevich" userId="9e4f13db-0122-4676-b5ab-9c285f81dc95" providerId="ADAL" clId="{AFD80411-0EF2-4D4C-83C9-B5887907CF46}" dt="2026-03-03T13:21:08.170" v="3392" actId="700"/>
          <pc:sldLayoutMkLst>
            <pc:docMk/>
            <pc:sldMasterMk cId="3822934217" sldId="2147483658"/>
            <pc:sldLayoutMk cId="824644452" sldId="2147483694"/>
          </pc:sldLayoutMkLst>
          <pc:spChg chg="mod">
            <ac:chgData name="Liudmila Khatkevich" userId="9e4f13db-0122-4676-b5ab-9c285f81dc95" providerId="ADAL" clId="{AFD80411-0EF2-4D4C-83C9-B5887907CF46}" dt="2026-03-03T11:03:17.377" v="2"/>
            <ac:spMkLst>
              <pc:docMk/>
              <pc:sldMasterMk cId="3822934217" sldId="2147483658"/>
              <pc:sldLayoutMk cId="824644452" sldId="2147483694"/>
              <ac:spMk id="2" creationId="{E740C5E2-D359-5FED-B284-19CF47A418DC}"/>
            </ac:spMkLst>
          </pc:spChg>
          <pc:spChg chg="mod">
            <ac:chgData name="Liudmila Khatkevich" userId="9e4f13db-0122-4676-b5ab-9c285f81dc95" providerId="ADAL" clId="{AFD80411-0EF2-4D4C-83C9-B5887907CF46}" dt="2026-03-03T11:03:17.377" v="2"/>
            <ac:spMkLst>
              <pc:docMk/>
              <pc:sldMasterMk cId="3822934217" sldId="2147483658"/>
              <pc:sldLayoutMk cId="824644452" sldId="2147483694"/>
              <ac:spMk id="3" creationId="{4571F9CF-CDF3-4EE6-A083-D93A58113454}"/>
            </ac:spMkLst>
          </pc:spChg>
          <pc:spChg chg="mod">
            <ac:chgData name="Liudmila Khatkevich" userId="9e4f13db-0122-4676-b5ab-9c285f81dc95" providerId="ADAL" clId="{AFD80411-0EF2-4D4C-83C9-B5887907CF46}" dt="2026-03-03T11:03:17.377" v="2"/>
            <ac:spMkLst>
              <pc:docMk/>
              <pc:sldMasterMk cId="3822934217" sldId="2147483658"/>
              <pc:sldLayoutMk cId="824644452" sldId="2147483694"/>
              <ac:spMk id="4" creationId="{EA60CDFE-3A94-5F3A-0523-ABA560780070}"/>
            </ac:spMkLst>
          </pc:spChg>
          <pc:spChg chg="mod">
            <ac:chgData name="Liudmila Khatkevich" userId="9e4f13db-0122-4676-b5ab-9c285f81dc95" providerId="ADAL" clId="{AFD80411-0EF2-4D4C-83C9-B5887907CF46}" dt="2026-03-03T11:03:17.377" v="2"/>
            <ac:spMkLst>
              <pc:docMk/>
              <pc:sldMasterMk cId="3822934217" sldId="2147483658"/>
              <pc:sldLayoutMk cId="824644452" sldId="2147483694"/>
              <ac:spMk id="5" creationId="{1E7052EF-2C83-09DE-9638-F3492217FF7E}"/>
            </ac:spMkLst>
          </pc:spChg>
          <pc:spChg chg="mod">
            <ac:chgData name="Liudmila Khatkevich" userId="9e4f13db-0122-4676-b5ab-9c285f81dc95" providerId="ADAL" clId="{AFD80411-0EF2-4D4C-83C9-B5887907CF46}" dt="2026-03-03T11:03:17.377" v="2"/>
            <ac:spMkLst>
              <pc:docMk/>
              <pc:sldMasterMk cId="3822934217" sldId="2147483658"/>
              <pc:sldLayoutMk cId="824644452" sldId="2147483694"/>
              <ac:spMk id="6" creationId="{49870588-DEAA-3B45-9A4B-86DCE176308E}"/>
            </ac:spMkLst>
          </pc:spChg>
          <pc:spChg chg="mod">
            <ac:chgData name="Liudmila Khatkevich" userId="9e4f13db-0122-4676-b5ab-9c285f81dc95" providerId="ADAL" clId="{AFD80411-0EF2-4D4C-83C9-B5887907CF46}" dt="2026-03-03T11:03:17.377" v="2"/>
            <ac:spMkLst>
              <pc:docMk/>
              <pc:sldMasterMk cId="3822934217" sldId="2147483658"/>
              <pc:sldLayoutMk cId="824644452" sldId="2147483694"/>
              <ac:spMk id="8" creationId="{997612B5-8615-3AC0-8239-012312B6FD99}"/>
            </ac:spMkLst>
          </pc:spChg>
        </pc:sldLayoutChg>
        <pc:sldLayoutChg chg="modSp del">
          <pc:chgData name="Liudmila Khatkevich" userId="9e4f13db-0122-4676-b5ab-9c285f81dc95" providerId="ADAL" clId="{AFD80411-0EF2-4D4C-83C9-B5887907CF46}" dt="2026-03-03T13:21:08.170" v="3392" actId="700"/>
          <pc:sldLayoutMkLst>
            <pc:docMk/>
            <pc:sldMasterMk cId="3822934217" sldId="2147483658"/>
            <pc:sldLayoutMk cId="1327206463" sldId="2147483695"/>
          </pc:sldLayoutMkLst>
          <pc:spChg chg="mod">
            <ac:chgData name="Liudmila Khatkevich" userId="9e4f13db-0122-4676-b5ab-9c285f81dc95" providerId="ADAL" clId="{AFD80411-0EF2-4D4C-83C9-B5887907CF46}" dt="2026-03-03T11:03:17.377" v="2"/>
            <ac:spMkLst>
              <pc:docMk/>
              <pc:sldMasterMk cId="3822934217" sldId="2147483658"/>
              <pc:sldLayoutMk cId="1327206463" sldId="2147483695"/>
              <ac:spMk id="2" creationId="{B2F414E4-F961-7DD4-8CFB-7B93DD10B689}"/>
            </ac:spMkLst>
          </pc:spChg>
          <pc:spChg chg="mod">
            <ac:chgData name="Liudmila Khatkevich" userId="9e4f13db-0122-4676-b5ab-9c285f81dc95" providerId="ADAL" clId="{AFD80411-0EF2-4D4C-83C9-B5887907CF46}" dt="2026-03-03T11:03:17.377" v="2"/>
            <ac:spMkLst>
              <pc:docMk/>
              <pc:sldMasterMk cId="3822934217" sldId="2147483658"/>
              <pc:sldLayoutMk cId="1327206463" sldId="2147483695"/>
              <ac:spMk id="3" creationId="{4571F9CF-CDF3-4EE6-A083-D93A58113454}"/>
            </ac:spMkLst>
          </pc:spChg>
          <pc:spChg chg="mod">
            <ac:chgData name="Liudmila Khatkevich" userId="9e4f13db-0122-4676-b5ab-9c285f81dc95" providerId="ADAL" clId="{AFD80411-0EF2-4D4C-83C9-B5887907CF46}" dt="2026-03-03T11:03:17.377" v="2"/>
            <ac:spMkLst>
              <pc:docMk/>
              <pc:sldMasterMk cId="3822934217" sldId="2147483658"/>
              <pc:sldLayoutMk cId="1327206463" sldId="2147483695"/>
              <ac:spMk id="4" creationId="{B2BE525B-A1C0-1DD5-E075-79F96E71ED40}"/>
            </ac:spMkLst>
          </pc:spChg>
          <pc:spChg chg="mod">
            <ac:chgData name="Liudmila Khatkevich" userId="9e4f13db-0122-4676-b5ab-9c285f81dc95" providerId="ADAL" clId="{AFD80411-0EF2-4D4C-83C9-B5887907CF46}" dt="2026-03-03T11:03:17.377" v="2"/>
            <ac:spMkLst>
              <pc:docMk/>
              <pc:sldMasterMk cId="3822934217" sldId="2147483658"/>
              <pc:sldLayoutMk cId="1327206463" sldId="2147483695"/>
              <ac:spMk id="6" creationId="{49870588-DEAA-3B45-9A4B-86DCE176308E}"/>
            </ac:spMkLst>
          </pc:spChg>
          <pc:spChg chg="mod">
            <ac:chgData name="Liudmila Khatkevich" userId="9e4f13db-0122-4676-b5ab-9c285f81dc95" providerId="ADAL" clId="{AFD80411-0EF2-4D4C-83C9-B5887907CF46}" dt="2026-03-03T11:03:17.377" v="2"/>
            <ac:spMkLst>
              <pc:docMk/>
              <pc:sldMasterMk cId="3822934217" sldId="2147483658"/>
              <pc:sldLayoutMk cId="1327206463" sldId="2147483695"/>
              <ac:spMk id="7" creationId="{772960BA-AA0C-9715-43A2-22B9050A4780}"/>
            </ac:spMkLst>
          </pc:spChg>
          <pc:spChg chg="mod">
            <ac:chgData name="Liudmila Khatkevich" userId="9e4f13db-0122-4676-b5ab-9c285f81dc95" providerId="ADAL" clId="{AFD80411-0EF2-4D4C-83C9-B5887907CF46}" dt="2026-03-03T11:03:17.377" v="2"/>
            <ac:spMkLst>
              <pc:docMk/>
              <pc:sldMasterMk cId="3822934217" sldId="2147483658"/>
              <pc:sldLayoutMk cId="1327206463" sldId="2147483695"/>
              <ac:spMk id="10" creationId="{5067A229-8E7F-A1E8-7492-218AEFB06B0E}"/>
            </ac:spMkLst>
          </pc:spChg>
          <pc:spChg chg="mod">
            <ac:chgData name="Liudmila Khatkevich" userId="9e4f13db-0122-4676-b5ab-9c285f81dc95" providerId="ADAL" clId="{AFD80411-0EF2-4D4C-83C9-B5887907CF46}" dt="2026-03-03T11:03:17.377" v="2"/>
            <ac:spMkLst>
              <pc:docMk/>
              <pc:sldMasterMk cId="3822934217" sldId="2147483658"/>
              <pc:sldLayoutMk cId="1327206463" sldId="2147483695"/>
              <ac:spMk id="11" creationId="{371751A4-BF09-09F2-77C6-42F2F2AEB242}"/>
            </ac:spMkLst>
          </pc:spChg>
          <pc:picChg chg="mod">
            <ac:chgData name="Liudmila Khatkevich" userId="9e4f13db-0122-4676-b5ab-9c285f81dc95" providerId="ADAL" clId="{AFD80411-0EF2-4D4C-83C9-B5887907CF46}" dt="2026-03-03T11:03:17.377" v="2"/>
            <ac:picMkLst>
              <pc:docMk/>
              <pc:sldMasterMk cId="3822934217" sldId="2147483658"/>
              <pc:sldLayoutMk cId="1327206463" sldId="2147483695"/>
              <ac:picMk id="9" creationId="{81783F67-AD13-06FC-C79E-DE6FBF4D057A}"/>
            </ac:picMkLst>
          </pc:picChg>
        </pc:sldLayoutChg>
        <pc:sldLayoutChg chg="modSp del">
          <pc:chgData name="Liudmila Khatkevich" userId="9e4f13db-0122-4676-b5ab-9c285f81dc95" providerId="ADAL" clId="{AFD80411-0EF2-4D4C-83C9-B5887907CF46}" dt="2026-03-03T13:21:08.170" v="3392" actId="700"/>
          <pc:sldLayoutMkLst>
            <pc:docMk/>
            <pc:sldMasterMk cId="3822934217" sldId="2147483658"/>
            <pc:sldLayoutMk cId="42449039" sldId="2147483696"/>
          </pc:sldLayoutMkLst>
          <pc:spChg chg="mod">
            <ac:chgData name="Liudmila Khatkevich" userId="9e4f13db-0122-4676-b5ab-9c285f81dc95" providerId="ADAL" clId="{AFD80411-0EF2-4D4C-83C9-B5887907CF46}" dt="2026-03-03T11:03:17.377" v="2"/>
            <ac:spMkLst>
              <pc:docMk/>
              <pc:sldMasterMk cId="3822934217" sldId="2147483658"/>
              <pc:sldLayoutMk cId="42449039" sldId="2147483696"/>
              <ac:spMk id="2" creationId="{263D721A-127A-4DBE-B738-ABA4893319BC}"/>
            </ac:spMkLst>
          </pc:spChg>
          <pc:spChg chg="mod">
            <ac:chgData name="Liudmila Khatkevich" userId="9e4f13db-0122-4676-b5ab-9c285f81dc95" providerId="ADAL" clId="{AFD80411-0EF2-4D4C-83C9-B5887907CF46}" dt="2026-03-03T11:03:17.377" v="2"/>
            <ac:spMkLst>
              <pc:docMk/>
              <pc:sldMasterMk cId="3822934217" sldId="2147483658"/>
              <pc:sldLayoutMk cId="42449039" sldId="2147483696"/>
              <ac:spMk id="4" creationId="{ACB7486B-35A7-A3FF-6F44-2159B1E9FAD3}"/>
            </ac:spMkLst>
          </pc:spChg>
          <pc:spChg chg="mod">
            <ac:chgData name="Liudmila Khatkevich" userId="9e4f13db-0122-4676-b5ab-9c285f81dc95" providerId="ADAL" clId="{AFD80411-0EF2-4D4C-83C9-B5887907CF46}" dt="2026-03-03T11:03:17.377" v="2"/>
            <ac:spMkLst>
              <pc:docMk/>
              <pc:sldMasterMk cId="3822934217" sldId="2147483658"/>
              <pc:sldLayoutMk cId="42449039" sldId="2147483696"/>
              <ac:spMk id="5" creationId="{B82A7F25-3763-4002-A844-19432F963122}"/>
            </ac:spMkLst>
          </pc:spChg>
          <pc:spChg chg="mod">
            <ac:chgData name="Liudmila Khatkevich" userId="9e4f13db-0122-4676-b5ab-9c285f81dc95" providerId="ADAL" clId="{AFD80411-0EF2-4D4C-83C9-B5887907CF46}" dt="2026-03-03T11:03:17.377" v="2"/>
            <ac:spMkLst>
              <pc:docMk/>
              <pc:sldMasterMk cId="3822934217" sldId="2147483658"/>
              <pc:sldLayoutMk cId="42449039" sldId="2147483696"/>
              <ac:spMk id="6" creationId="{9EBC1AB0-2CF4-70A1-0BD7-A9A57D9F98BB}"/>
            </ac:spMkLst>
          </pc:spChg>
          <pc:spChg chg="mod">
            <ac:chgData name="Liudmila Khatkevich" userId="9e4f13db-0122-4676-b5ab-9c285f81dc95" providerId="ADAL" clId="{AFD80411-0EF2-4D4C-83C9-B5887907CF46}" dt="2026-03-03T11:03:17.377" v="2"/>
            <ac:spMkLst>
              <pc:docMk/>
              <pc:sldMasterMk cId="3822934217" sldId="2147483658"/>
              <pc:sldLayoutMk cId="42449039" sldId="2147483696"/>
              <ac:spMk id="8" creationId="{9B299D4E-38EF-AC64-7836-1AD1E87996BE}"/>
            </ac:spMkLst>
          </pc:spChg>
        </pc:sldLayoutChg>
        <pc:sldLayoutChg chg="modSp del">
          <pc:chgData name="Liudmila Khatkevich" userId="9e4f13db-0122-4676-b5ab-9c285f81dc95" providerId="ADAL" clId="{AFD80411-0EF2-4D4C-83C9-B5887907CF46}" dt="2026-03-03T13:21:08.170" v="3392" actId="700"/>
          <pc:sldLayoutMkLst>
            <pc:docMk/>
            <pc:sldMasterMk cId="3822934217" sldId="2147483658"/>
            <pc:sldLayoutMk cId="231078358" sldId="2147483697"/>
          </pc:sldLayoutMkLst>
          <pc:spChg chg="mod">
            <ac:chgData name="Liudmila Khatkevich" userId="9e4f13db-0122-4676-b5ab-9c285f81dc95" providerId="ADAL" clId="{AFD80411-0EF2-4D4C-83C9-B5887907CF46}" dt="2026-03-03T11:03:17.377" v="2"/>
            <ac:spMkLst>
              <pc:docMk/>
              <pc:sldMasterMk cId="3822934217" sldId="2147483658"/>
              <pc:sldLayoutMk cId="231078358" sldId="2147483697"/>
              <ac:spMk id="2" creationId="{263D721A-127A-4DBE-B738-ABA4893319BC}"/>
            </ac:spMkLst>
          </pc:spChg>
          <pc:spChg chg="mod">
            <ac:chgData name="Liudmila Khatkevich" userId="9e4f13db-0122-4676-b5ab-9c285f81dc95" providerId="ADAL" clId="{AFD80411-0EF2-4D4C-83C9-B5887907CF46}" dt="2026-03-03T11:03:17.377" v="2"/>
            <ac:spMkLst>
              <pc:docMk/>
              <pc:sldMasterMk cId="3822934217" sldId="2147483658"/>
              <pc:sldLayoutMk cId="231078358" sldId="2147483697"/>
              <ac:spMk id="3" creationId="{90C6BA4E-CBCB-554D-CA98-146A521CFDF4}"/>
            </ac:spMkLst>
          </pc:spChg>
          <pc:spChg chg="mod">
            <ac:chgData name="Liudmila Khatkevich" userId="9e4f13db-0122-4676-b5ab-9c285f81dc95" providerId="ADAL" clId="{AFD80411-0EF2-4D4C-83C9-B5887907CF46}" dt="2026-03-03T11:03:17.377" v="2"/>
            <ac:spMkLst>
              <pc:docMk/>
              <pc:sldMasterMk cId="3822934217" sldId="2147483658"/>
              <pc:sldLayoutMk cId="231078358" sldId="2147483697"/>
              <ac:spMk id="4" creationId="{E9BB62B8-4926-8E23-51B4-D8AC31708BB8}"/>
            </ac:spMkLst>
          </pc:spChg>
          <pc:spChg chg="mod">
            <ac:chgData name="Liudmila Khatkevich" userId="9e4f13db-0122-4676-b5ab-9c285f81dc95" providerId="ADAL" clId="{AFD80411-0EF2-4D4C-83C9-B5887907CF46}" dt="2026-03-03T11:03:17.377" v="2"/>
            <ac:spMkLst>
              <pc:docMk/>
              <pc:sldMasterMk cId="3822934217" sldId="2147483658"/>
              <pc:sldLayoutMk cId="231078358" sldId="2147483697"/>
              <ac:spMk id="5" creationId="{5A808058-9E6F-F0D8-A385-7B4C54766A2E}"/>
            </ac:spMkLst>
          </pc:spChg>
          <pc:spChg chg="mod">
            <ac:chgData name="Liudmila Khatkevich" userId="9e4f13db-0122-4676-b5ab-9c285f81dc95" providerId="ADAL" clId="{AFD80411-0EF2-4D4C-83C9-B5887907CF46}" dt="2026-03-03T11:03:17.377" v="2"/>
            <ac:spMkLst>
              <pc:docMk/>
              <pc:sldMasterMk cId="3822934217" sldId="2147483658"/>
              <pc:sldLayoutMk cId="231078358" sldId="2147483697"/>
              <ac:spMk id="6" creationId="{93D95AB9-CE03-7AFD-DBBE-C67756B352CB}"/>
            </ac:spMkLst>
          </pc:spChg>
          <pc:spChg chg="mod">
            <ac:chgData name="Liudmila Khatkevich" userId="9e4f13db-0122-4676-b5ab-9c285f81dc95" providerId="ADAL" clId="{AFD80411-0EF2-4D4C-83C9-B5887907CF46}" dt="2026-03-03T11:03:17.377" v="2"/>
            <ac:spMkLst>
              <pc:docMk/>
              <pc:sldMasterMk cId="3822934217" sldId="2147483658"/>
              <pc:sldLayoutMk cId="231078358" sldId="2147483697"/>
              <ac:spMk id="13" creationId="{091CD3F7-14AE-A849-9B73-75D2354D4845}"/>
            </ac:spMkLst>
          </pc:spChg>
          <pc:picChg chg="mod">
            <ac:chgData name="Liudmila Khatkevich" userId="9e4f13db-0122-4676-b5ab-9c285f81dc95" providerId="ADAL" clId="{AFD80411-0EF2-4D4C-83C9-B5887907CF46}" dt="2026-03-03T11:03:17.377" v="2"/>
            <ac:picMkLst>
              <pc:docMk/>
              <pc:sldMasterMk cId="3822934217" sldId="2147483658"/>
              <pc:sldLayoutMk cId="231078358" sldId="2147483697"/>
              <ac:picMk id="8" creationId="{D4D51ED0-4D08-4641-87AC-8F2B5E2A3B96}"/>
            </ac:picMkLst>
          </pc:picChg>
        </pc:sldLayoutChg>
        <pc:sldLayoutChg chg="modSp del">
          <pc:chgData name="Liudmila Khatkevich" userId="9e4f13db-0122-4676-b5ab-9c285f81dc95" providerId="ADAL" clId="{AFD80411-0EF2-4D4C-83C9-B5887907CF46}" dt="2026-03-03T13:21:08.170" v="3392" actId="700"/>
          <pc:sldLayoutMkLst>
            <pc:docMk/>
            <pc:sldMasterMk cId="3822934217" sldId="2147483658"/>
            <pc:sldLayoutMk cId="2218252338" sldId="2147483698"/>
          </pc:sldLayoutMkLst>
          <pc:spChg chg="mod">
            <ac:chgData name="Liudmila Khatkevich" userId="9e4f13db-0122-4676-b5ab-9c285f81dc95" providerId="ADAL" clId="{AFD80411-0EF2-4D4C-83C9-B5887907CF46}" dt="2026-03-03T11:03:17.377" v="2"/>
            <ac:spMkLst>
              <pc:docMk/>
              <pc:sldMasterMk cId="3822934217" sldId="2147483658"/>
              <pc:sldLayoutMk cId="2218252338" sldId="2147483698"/>
              <ac:spMk id="2" creationId="{5CC81004-83D3-1FD9-8DEB-8753B675234C}"/>
            </ac:spMkLst>
          </pc:spChg>
          <pc:spChg chg="mod">
            <ac:chgData name="Liudmila Khatkevich" userId="9e4f13db-0122-4676-b5ab-9c285f81dc95" providerId="ADAL" clId="{AFD80411-0EF2-4D4C-83C9-B5887907CF46}" dt="2026-03-03T11:03:17.377" v="2"/>
            <ac:spMkLst>
              <pc:docMk/>
              <pc:sldMasterMk cId="3822934217" sldId="2147483658"/>
              <pc:sldLayoutMk cId="2218252338" sldId="2147483698"/>
              <ac:spMk id="3" creationId="{6B05C9E2-FF8C-3AB5-99B5-2786F045CA73}"/>
            </ac:spMkLst>
          </pc:spChg>
          <pc:spChg chg="mod">
            <ac:chgData name="Liudmila Khatkevich" userId="9e4f13db-0122-4676-b5ab-9c285f81dc95" providerId="ADAL" clId="{AFD80411-0EF2-4D4C-83C9-B5887907CF46}" dt="2026-03-03T11:03:17.377" v="2"/>
            <ac:spMkLst>
              <pc:docMk/>
              <pc:sldMasterMk cId="3822934217" sldId="2147483658"/>
              <pc:sldLayoutMk cId="2218252338" sldId="2147483698"/>
              <ac:spMk id="4" creationId="{7093178D-6CC8-41D7-8CEB-9ED5EE67A4BD}"/>
            </ac:spMkLst>
          </pc:spChg>
          <pc:spChg chg="mod">
            <ac:chgData name="Liudmila Khatkevich" userId="9e4f13db-0122-4676-b5ab-9c285f81dc95" providerId="ADAL" clId="{AFD80411-0EF2-4D4C-83C9-B5887907CF46}" dt="2026-03-03T11:03:17.377" v="2"/>
            <ac:spMkLst>
              <pc:docMk/>
              <pc:sldMasterMk cId="3822934217" sldId="2147483658"/>
              <pc:sldLayoutMk cId="2218252338" sldId="2147483698"/>
              <ac:spMk id="5" creationId="{ACC52C08-BA77-F41F-7A2A-48DD915C7E8E}"/>
            </ac:spMkLst>
          </pc:spChg>
          <pc:spChg chg="mod">
            <ac:chgData name="Liudmila Khatkevich" userId="9e4f13db-0122-4676-b5ab-9c285f81dc95" providerId="ADAL" clId="{AFD80411-0EF2-4D4C-83C9-B5887907CF46}" dt="2026-03-03T11:03:17.377" v="2"/>
            <ac:spMkLst>
              <pc:docMk/>
              <pc:sldMasterMk cId="3822934217" sldId="2147483658"/>
              <pc:sldLayoutMk cId="2218252338" sldId="2147483698"/>
              <ac:spMk id="9" creationId="{1657C14D-88D4-2E4E-B3D4-C2C8ABFC1A31}"/>
            </ac:spMkLst>
          </pc:spChg>
          <pc:spChg chg="mod">
            <ac:chgData name="Liudmila Khatkevich" userId="9e4f13db-0122-4676-b5ab-9c285f81dc95" providerId="ADAL" clId="{AFD80411-0EF2-4D4C-83C9-B5887907CF46}" dt="2026-03-03T11:03:17.377" v="2"/>
            <ac:spMkLst>
              <pc:docMk/>
              <pc:sldMasterMk cId="3822934217" sldId="2147483658"/>
              <pc:sldLayoutMk cId="2218252338" sldId="2147483698"/>
              <ac:spMk id="14" creationId="{B0B5FC9B-C94B-DD4C-B568-43367EF1D400}"/>
            </ac:spMkLst>
          </pc:spChg>
        </pc:sldLayoutChg>
        <pc:sldLayoutChg chg="modSp del">
          <pc:chgData name="Liudmila Khatkevich" userId="9e4f13db-0122-4676-b5ab-9c285f81dc95" providerId="ADAL" clId="{AFD80411-0EF2-4D4C-83C9-B5887907CF46}" dt="2026-03-03T13:21:08.170" v="3392" actId="700"/>
          <pc:sldLayoutMkLst>
            <pc:docMk/>
            <pc:sldMasterMk cId="3822934217" sldId="2147483658"/>
            <pc:sldLayoutMk cId="3736451004" sldId="2147483699"/>
          </pc:sldLayoutMkLst>
          <pc:spChg chg="mod">
            <ac:chgData name="Liudmila Khatkevich" userId="9e4f13db-0122-4676-b5ab-9c285f81dc95" providerId="ADAL" clId="{AFD80411-0EF2-4D4C-83C9-B5887907CF46}" dt="2026-03-03T11:03:17.377" v="2"/>
            <ac:spMkLst>
              <pc:docMk/>
              <pc:sldMasterMk cId="3822934217" sldId="2147483658"/>
              <pc:sldLayoutMk cId="3736451004" sldId="2147483699"/>
              <ac:spMk id="2" creationId="{5CC81004-83D3-1FD9-8DEB-8753B675234C}"/>
            </ac:spMkLst>
          </pc:spChg>
          <pc:spChg chg="mod">
            <ac:chgData name="Liudmila Khatkevich" userId="9e4f13db-0122-4676-b5ab-9c285f81dc95" providerId="ADAL" clId="{AFD80411-0EF2-4D4C-83C9-B5887907CF46}" dt="2026-03-03T11:03:17.377" v="2"/>
            <ac:spMkLst>
              <pc:docMk/>
              <pc:sldMasterMk cId="3822934217" sldId="2147483658"/>
              <pc:sldLayoutMk cId="3736451004" sldId="2147483699"/>
              <ac:spMk id="3" creationId="{6B05C9E2-FF8C-3AB5-99B5-2786F045CA73}"/>
            </ac:spMkLst>
          </pc:spChg>
          <pc:spChg chg="mod">
            <ac:chgData name="Liudmila Khatkevich" userId="9e4f13db-0122-4676-b5ab-9c285f81dc95" providerId="ADAL" clId="{AFD80411-0EF2-4D4C-83C9-B5887907CF46}" dt="2026-03-03T11:03:17.377" v="2"/>
            <ac:spMkLst>
              <pc:docMk/>
              <pc:sldMasterMk cId="3822934217" sldId="2147483658"/>
              <pc:sldLayoutMk cId="3736451004" sldId="2147483699"/>
              <ac:spMk id="4" creationId="{7093178D-6CC8-41D7-8CEB-9ED5EE67A4BD}"/>
            </ac:spMkLst>
          </pc:spChg>
          <pc:spChg chg="mod">
            <ac:chgData name="Liudmila Khatkevich" userId="9e4f13db-0122-4676-b5ab-9c285f81dc95" providerId="ADAL" clId="{AFD80411-0EF2-4D4C-83C9-B5887907CF46}" dt="2026-03-03T11:03:17.377" v="2"/>
            <ac:spMkLst>
              <pc:docMk/>
              <pc:sldMasterMk cId="3822934217" sldId="2147483658"/>
              <pc:sldLayoutMk cId="3736451004" sldId="2147483699"/>
              <ac:spMk id="5" creationId="{ACC52C08-BA77-F41F-7A2A-48DD915C7E8E}"/>
            </ac:spMkLst>
          </pc:spChg>
          <pc:spChg chg="mod">
            <ac:chgData name="Liudmila Khatkevich" userId="9e4f13db-0122-4676-b5ab-9c285f81dc95" providerId="ADAL" clId="{AFD80411-0EF2-4D4C-83C9-B5887907CF46}" dt="2026-03-03T11:03:17.377" v="2"/>
            <ac:spMkLst>
              <pc:docMk/>
              <pc:sldMasterMk cId="3822934217" sldId="2147483658"/>
              <pc:sldLayoutMk cId="3736451004" sldId="2147483699"/>
              <ac:spMk id="6" creationId="{91463925-928E-4FE1-B9E5-B83141A2C221}"/>
            </ac:spMkLst>
          </pc:spChg>
          <pc:spChg chg="mod">
            <ac:chgData name="Liudmila Khatkevich" userId="9e4f13db-0122-4676-b5ab-9c285f81dc95" providerId="ADAL" clId="{AFD80411-0EF2-4D4C-83C9-B5887907CF46}" dt="2026-03-03T11:03:17.377" v="2"/>
            <ac:spMkLst>
              <pc:docMk/>
              <pc:sldMasterMk cId="3822934217" sldId="2147483658"/>
              <pc:sldLayoutMk cId="3736451004" sldId="2147483699"/>
              <ac:spMk id="8" creationId="{D63DBF0C-CA25-003D-B5D8-6EE24C1F808C}"/>
            </ac:spMkLst>
          </pc:spChg>
          <pc:spChg chg="mod">
            <ac:chgData name="Liudmila Khatkevich" userId="9e4f13db-0122-4676-b5ab-9c285f81dc95" providerId="ADAL" clId="{AFD80411-0EF2-4D4C-83C9-B5887907CF46}" dt="2026-03-03T11:03:17.377" v="2"/>
            <ac:spMkLst>
              <pc:docMk/>
              <pc:sldMasterMk cId="3822934217" sldId="2147483658"/>
              <pc:sldLayoutMk cId="3736451004" sldId="2147483699"/>
              <ac:spMk id="9" creationId="{1657C14D-88D4-2E4E-B3D4-C2C8ABFC1A31}"/>
            </ac:spMkLst>
          </pc:spChg>
          <pc:spChg chg="mod">
            <ac:chgData name="Liudmila Khatkevich" userId="9e4f13db-0122-4676-b5ab-9c285f81dc95" providerId="ADAL" clId="{AFD80411-0EF2-4D4C-83C9-B5887907CF46}" dt="2026-03-03T11:03:17.377" v="2"/>
            <ac:spMkLst>
              <pc:docMk/>
              <pc:sldMasterMk cId="3822934217" sldId="2147483658"/>
              <pc:sldLayoutMk cId="3736451004" sldId="2147483699"/>
              <ac:spMk id="10" creationId="{697B36E0-E687-34C7-ACB3-F681FF77C582}"/>
            </ac:spMkLst>
          </pc:spChg>
          <pc:spChg chg="mod">
            <ac:chgData name="Liudmila Khatkevich" userId="9e4f13db-0122-4676-b5ab-9c285f81dc95" providerId="ADAL" clId="{AFD80411-0EF2-4D4C-83C9-B5887907CF46}" dt="2026-03-03T11:03:17.377" v="2"/>
            <ac:spMkLst>
              <pc:docMk/>
              <pc:sldMasterMk cId="3822934217" sldId="2147483658"/>
              <pc:sldLayoutMk cId="3736451004" sldId="2147483699"/>
              <ac:spMk id="14" creationId="{B0B5FC9B-C94B-DD4C-B568-43367EF1D400}"/>
            </ac:spMkLst>
          </pc:spChg>
          <pc:picChg chg="mod">
            <ac:chgData name="Liudmila Khatkevich" userId="9e4f13db-0122-4676-b5ab-9c285f81dc95" providerId="ADAL" clId="{AFD80411-0EF2-4D4C-83C9-B5887907CF46}" dt="2026-03-03T11:03:17.377" v="2"/>
            <ac:picMkLst>
              <pc:docMk/>
              <pc:sldMasterMk cId="3822934217" sldId="2147483658"/>
              <pc:sldLayoutMk cId="3736451004" sldId="2147483699"/>
              <ac:picMk id="7" creationId="{C169AD5E-5F94-E6C0-0DB3-77E8A5A0D3C0}"/>
            </ac:picMkLst>
          </pc:picChg>
        </pc:sldLayoutChg>
        <pc:sldLayoutChg chg="modSp del">
          <pc:chgData name="Liudmila Khatkevich" userId="9e4f13db-0122-4676-b5ab-9c285f81dc95" providerId="ADAL" clId="{AFD80411-0EF2-4D4C-83C9-B5887907CF46}" dt="2026-03-03T13:21:08.170" v="3392" actId="700"/>
          <pc:sldLayoutMkLst>
            <pc:docMk/>
            <pc:sldMasterMk cId="3822934217" sldId="2147483658"/>
            <pc:sldLayoutMk cId="602775576" sldId="2147483700"/>
          </pc:sldLayoutMkLst>
          <pc:spChg chg="mod">
            <ac:chgData name="Liudmila Khatkevich" userId="9e4f13db-0122-4676-b5ab-9c285f81dc95" providerId="ADAL" clId="{AFD80411-0EF2-4D4C-83C9-B5887907CF46}" dt="2026-03-03T11:03:17.377" v="2"/>
            <ac:spMkLst>
              <pc:docMk/>
              <pc:sldMasterMk cId="3822934217" sldId="2147483658"/>
              <pc:sldLayoutMk cId="602775576" sldId="2147483700"/>
              <ac:spMk id="2" creationId="{263D721A-127A-4DBE-B738-ABA4893319BC}"/>
            </ac:spMkLst>
          </pc:spChg>
          <pc:spChg chg="mod">
            <ac:chgData name="Liudmila Khatkevich" userId="9e4f13db-0122-4676-b5ab-9c285f81dc95" providerId="ADAL" clId="{AFD80411-0EF2-4D4C-83C9-B5887907CF46}" dt="2026-03-03T11:03:17.377" v="2"/>
            <ac:spMkLst>
              <pc:docMk/>
              <pc:sldMasterMk cId="3822934217" sldId="2147483658"/>
              <pc:sldLayoutMk cId="602775576" sldId="2147483700"/>
              <ac:spMk id="10" creationId="{DCFE7496-2B11-468F-A424-81EF7552D417}"/>
            </ac:spMkLst>
          </pc:spChg>
          <pc:spChg chg="mod">
            <ac:chgData name="Liudmila Khatkevich" userId="9e4f13db-0122-4676-b5ab-9c285f81dc95" providerId="ADAL" clId="{AFD80411-0EF2-4D4C-83C9-B5887907CF46}" dt="2026-03-03T11:03:17.377" v="2"/>
            <ac:spMkLst>
              <pc:docMk/>
              <pc:sldMasterMk cId="3822934217" sldId="2147483658"/>
              <pc:sldLayoutMk cId="602775576" sldId="2147483700"/>
              <ac:spMk id="11" creationId="{00000000-0000-0000-0000-000000000000}"/>
            </ac:spMkLst>
          </pc:spChg>
          <pc:picChg chg="mod">
            <ac:chgData name="Liudmila Khatkevich" userId="9e4f13db-0122-4676-b5ab-9c285f81dc95" providerId="ADAL" clId="{AFD80411-0EF2-4D4C-83C9-B5887907CF46}" dt="2026-03-03T11:03:17.377" v="2"/>
            <ac:picMkLst>
              <pc:docMk/>
              <pc:sldMasterMk cId="3822934217" sldId="2147483658"/>
              <pc:sldLayoutMk cId="602775576" sldId="2147483700"/>
              <ac:picMk id="12" creationId="{15EB0785-A8B2-B844-97DC-362F6DEDBA7A}"/>
            </ac:picMkLst>
          </pc:picChg>
        </pc:sldLayoutChg>
        <pc:sldLayoutChg chg="modSp del">
          <pc:chgData name="Liudmila Khatkevich" userId="9e4f13db-0122-4676-b5ab-9c285f81dc95" providerId="ADAL" clId="{AFD80411-0EF2-4D4C-83C9-B5887907CF46}" dt="2026-03-03T13:21:08.170" v="3392" actId="700"/>
          <pc:sldLayoutMkLst>
            <pc:docMk/>
            <pc:sldMasterMk cId="3822934217" sldId="2147483658"/>
            <pc:sldLayoutMk cId="966239748" sldId="2147483701"/>
          </pc:sldLayoutMkLst>
          <pc:spChg chg="mod">
            <ac:chgData name="Liudmila Khatkevich" userId="9e4f13db-0122-4676-b5ab-9c285f81dc95" providerId="ADAL" clId="{AFD80411-0EF2-4D4C-83C9-B5887907CF46}" dt="2026-03-03T11:03:17.377" v="2"/>
            <ac:spMkLst>
              <pc:docMk/>
              <pc:sldMasterMk cId="3822934217" sldId="2147483658"/>
              <pc:sldLayoutMk cId="966239748" sldId="2147483701"/>
              <ac:spMk id="2" creationId="{263D721A-127A-4DBE-B738-ABA4893319BC}"/>
            </ac:spMkLst>
          </pc:spChg>
          <pc:spChg chg="mod">
            <ac:chgData name="Liudmila Khatkevich" userId="9e4f13db-0122-4676-b5ab-9c285f81dc95" providerId="ADAL" clId="{AFD80411-0EF2-4D4C-83C9-B5887907CF46}" dt="2026-03-03T11:03:17.377" v="2"/>
            <ac:spMkLst>
              <pc:docMk/>
              <pc:sldMasterMk cId="3822934217" sldId="2147483658"/>
              <pc:sldLayoutMk cId="966239748" sldId="2147483701"/>
              <ac:spMk id="3" creationId="{7D6310AE-15DA-337B-9B5E-33A904BF3549}"/>
            </ac:spMkLst>
          </pc:spChg>
          <pc:spChg chg="mod">
            <ac:chgData name="Liudmila Khatkevich" userId="9e4f13db-0122-4676-b5ab-9c285f81dc95" providerId="ADAL" clId="{AFD80411-0EF2-4D4C-83C9-B5887907CF46}" dt="2026-03-03T11:03:17.377" v="2"/>
            <ac:spMkLst>
              <pc:docMk/>
              <pc:sldMasterMk cId="3822934217" sldId="2147483658"/>
              <pc:sldLayoutMk cId="966239748" sldId="2147483701"/>
              <ac:spMk id="5" creationId="{9A5B1A98-E850-C3DE-38BF-EFAE0A2DC98C}"/>
            </ac:spMkLst>
          </pc:spChg>
          <pc:spChg chg="mod">
            <ac:chgData name="Liudmila Khatkevich" userId="9e4f13db-0122-4676-b5ab-9c285f81dc95" providerId="ADAL" clId="{AFD80411-0EF2-4D4C-83C9-B5887907CF46}" dt="2026-03-03T11:03:17.377" v="2"/>
            <ac:spMkLst>
              <pc:docMk/>
              <pc:sldMasterMk cId="3822934217" sldId="2147483658"/>
              <pc:sldLayoutMk cId="966239748" sldId="2147483701"/>
              <ac:spMk id="6" creationId="{6E6FC5F8-7CE5-D29D-2CCA-C5715CDD43BD}"/>
            </ac:spMkLst>
          </pc:spChg>
          <pc:spChg chg="mod">
            <ac:chgData name="Liudmila Khatkevich" userId="9e4f13db-0122-4676-b5ab-9c285f81dc95" providerId="ADAL" clId="{AFD80411-0EF2-4D4C-83C9-B5887907CF46}" dt="2026-03-03T11:03:17.377" v="2"/>
            <ac:spMkLst>
              <pc:docMk/>
              <pc:sldMasterMk cId="3822934217" sldId="2147483658"/>
              <pc:sldLayoutMk cId="966239748" sldId="2147483701"/>
              <ac:spMk id="10" creationId="{DCFE7496-2B11-468F-A424-81EF7552D417}"/>
            </ac:spMkLst>
          </pc:spChg>
          <pc:spChg chg="mod">
            <ac:chgData name="Liudmila Khatkevich" userId="9e4f13db-0122-4676-b5ab-9c285f81dc95" providerId="ADAL" clId="{AFD80411-0EF2-4D4C-83C9-B5887907CF46}" dt="2026-03-03T11:03:17.377" v="2"/>
            <ac:spMkLst>
              <pc:docMk/>
              <pc:sldMasterMk cId="3822934217" sldId="2147483658"/>
              <pc:sldLayoutMk cId="966239748" sldId="2147483701"/>
              <ac:spMk id="11" creationId="{00000000-0000-0000-0000-000000000000}"/>
            </ac:spMkLst>
          </pc:spChg>
          <pc:picChg chg="mod">
            <ac:chgData name="Liudmila Khatkevich" userId="9e4f13db-0122-4676-b5ab-9c285f81dc95" providerId="ADAL" clId="{AFD80411-0EF2-4D4C-83C9-B5887907CF46}" dt="2026-03-03T11:03:17.377" v="2"/>
            <ac:picMkLst>
              <pc:docMk/>
              <pc:sldMasterMk cId="3822934217" sldId="2147483658"/>
              <pc:sldLayoutMk cId="966239748" sldId="2147483701"/>
              <ac:picMk id="4" creationId="{C4F314DE-C7E3-7237-4318-0407E44F5726}"/>
            </ac:picMkLst>
          </pc:picChg>
        </pc:sldLayoutChg>
        <pc:sldLayoutChg chg="modSp del">
          <pc:chgData name="Liudmila Khatkevich" userId="9e4f13db-0122-4676-b5ab-9c285f81dc95" providerId="ADAL" clId="{AFD80411-0EF2-4D4C-83C9-B5887907CF46}" dt="2026-03-03T13:21:08.170" v="3392" actId="700"/>
          <pc:sldLayoutMkLst>
            <pc:docMk/>
            <pc:sldMasterMk cId="3822934217" sldId="2147483658"/>
            <pc:sldLayoutMk cId="1245913298" sldId="2147483702"/>
          </pc:sldLayoutMkLst>
          <pc:spChg chg="mod">
            <ac:chgData name="Liudmila Khatkevich" userId="9e4f13db-0122-4676-b5ab-9c285f81dc95" providerId="ADAL" clId="{AFD80411-0EF2-4D4C-83C9-B5887907CF46}" dt="2026-03-03T11:03:17.377" v="2"/>
            <ac:spMkLst>
              <pc:docMk/>
              <pc:sldMasterMk cId="3822934217" sldId="2147483658"/>
              <pc:sldLayoutMk cId="1245913298" sldId="2147483702"/>
              <ac:spMk id="2" creationId="{263D721A-127A-4DBE-B738-ABA4893319BC}"/>
            </ac:spMkLst>
          </pc:spChg>
          <pc:spChg chg="mod">
            <ac:chgData name="Liudmila Khatkevich" userId="9e4f13db-0122-4676-b5ab-9c285f81dc95" providerId="ADAL" clId="{AFD80411-0EF2-4D4C-83C9-B5887907CF46}" dt="2026-03-03T11:03:17.377" v="2"/>
            <ac:spMkLst>
              <pc:docMk/>
              <pc:sldMasterMk cId="3822934217" sldId="2147483658"/>
              <pc:sldLayoutMk cId="1245913298" sldId="2147483702"/>
              <ac:spMk id="3" creationId="{15F520A7-9AB7-29A3-F6E1-6EDE842DFA3A}"/>
            </ac:spMkLst>
          </pc:spChg>
          <pc:spChg chg="mod">
            <ac:chgData name="Liudmila Khatkevich" userId="9e4f13db-0122-4676-b5ab-9c285f81dc95" providerId="ADAL" clId="{AFD80411-0EF2-4D4C-83C9-B5887907CF46}" dt="2026-03-03T11:03:17.377" v="2"/>
            <ac:spMkLst>
              <pc:docMk/>
              <pc:sldMasterMk cId="3822934217" sldId="2147483658"/>
              <pc:sldLayoutMk cId="1245913298" sldId="2147483702"/>
              <ac:spMk id="4" creationId="{B35B6FBE-AD77-73FE-AB75-C5B0A0FF3DDF}"/>
            </ac:spMkLst>
          </pc:spChg>
          <pc:picChg chg="mod">
            <ac:chgData name="Liudmila Khatkevich" userId="9e4f13db-0122-4676-b5ab-9c285f81dc95" providerId="ADAL" clId="{AFD80411-0EF2-4D4C-83C9-B5887907CF46}" dt="2026-03-03T11:03:17.377" v="2"/>
            <ac:picMkLst>
              <pc:docMk/>
              <pc:sldMasterMk cId="3822934217" sldId="2147483658"/>
              <pc:sldLayoutMk cId="1245913298" sldId="2147483702"/>
              <ac:picMk id="8" creationId="{ECD48285-8885-4D22-8AE4-172AF6114199}"/>
            </ac:picMkLst>
          </pc:picChg>
        </pc:sldLayoutChg>
        <pc:sldLayoutChg chg="modSp del">
          <pc:chgData name="Liudmila Khatkevich" userId="9e4f13db-0122-4676-b5ab-9c285f81dc95" providerId="ADAL" clId="{AFD80411-0EF2-4D4C-83C9-B5887907CF46}" dt="2026-03-03T13:21:08.170" v="3392" actId="700"/>
          <pc:sldLayoutMkLst>
            <pc:docMk/>
            <pc:sldMasterMk cId="3822934217" sldId="2147483658"/>
            <pc:sldLayoutMk cId="2089531572" sldId="2147483703"/>
          </pc:sldLayoutMkLst>
          <pc:spChg chg="mod">
            <ac:chgData name="Liudmila Khatkevich" userId="9e4f13db-0122-4676-b5ab-9c285f81dc95" providerId="ADAL" clId="{AFD80411-0EF2-4D4C-83C9-B5887907CF46}" dt="2026-03-03T11:03:17.377" v="2"/>
            <ac:spMkLst>
              <pc:docMk/>
              <pc:sldMasterMk cId="3822934217" sldId="2147483658"/>
              <pc:sldLayoutMk cId="2089531572" sldId="2147483703"/>
              <ac:spMk id="2" creationId="{263D721A-127A-4DBE-B738-ABA4893319BC}"/>
            </ac:spMkLst>
          </pc:spChg>
          <pc:spChg chg="mod">
            <ac:chgData name="Liudmila Khatkevich" userId="9e4f13db-0122-4676-b5ab-9c285f81dc95" providerId="ADAL" clId="{AFD80411-0EF2-4D4C-83C9-B5887907CF46}" dt="2026-03-03T11:03:17.377" v="2"/>
            <ac:spMkLst>
              <pc:docMk/>
              <pc:sldMasterMk cId="3822934217" sldId="2147483658"/>
              <pc:sldLayoutMk cId="2089531572" sldId="2147483703"/>
              <ac:spMk id="3" creationId="{15F520A7-9AB7-29A3-F6E1-6EDE842DFA3A}"/>
            </ac:spMkLst>
          </pc:spChg>
          <pc:spChg chg="mod">
            <ac:chgData name="Liudmila Khatkevich" userId="9e4f13db-0122-4676-b5ab-9c285f81dc95" providerId="ADAL" clId="{AFD80411-0EF2-4D4C-83C9-B5887907CF46}" dt="2026-03-03T11:03:17.377" v="2"/>
            <ac:spMkLst>
              <pc:docMk/>
              <pc:sldMasterMk cId="3822934217" sldId="2147483658"/>
              <pc:sldLayoutMk cId="2089531572" sldId="2147483703"/>
              <ac:spMk id="4" creationId="{B35B6FBE-AD77-73FE-AB75-C5B0A0FF3DDF}"/>
            </ac:spMkLst>
          </pc:spChg>
          <pc:spChg chg="mod">
            <ac:chgData name="Liudmila Khatkevich" userId="9e4f13db-0122-4676-b5ab-9c285f81dc95" providerId="ADAL" clId="{AFD80411-0EF2-4D4C-83C9-B5887907CF46}" dt="2026-03-03T11:03:17.377" v="2"/>
            <ac:spMkLst>
              <pc:docMk/>
              <pc:sldMasterMk cId="3822934217" sldId="2147483658"/>
              <pc:sldLayoutMk cId="2089531572" sldId="2147483703"/>
              <ac:spMk id="5" creationId="{C69C4A8F-5B1E-7B0E-CAF7-B9F33D92C844}"/>
            </ac:spMkLst>
          </pc:spChg>
          <pc:spChg chg="mod">
            <ac:chgData name="Liudmila Khatkevich" userId="9e4f13db-0122-4676-b5ab-9c285f81dc95" providerId="ADAL" clId="{AFD80411-0EF2-4D4C-83C9-B5887907CF46}" dt="2026-03-03T11:03:17.377" v="2"/>
            <ac:spMkLst>
              <pc:docMk/>
              <pc:sldMasterMk cId="3822934217" sldId="2147483658"/>
              <pc:sldLayoutMk cId="2089531572" sldId="2147483703"/>
              <ac:spMk id="7" creationId="{714E9D77-5CF8-5131-6018-48DF58117ECE}"/>
            </ac:spMkLst>
          </pc:spChg>
          <pc:spChg chg="mod">
            <ac:chgData name="Liudmila Khatkevich" userId="9e4f13db-0122-4676-b5ab-9c285f81dc95" providerId="ADAL" clId="{AFD80411-0EF2-4D4C-83C9-B5887907CF46}" dt="2026-03-03T11:03:17.377" v="2"/>
            <ac:spMkLst>
              <pc:docMk/>
              <pc:sldMasterMk cId="3822934217" sldId="2147483658"/>
              <pc:sldLayoutMk cId="2089531572" sldId="2147483703"/>
              <ac:spMk id="9" creationId="{334280A7-4796-759A-6B00-0444E865A6A0}"/>
            </ac:spMkLst>
          </pc:spChg>
          <pc:picChg chg="mod">
            <ac:chgData name="Liudmila Khatkevich" userId="9e4f13db-0122-4676-b5ab-9c285f81dc95" providerId="ADAL" clId="{AFD80411-0EF2-4D4C-83C9-B5887907CF46}" dt="2026-03-03T11:03:17.377" v="2"/>
            <ac:picMkLst>
              <pc:docMk/>
              <pc:sldMasterMk cId="3822934217" sldId="2147483658"/>
              <pc:sldLayoutMk cId="2089531572" sldId="2147483703"/>
              <ac:picMk id="6" creationId="{1D6F42AB-F517-759C-A3C4-63443ED771DD}"/>
            </ac:picMkLst>
          </pc:picChg>
        </pc:sldLayoutChg>
        <pc:sldLayoutChg chg="modSp del">
          <pc:chgData name="Liudmila Khatkevich" userId="9e4f13db-0122-4676-b5ab-9c285f81dc95" providerId="ADAL" clId="{AFD80411-0EF2-4D4C-83C9-B5887907CF46}" dt="2026-03-03T13:21:08.170" v="3392" actId="700"/>
          <pc:sldLayoutMkLst>
            <pc:docMk/>
            <pc:sldMasterMk cId="3822934217" sldId="2147483658"/>
            <pc:sldLayoutMk cId="3722036769" sldId="2147483704"/>
          </pc:sldLayoutMkLst>
          <pc:spChg chg="mod">
            <ac:chgData name="Liudmila Khatkevich" userId="9e4f13db-0122-4676-b5ab-9c285f81dc95" providerId="ADAL" clId="{AFD80411-0EF2-4D4C-83C9-B5887907CF46}" dt="2026-03-03T11:03:17.377" v="2"/>
            <ac:spMkLst>
              <pc:docMk/>
              <pc:sldMasterMk cId="3822934217" sldId="2147483658"/>
              <pc:sldLayoutMk cId="3722036769" sldId="2147483704"/>
              <ac:spMk id="2" creationId="{263D721A-127A-4DBE-B738-ABA4893319BC}"/>
            </ac:spMkLst>
          </pc:spChg>
          <pc:spChg chg="mod">
            <ac:chgData name="Liudmila Khatkevich" userId="9e4f13db-0122-4676-b5ab-9c285f81dc95" providerId="ADAL" clId="{AFD80411-0EF2-4D4C-83C9-B5887907CF46}" dt="2026-03-03T11:03:17.377" v="2"/>
            <ac:spMkLst>
              <pc:docMk/>
              <pc:sldMasterMk cId="3822934217" sldId="2147483658"/>
              <pc:sldLayoutMk cId="3722036769" sldId="2147483704"/>
              <ac:spMk id="3" creationId="{C700771F-7FE8-2510-0C0E-734572A38145}"/>
            </ac:spMkLst>
          </pc:spChg>
          <pc:spChg chg="mod">
            <ac:chgData name="Liudmila Khatkevich" userId="9e4f13db-0122-4676-b5ab-9c285f81dc95" providerId="ADAL" clId="{AFD80411-0EF2-4D4C-83C9-B5887907CF46}" dt="2026-03-03T11:03:17.377" v="2"/>
            <ac:spMkLst>
              <pc:docMk/>
              <pc:sldMasterMk cId="3822934217" sldId="2147483658"/>
              <pc:sldLayoutMk cId="3722036769" sldId="2147483704"/>
              <ac:spMk id="5" creationId="{E1513A24-C9FD-06A1-1015-D9656D68B888}"/>
            </ac:spMkLst>
          </pc:spChg>
          <pc:picChg chg="mod">
            <ac:chgData name="Liudmila Khatkevich" userId="9e4f13db-0122-4676-b5ab-9c285f81dc95" providerId="ADAL" clId="{AFD80411-0EF2-4D4C-83C9-B5887907CF46}" dt="2026-03-03T11:03:17.377" v="2"/>
            <ac:picMkLst>
              <pc:docMk/>
              <pc:sldMasterMk cId="3822934217" sldId="2147483658"/>
              <pc:sldLayoutMk cId="3722036769" sldId="2147483704"/>
              <ac:picMk id="4" creationId="{FF61EEF5-D25E-43F9-9DE7-B0D48CE58D19}"/>
            </ac:picMkLst>
          </pc:picChg>
        </pc:sldLayoutChg>
        <pc:sldLayoutChg chg="modSp del">
          <pc:chgData name="Liudmila Khatkevich" userId="9e4f13db-0122-4676-b5ab-9c285f81dc95" providerId="ADAL" clId="{AFD80411-0EF2-4D4C-83C9-B5887907CF46}" dt="2026-03-03T13:21:08.170" v="3392" actId="700"/>
          <pc:sldLayoutMkLst>
            <pc:docMk/>
            <pc:sldMasterMk cId="3822934217" sldId="2147483658"/>
            <pc:sldLayoutMk cId="1841064040" sldId="2147483705"/>
          </pc:sldLayoutMkLst>
          <pc:spChg chg="mod">
            <ac:chgData name="Liudmila Khatkevich" userId="9e4f13db-0122-4676-b5ab-9c285f81dc95" providerId="ADAL" clId="{AFD80411-0EF2-4D4C-83C9-B5887907CF46}" dt="2026-03-03T11:03:17.377" v="2"/>
            <ac:spMkLst>
              <pc:docMk/>
              <pc:sldMasterMk cId="3822934217" sldId="2147483658"/>
              <pc:sldLayoutMk cId="1841064040" sldId="2147483705"/>
              <ac:spMk id="2" creationId="{263D721A-127A-4DBE-B738-ABA4893319BC}"/>
            </ac:spMkLst>
          </pc:spChg>
          <pc:spChg chg="mod">
            <ac:chgData name="Liudmila Khatkevich" userId="9e4f13db-0122-4676-b5ab-9c285f81dc95" providerId="ADAL" clId="{AFD80411-0EF2-4D4C-83C9-B5887907CF46}" dt="2026-03-03T11:03:17.377" v="2"/>
            <ac:spMkLst>
              <pc:docMk/>
              <pc:sldMasterMk cId="3822934217" sldId="2147483658"/>
              <pc:sldLayoutMk cId="1841064040" sldId="2147483705"/>
              <ac:spMk id="10" creationId="{DCFE7496-2B11-468F-A424-81EF7552D417}"/>
            </ac:spMkLst>
          </pc:spChg>
          <pc:spChg chg="mod">
            <ac:chgData name="Liudmila Khatkevich" userId="9e4f13db-0122-4676-b5ab-9c285f81dc95" providerId="ADAL" clId="{AFD80411-0EF2-4D4C-83C9-B5887907CF46}" dt="2026-03-03T11:03:17.377" v="2"/>
            <ac:spMkLst>
              <pc:docMk/>
              <pc:sldMasterMk cId="3822934217" sldId="2147483658"/>
              <pc:sldLayoutMk cId="1841064040" sldId="2147483705"/>
              <ac:spMk id="11" creationId="{00000000-0000-0000-0000-000000000000}"/>
            </ac:spMkLst>
          </pc:spChg>
          <pc:picChg chg="mod">
            <ac:chgData name="Liudmila Khatkevich" userId="9e4f13db-0122-4676-b5ab-9c285f81dc95" providerId="ADAL" clId="{AFD80411-0EF2-4D4C-83C9-B5887907CF46}" dt="2026-03-03T11:03:17.377" v="2"/>
            <ac:picMkLst>
              <pc:docMk/>
              <pc:sldMasterMk cId="3822934217" sldId="2147483658"/>
              <pc:sldLayoutMk cId="1841064040" sldId="2147483705"/>
              <ac:picMk id="12" creationId="{E5D96D1E-C1BD-6F40-A978-D03F53CD4A47}"/>
            </ac:picMkLst>
          </pc:picChg>
        </pc:sldLayoutChg>
        <pc:sldLayoutChg chg="modSp del">
          <pc:chgData name="Liudmila Khatkevich" userId="9e4f13db-0122-4676-b5ab-9c285f81dc95" providerId="ADAL" clId="{AFD80411-0EF2-4D4C-83C9-B5887907CF46}" dt="2026-03-03T13:21:08.170" v="3392" actId="700"/>
          <pc:sldLayoutMkLst>
            <pc:docMk/>
            <pc:sldMasterMk cId="3822934217" sldId="2147483658"/>
            <pc:sldLayoutMk cId="3528656708" sldId="2147483706"/>
          </pc:sldLayoutMkLst>
          <pc:spChg chg="mod">
            <ac:chgData name="Liudmila Khatkevich" userId="9e4f13db-0122-4676-b5ab-9c285f81dc95" providerId="ADAL" clId="{AFD80411-0EF2-4D4C-83C9-B5887907CF46}" dt="2026-03-03T11:03:17.377" v="2"/>
            <ac:spMkLst>
              <pc:docMk/>
              <pc:sldMasterMk cId="3822934217" sldId="2147483658"/>
              <pc:sldLayoutMk cId="3528656708" sldId="2147483706"/>
              <ac:spMk id="2" creationId="{2C54523F-EFD3-EDB0-4AF0-FB2421CCFFF3}"/>
            </ac:spMkLst>
          </pc:spChg>
          <pc:spChg chg="mod">
            <ac:chgData name="Liudmila Khatkevich" userId="9e4f13db-0122-4676-b5ab-9c285f81dc95" providerId="ADAL" clId="{AFD80411-0EF2-4D4C-83C9-B5887907CF46}" dt="2026-03-03T11:03:17.377" v="2"/>
            <ac:spMkLst>
              <pc:docMk/>
              <pc:sldMasterMk cId="3822934217" sldId="2147483658"/>
              <pc:sldLayoutMk cId="3528656708" sldId="2147483706"/>
              <ac:spMk id="3" creationId="{7DB8D92B-BDD7-86B1-A31A-C3740736BA65}"/>
            </ac:spMkLst>
          </pc:spChg>
          <pc:spChg chg="mod">
            <ac:chgData name="Liudmila Khatkevich" userId="9e4f13db-0122-4676-b5ab-9c285f81dc95" providerId="ADAL" clId="{AFD80411-0EF2-4D4C-83C9-B5887907CF46}" dt="2026-03-03T11:03:17.377" v="2"/>
            <ac:spMkLst>
              <pc:docMk/>
              <pc:sldMasterMk cId="3822934217" sldId="2147483658"/>
              <pc:sldLayoutMk cId="3528656708" sldId="2147483706"/>
              <ac:spMk id="5" creationId="{B17DFB89-A9BD-47AC-B57A-7869039229B5}"/>
            </ac:spMkLst>
          </pc:spChg>
          <pc:spChg chg="mod">
            <ac:chgData name="Liudmila Khatkevich" userId="9e4f13db-0122-4676-b5ab-9c285f81dc95" providerId="ADAL" clId="{AFD80411-0EF2-4D4C-83C9-B5887907CF46}" dt="2026-03-03T11:03:17.377" v="2"/>
            <ac:spMkLst>
              <pc:docMk/>
              <pc:sldMasterMk cId="3822934217" sldId="2147483658"/>
              <pc:sldLayoutMk cId="3528656708" sldId="2147483706"/>
              <ac:spMk id="7" creationId="{CE8FAB7B-4710-4747-B680-F6B4F0097B29}"/>
            </ac:spMkLst>
          </pc:spChg>
          <pc:picChg chg="mod">
            <ac:chgData name="Liudmila Khatkevich" userId="9e4f13db-0122-4676-b5ab-9c285f81dc95" providerId="ADAL" clId="{AFD80411-0EF2-4D4C-83C9-B5887907CF46}" dt="2026-03-03T11:03:17.377" v="2"/>
            <ac:picMkLst>
              <pc:docMk/>
              <pc:sldMasterMk cId="3822934217" sldId="2147483658"/>
              <pc:sldLayoutMk cId="3528656708" sldId="2147483706"/>
              <ac:picMk id="8" creationId="{EE036E7A-2B84-45D1-985C-C2AD71420C46}"/>
            </ac:picMkLst>
          </pc:picChg>
        </pc:sldLayoutChg>
        <pc:sldLayoutChg chg="modSp del">
          <pc:chgData name="Liudmila Khatkevich" userId="9e4f13db-0122-4676-b5ab-9c285f81dc95" providerId="ADAL" clId="{AFD80411-0EF2-4D4C-83C9-B5887907CF46}" dt="2026-03-03T13:21:08.170" v="3392" actId="700"/>
          <pc:sldLayoutMkLst>
            <pc:docMk/>
            <pc:sldMasterMk cId="3822934217" sldId="2147483658"/>
            <pc:sldLayoutMk cId="2705879144" sldId="2147483707"/>
          </pc:sldLayoutMkLst>
          <pc:spChg chg="mod">
            <ac:chgData name="Liudmila Khatkevich" userId="9e4f13db-0122-4676-b5ab-9c285f81dc95" providerId="ADAL" clId="{AFD80411-0EF2-4D4C-83C9-B5887907CF46}" dt="2026-03-03T11:03:17.377" v="2"/>
            <ac:spMkLst>
              <pc:docMk/>
              <pc:sldMasterMk cId="3822934217" sldId="2147483658"/>
              <pc:sldLayoutMk cId="2705879144" sldId="2147483707"/>
              <ac:spMk id="2" creationId="{2C54523F-EFD3-EDB0-4AF0-FB2421CCFFF3}"/>
            </ac:spMkLst>
          </pc:spChg>
          <pc:spChg chg="mod">
            <ac:chgData name="Liudmila Khatkevich" userId="9e4f13db-0122-4676-b5ab-9c285f81dc95" providerId="ADAL" clId="{AFD80411-0EF2-4D4C-83C9-B5887907CF46}" dt="2026-03-03T11:03:17.377" v="2"/>
            <ac:spMkLst>
              <pc:docMk/>
              <pc:sldMasterMk cId="3822934217" sldId="2147483658"/>
              <pc:sldLayoutMk cId="2705879144" sldId="2147483707"/>
              <ac:spMk id="3" creationId="{7DB8D92B-BDD7-86B1-A31A-C3740736BA65}"/>
            </ac:spMkLst>
          </pc:spChg>
          <pc:spChg chg="mod">
            <ac:chgData name="Liudmila Khatkevich" userId="9e4f13db-0122-4676-b5ab-9c285f81dc95" providerId="ADAL" clId="{AFD80411-0EF2-4D4C-83C9-B5887907CF46}" dt="2026-03-03T11:03:17.377" v="2"/>
            <ac:spMkLst>
              <pc:docMk/>
              <pc:sldMasterMk cId="3822934217" sldId="2147483658"/>
              <pc:sldLayoutMk cId="2705879144" sldId="2147483707"/>
              <ac:spMk id="5" creationId="{B17DFB89-A9BD-47AC-B57A-7869039229B5}"/>
            </ac:spMkLst>
          </pc:spChg>
          <pc:spChg chg="mod">
            <ac:chgData name="Liudmila Khatkevich" userId="9e4f13db-0122-4676-b5ab-9c285f81dc95" providerId="ADAL" clId="{AFD80411-0EF2-4D4C-83C9-B5887907CF46}" dt="2026-03-03T11:03:17.377" v="2"/>
            <ac:spMkLst>
              <pc:docMk/>
              <pc:sldMasterMk cId="3822934217" sldId="2147483658"/>
              <pc:sldLayoutMk cId="2705879144" sldId="2147483707"/>
              <ac:spMk id="7" creationId="{CE8FAB7B-4710-4747-B680-F6B4F0097B29}"/>
            </ac:spMkLst>
          </pc:spChg>
          <pc:picChg chg="mod">
            <ac:chgData name="Liudmila Khatkevich" userId="9e4f13db-0122-4676-b5ab-9c285f81dc95" providerId="ADAL" clId="{AFD80411-0EF2-4D4C-83C9-B5887907CF46}" dt="2026-03-03T11:03:17.377" v="2"/>
            <ac:picMkLst>
              <pc:docMk/>
              <pc:sldMasterMk cId="3822934217" sldId="2147483658"/>
              <pc:sldLayoutMk cId="2705879144" sldId="2147483707"/>
              <ac:picMk id="4" creationId="{E104305F-427E-7B08-9801-43AF5256FF76}"/>
            </ac:picMkLst>
          </pc:picChg>
        </pc:sldLayoutChg>
        <pc:sldLayoutChg chg="modSp del">
          <pc:chgData name="Liudmila Khatkevich" userId="9e4f13db-0122-4676-b5ab-9c285f81dc95" providerId="ADAL" clId="{AFD80411-0EF2-4D4C-83C9-B5887907CF46}" dt="2026-03-03T13:21:08.170" v="3392" actId="700"/>
          <pc:sldLayoutMkLst>
            <pc:docMk/>
            <pc:sldMasterMk cId="3822934217" sldId="2147483658"/>
            <pc:sldLayoutMk cId="671990935" sldId="2147483708"/>
          </pc:sldLayoutMkLst>
          <pc:spChg chg="mod">
            <ac:chgData name="Liudmila Khatkevich" userId="9e4f13db-0122-4676-b5ab-9c285f81dc95" providerId="ADAL" clId="{AFD80411-0EF2-4D4C-83C9-B5887907CF46}" dt="2026-03-03T11:03:17.377" v="2"/>
            <ac:spMkLst>
              <pc:docMk/>
              <pc:sldMasterMk cId="3822934217" sldId="2147483658"/>
              <pc:sldLayoutMk cId="671990935" sldId="2147483708"/>
              <ac:spMk id="2" creationId="{2CB0227B-1090-48E9-B33D-CB9CA73DF05F}"/>
            </ac:spMkLst>
          </pc:spChg>
          <pc:spChg chg="mod">
            <ac:chgData name="Liudmila Khatkevich" userId="9e4f13db-0122-4676-b5ab-9c285f81dc95" providerId="ADAL" clId="{AFD80411-0EF2-4D4C-83C9-B5887907CF46}" dt="2026-03-03T11:03:17.377" v="2"/>
            <ac:spMkLst>
              <pc:docMk/>
              <pc:sldMasterMk cId="3822934217" sldId="2147483658"/>
              <pc:sldLayoutMk cId="671990935" sldId="2147483708"/>
              <ac:spMk id="3" creationId="{31C45522-9A1C-E9EB-4D96-B0CFFD2F7212}"/>
            </ac:spMkLst>
          </pc:spChg>
          <pc:spChg chg="mod">
            <ac:chgData name="Liudmila Khatkevich" userId="9e4f13db-0122-4676-b5ab-9c285f81dc95" providerId="ADAL" clId="{AFD80411-0EF2-4D4C-83C9-B5887907CF46}" dt="2026-03-03T11:03:17.377" v="2"/>
            <ac:spMkLst>
              <pc:docMk/>
              <pc:sldMasterMk cId="3822934217" sldId="2147483658"/>
              <pc:sldLayoutMk cId="671990935" sldId="2147483708"/>
              <ac:spMk id="4" creationId="{E2E6E8F6-4D6C-2884-0A7D-72BB39B21D6B}"/>
            </ac:spMkLst>
          </pc:spChg>
          <pc:spChg chg="mod">
            <ac:chgData name="Liudmila Khatkevich" userId="9e4f13db-0122-4676-b5ab-9c285f81dc95" providerId="ADAL" clId="{AFD80411-0EF2-4D4C-83C9-B5887907CF46}" dt="2026-03-03T11:03:17.377" v="2"/>
            <ac:spMkLst>
              <pc:docMk/>
              <pc:sldMasterMk cId="3822934217" sldId="2147483658"/>
              <pc:sldLayoutMk cId="671990935" sldId="2147483708"/>
              <ac:spMk id="6" creationId="{A3A07FC1-18DF-2355-0123-10BF2390C02D}"/>
            </ac:spMkLst>
          </pc:spChg>
          <pc:spChg chg="mod">
            <ac:chgData name="Liudmila Khatkevich" userId="9e4f13db-0122-4676-b5ab-9c285f81dc95" providerId="ADAL" clId="{AFD80411-0EF2-4D4C-83C9-B5887907CF46}" dt="2026-03-03T11:03:17.377" v="2"/>
            <ac:spMkLst>
              <pc:docMk/>
              <pc:sldMasterMk cId="3822934217" sldId="2147483658"/>
              <pc:sldLayoutMk cId="671990935" sldId="2147483708"/>
              <ac:spMk id="7" creationId="{7B024407-B901-7B1F-04F9-932983C670E0}"/>
            </ac:spMkLst>
          </pc:spChg>
        </pc:sldLayoutChg>
        <pc:sldLayoutChg chg="modSp del">
          <pc:chgData name="Liudmila Khatkevich" userId="9e4f13db-0122-4676-b5ab-9c285f81dc95" providerId="ADAL" clId="{AFD80411-0EF2-4D4C-83C9-B5887907CF46}" dt="2026-03-03T13:21:08.170" v="3392" actId="700"/>
          <pc:sldLayoutMkLst>
            <pc:docMk/>
            <pc:sldMasterMk cId="3822934217" sldId="2147483658"/>
            <pc:sldLayoutMk cId="494964530" sldId="2147483709"/>
          </pc:sldLayoutMkLst>
          <pc:spChg chg="mod">
            <ac:chgData name="Liudmila Khatkevich" userId="9e4f13db-0122-4676-b5ab-9c285f81dc95" providerId="ADAL" clId="{AFD80411-0EF2-4D4C-83C9-B5887907CF46}" dt="2026-03-03T11:03:17.377" v="2"/>
            <ac:spMkLst>
              <pc:docMk/>
              <pc:sldMasterMk cId="3822934217" sldId="2147483658"/>
              <pc:sldLayoutMk cId="494964530" sldId="2147483709"/>
              <ac:spMk id="2" creationId="{263D721A-127A-4DBE-B738-ABA4893319BC}"/>
            </ac:spMkLst>
          </pc:spChg>
          <pc:spChg chg="mod">
            <ac:chgData name="Liudmila Khatkevich" userId="9e4f13db-0122-4676-b5ab-9c285f81dc95" providerId="ADAL" clId="{AFD80411-0EF2-4D4C-83C9-B5887907CF46}" dt="2026-03-03T11:03:17.377" v="2"/>
            <ac:spMkLst>
              <pc:docMk/>
              <pc:sldMasterMk cId="3822934217" sldId="2147483658"/>
              <pc:sldLayoutMk cId="494964530" sldId="2147483709"/>
              <ac:spMk id="3" creationId="{C0096CA2-6B8E-1E0B-7446-BC5F37E73D34}"/>
            </ac:spMkLst>
          </pc:spChg>
          <pc:spChg chg="mod">
            <ac:chgData name="Liudmila Khatkevich" userId="9e4f13db-0122-4676-b5ab-9c285f81dc95" providerId="ADAL" clId="{AFD80411-0EF2-4D4C-83C9-B5887907CF46}" dt="2026-03-03T11:03:17.377" v="2"/>
            <ac:spMkLst>
              <pc:docMk/>
              <pc:sldMasterMk cId="3822934217" sldId="2147483658"/>
              <pc:sldLayoutMk cId="494964530" sldId="2147483709"/>
              <ac:spMk id="4" creationId="{50402405-4264-41C3-7E10-6A2AF1A46193}"/>
            </ac:spMkLst>
          </pc:spChg>
          <pc:picChg chg="mod">
            <ac:chgData name="Liudmila Khatkevich" userId="9e4f13db-0122-4676-b5ab-9c285f81dc95" providerId="ADAL" clId="{AFD80411-0EF2-4D4C-83C9-B5887907CF46}" dt="2026-03-03T11:03:17.377" v="2"/>
            <ac:picMkLst>
              <pc:docMk/>
              <pc:sldMasterMk cId="3822934217" sldId="2147483658"/>
              <pc:sldLayoutMk cId="494964530" sldId="2147483709"/>
              <ac:picMk id="8" creationId="{7A9547FE-7857-4A70-ACDF-06ACC0CC3813}"/>
            </ac:picMkLst>
          </pc:picChg>
        </pc:sldLayoutChg>
        <pc:sldLayoutChg chg="modSp del">
          <pc:chgData name="Liudmila Khatkevich" userId="9e4f13db-0122-4676-b5ab-9c285f81dc95" providerId="ADAL" clId="{AFD80411-0EF2-4D4C-83C9-B5887907CF46}" dt="2026-03-03T13:21:08.170" v="3392" actId="700"/>
          <pc:sldLayoutMkLst>
            <pc:docMk/>
            <pc:sldMasterMk cId="3822934217" sldId="2147483658"/>
            <pc:sldLayoutMk cId="642794726" sldId="2147483710"/>
          </pc:sldLayoutMkLst>
          <pc:spChg chg="mod">
            <ac:chgData name="Liudmila Khatkevich" userId="9e4f13db-0122-4676-b5ab-9c285f81dc95" providerId="ADAL" clId="{AFD80411-0EF2-4D4C-83C9-B5887907CF46}" dt="2026-03-03T11:03:17.377" v="2"/>
            <ac:spMkLst>
              <pc:docMk/>
              <pc:sldMasterMk cId="3822934217" sldId="2147483658"/>
              <pc:sldLayoutMk cId="642794726" sldId="2147483710"/>
              <ac:spMk id="2" creationId="{263D721A-127A-4DBE-B738-ABA4893319BC}"/>
            </ac:spMkLst>
          </pc:spChg>
          <pc:spChg chg="mod">
            <ac:chgData name="Liudmila Khatkevich" userId="9e4f13db-0122-4676-b5ab-9c285f81dc95" providerId="ADAL" clId="{AFD80411-0EF2-4D4C-83C9-B5887907CF46}" dt="2026-03-03T11:03:17.377" v="2"/>
            <ac:spMkLst>
              <pc:docMk/>
              <pc:sldMasterMk cId="3822934217" sldId="2147483658"/>
              <pc:sldLayoutMk cId="642794726" sldId="2147483710"/>
              <ac:spMk id="3" creationId="{C0096CA2-6B8E-1E0B-7446-BC5F37E73D34}"/>
            </ac:spMkLst>
          </pc:spChg>
          <pc:spChg chg="mod">
            <ac:chgData name="Liudmila Khatkevich" userId="9e4f13db-0122-4676-b5ab-9c285f81dc95" providerId="ADAL" clId="{AFD80411-0EF2-4D4C-83C9-B5887907CF46}" dt="2026-03-03T11:03:17.377" v="2"/>
            <ac:spMkLst>
              <pc:docMk/>
              <pc:sldMasterMk cId="3822934217" sldId="2147483658"/>
              <pc:sldLayoutMk cId="642794726" sldId="2147483710"/>
              <ac:spMk id="4" creationId="{50402405-4264-41C3-7E10-6A2AF1A46193}"/>
            </ac:spMkLst>
          </pc:spChg>
          <pc:picChg chg="mod">
            <ac:chgData name="Liudmila Khatkevich" userId="9e4f13db-0122-4676-b5ab-9c285f81dc95" providerId="ADAL" clId="{AFD80411-0EF2-4D4C-83C9-B5887907CF46}" dt="2026-03-03T11:03:17.377" v="2"/>
            <ac:picMkLst>
              <pc:docMk/>
              <pc:sldMasterMk cId="3822934217" sldId="2147483658"/>
              <pc:sldLayoutMk cId="642794726" sldId="2147483710"/>
              <ac:picMk id="5" creationId="{75DC425F-9CC1-9DF3-3F54-17DAA0EB5E71}"/>
            </ac:picMkLst>
          </pc:picChg>
        </pc:sldLayoutChg>
        <pc:sldLayoutChg chg="modSp del">
          <pc:chgData name="Liudmila Khatkevich" userId="9e4f13db-0122-4676-b5ab-9c285f81dc95" providerId="ADAL" clId="{AFD80411-0EF2-4D4C-83C9-B5887907CF46}" dt="2026-03-03T13:21:08.170" v="3392" actId="700"/>
          <pc:sldLayoutMkLst>
            <pc:docMk/>
            <pc:sldMasterMk cId="3822934217" sldId="2147483658"/>
            <pc:sldLayoutMk cId="3129422506" sldId="2147483711"/>
          </pc:sldLayoutMkLst>
          <pc:spChg chg="mod">
            <ac:chgData name="Liudmila Khatkevich" userId="9e4f13db-0122-4676-b5ab-9c285f81dc95" providerId="ADAL" clId="{AFD80411-0EF2-4D4C-83C9-B5887907CF46}" dt="2026-03-03T11:03:17.377" v="2"/>
            <ac:spMkLst>
              <pc:docMk/>
              <pc:sldMasterMk cId="3822934217" sldId="2147483658"/>
              <pc:sldLayoutMk cId="3129422506" sldId="2147483711"/>
              <ac:spMk id="2" creationId="{263D721A-127A-4DBE-B738-ABA4893319BC}"/>
            </ac:spMkLst>
          </pc:spChg>
          <pc:spChg chg="mod">
            <ac:chgData name="Liudmila Khatkevich" userId="9e4f13db-0122-4676-b5ab-9c285f81dc95" providerId="ADAL" clId="{AFD80411-0EF2-4D4C-83C9-B5887907CF46}" dt="2026-03-03T11:03:17.377" v="2"/>
            <ac:spMkLst>
              <pc:docMk/>
              <pc:sldMasterMk cId="3822934217" sldId="2147483658"/>
              <pc:sldLayoutMk cId="3129422506" sldId="2147483711"/>
              <ac:spMk id="3" creationId="{432F6686-8C0A-120D-0C06-1F8DA97E3C4D}"/>
            </ac:spMkLst>
          </pc:spChg>
          <pc:spChg chg="mod">
            <ac:chgData name="Liudmila Khatkevich" userId="9e4f13db-0122-4676-b5ab-9c285f81dc95" providerId="ADAL" clId="{AFD80411-0EF2-4D4C-83C9-B5887907CF46}" dt="2026-03-03T11:03:17.377" v="2"/>
            <ac:spMkLst>
              <pc:docMk/>
              <pc:sldMasterMk cId="3822934217" sldId="2147483658"/>
              <pc:sldLayoutMk cId="3129422506" sldId="2147483711"/>
              <ac:spMk id="4" creationId="{5E465D26-CB94-F414-6836-638151C91C4F}"/>
            </ac:spMkLst>
          </pc:spChg>
          <pc:spChg chg="mod">
            <ac:chgData name="Liudmila Khatkevich" userId="9e4f13db-0122-4676-b5ab-9c285f81dc95" providerId="ADAL" clId="{AFD80411-0EF2-4D4C-83C9-B5887907CF46}" dt="2026-03-03T11:03:17.377" v="2"/>
            <ac:spMkLst>
              <pc:docMk/>
              <pc:sldMasterMk cId="3822934217" sldId="2147483658"/>
              <pc:sldLayoutMk cId="3129422506" sldId="2147483711"/>
              <ac:spMk id="10" creationId="{DCFE7496-2B11-468F-A424-81EF7552D417}"/>
            </ac:spMkLst>
          </pc:spChg>
          <pc:spChg chg="mod">
            <ac:chgData name="Liudmila Khatkevich" userId="9e4f13db-0122-4676-b5ab-9c285f81dc95" providerId="ADAL" clId="{AFD80411-0EF2-4D4C-83C9-B5887907CF46}" dt="2026-03-03T11:03:17.377" v="2"/>
            <ac:spMkLst>
              <pc:docMk/>
              <pc:sldMasterMk cId="3822934217" sldId="2147483658"/>
              <pc:sldLayoutMk cId="3129422506" sldId="2147483711"/>
              <ac:spMk id="11" creationId="{00000000-0000-0000-0000-000000000000}"/>
            </ac:spMkLst>
          </pc:spChg>
          <pc:picChg chg="mod">
            <ac:chgData name="Liudmila Khatkevich" userId="9e4f13db-0122-4676-b5ab-9c285f81dc95" providerId="ADAL" clId="{AFD80411-0EF2-4D4C-83C9-B5887907CF46}" dt="2026-03-03T11:03:17.377" v="2"/>
            <ac:picMkLst>
              <pc:docMk/>
              <pc:sldMasterMk cId="3822934217" sldId="2147483658"/>
              <pc:sldLayoutMk cId="3129422506" sldId="2147483711"/>
              <ac:picMk id="7" creationId="{6E44CDB4-CF54-423C-9681-C9AAACA56BA8}"/>
            </ac:picMkLst>
          </pc:picChg>
        </pc:sldLayoutChg>
        <pc:sldLayoutChg chg="modSp del">
          <pc:chgData name="Liudmila Khatkevich" userId="9e4f13db-0122-4676-b5ab-9c285f81dc95" providerId="ADAL" clId="{AFD80411-0EF2-4D4C-83C9-B5887907CF46}" dt="2026-03-03T13:21:08.170" v="3392" actId="700"/>
          <pc:sldLayoutMkLst>
            <pc:docMk/>
            <pc:sldMasterMk cId="3822934217" sldId="2147483658"/>
            <pc:sldLayoutMk cId="3033964081" sldId="2147483712"/>
          </pc:sldLayoutMkLst>
          <pc:spChg chg="mod">
            <ac:chgData name="Liudmila Khatkevich" userId="9e4f13db-0122-4676-b5ab-9c285f81dc95" providerId="ADAL" clId="{AFD80411-0EF2-4D4C-83C9-B5887907CF46}" dt="2026-03-03T11:03:17.377" v="2"/>
            <ac:spMkLst>
              <pc:docMk/>
              <pc:sldMasterMk cId="3822934217" sldId="2147483658"/>
              <pc:sldLayoutMk cId="3033964081" sldId="2147483712"/>
              <ac:spMk id="3" creationId="{B4B02766-9497-4A26-BB62-880E91855227}"/>
            </ac:spMkLst>
          </pc:spChg>
          <pc:spChg chg="mod">
            <ac:chgData name="Liudmila Khatkevich" userId="9e4f13db-0122-4676-b5ab-9c285f81dc95" providerId="ADAL" clId="{AFD80411-0EF2-4D4C-83C9-B5887907CF46}" dt="2026-03-03T11:03:17.377" v="2"/>
            <ac:spMkLst>
              <pc:docMk/>
              <pc:sldMasterMk cId="3822934217" sldId="2147483658"/>
              <pc:sldLayoutMk cId="3033964081" sldId="2147483712"/>
              <ac:spMk id="6" creationId="{14ACCEEE-9EE8-4BBF-B992-09ACA791A933}"/>
            </ac:spMkLst>
          </pc:spChg>
          <pc:spChg chg="mod">
            <ac:chgData name="Liudmila Khatkevich" userId="9e4f13db-0122-4676-b5ab-9c285f81dc95" providerId="ADAL" clId="{AFD80411-0EF2-4D4C-83C9-B5887907CF46}" dt="2026-03-03T11:03:17.377" v="2"/>
            <ac:spMkLst>
              <pc:docMk/>
              <pc:sldMasterMk cId="3822934217" sldId="2147483658"/>
              <pc:sldLayoutMk cId="3033964081" sldId="2147483712"/>
              <ac:spMk id="9" creationId="{D2C8C061-6443-461A-A052-E19A46AADCA8}"/>
            </ac:spMkLst>
          </pc:spChg>
          <pc:spChg chg="mod">
            <ac:chgData name="Liudmila Khatkevich" userId="9e4f13db-0122-4676-b5ab-9c285f81dc95" providerId="ADAL" clId="{AFD80411-0EF2-4D4C-83C9-B5887907CF46}" dt="2026-03-03T11:03:17.377" v="2"/>
            <ac:spMkLst>
              <pc:docMk/>
              <pc:sldMasterMk cId="3822934217" sldId="2147483658"/>
              <pc:sldLayoutMk cId="3033964081" sldId="2147483712"/>
              <ac:spMk id="13" creationId="{AEEE17DA-6635-495B-A481-BBD7188AD456}"/>
            </ac:spMkLst>
          </pc:spChg>
          <pc:spChg chg="mod">
            <ac:chgData name="Liudmila Khatkevich" userId="9e4f13db-0122-4676-b5ab-9c285f81dc95" providerId="ADAL" clId="{AFD80411-0EF2-4D4C-83C9-B5887907CF46}" dt="2026-03-03T11:03:17.377" v="2"/>
            <ac:spMkLst>
              <pc:docMk/>
              <pc:sldMasterMk cId="3822934217" sldId="2147483658"/>
              <pc:sldLayoutMk cId="3033964081" sldId="2147483712"/>
              <ac:spMk id="14" creationId="{BF29616B-A8DB-42A6-A277-8CAE573E985F}"/>
            </ac:spMkLst>
          </pc:spChg>
          <pc:spChg chg="mod">
            <ac:chgData name="Liudmila Khatkevich" userId="9e4f13db-0122-4676-b5ab-9c285f81dc95" providerId="ADAL" clId="{AFD80411-0EF2-4D4C-83C9-B5887907CF46}" dt="2026-03-03T11:03:17.377" v="2"/>
            <ac:spMkLst>
              <pc:docMk/>
              <pc:sldMasterMk cId="3822934217" sldId="2147483658"/>
              <pc:sldLayoutMk cId="3033964081" sldId="2147483712"/>
              <ac:spMk id="19" creationId="{0D35C967-D122-42CE-BDAF-F34B55F00EA2}"/>
            </ac:spMkLst>
          </pc:spChg>
          <pc:spChg chg="mod">
            <ac:chgData name="Liudmila Khatkevich" userId="9e4f13db-0122-4676-b5ab-9c285f81dc95" providerId="ADAL" clId="{AFD80411-0EF2-4D4C-83C9-B5887907CF46}" dt="2026-03-03T11:03:17.377" v="2"/>
            <ac:spMkLst>
              <pc:docMk/>
              <pc:sldMasterMk cId="3822934217" sldId="2147483658"/>
              <pc:sldLayoutMk cId="3033964081" sldId="2147483712"/>
              <ac:spMk id="24" creationId="{F84AF8F5-D562-4FBF-9069-09A640AACD09}"/>
            </ac:spMkLst>
          </pc:spChg>
          <pc:spChg chg="mod">
            <ac:chgData name="Liudmila Khatkevich" userId="9e4f13db-0122-4676-b5ab-9c285f81dc95" providerId="ADAL" clId="{AFD80411-0EF2-4D4C-83C9-B5887907CF46}" dt="2026-03-03T11:03:17.377" v="2"/>
            <ac:spMkLst>
              <pc:docMk/>
              <pc:sldMasterMk cId="3822934217" sldId="2147483658"/>
              <pc:sldLayoutMk cId="3033964081" sldId="2147483712"/>
              <ac:spMk id="25" creationId="{4F5537FA-B25A-4A75-AFE8-CB3D2D4EA781}"/>
            </ac:spMkLst>
          </pc:spChg>
          <pc:spChg chg="mod">
            <ac:chgData name="Liudmila Khatkevich" userId="9e4f13db-0122-4676-b5ab-9c285f81dc95" providerId="ADAL" clId="{AFD80411-0EF2-4D4C-83C9-B5887907CF46}" dt="2026-03-03T11:03:17.377" v="2"/>
            <ac:spMkLst>
              <pc:docMk/>
              <pc:sldMasterMk cId="3822934217" sldId="2147483658"/>
              <pc:sldLayoutMk cId="3033964081" sldId="2147483712"/>
              <ac:spMk id="26" creationId="{62EC0755-06FE-418F-830B-3953EAC2B2B8}"/>
            </ac:spMkLst>
          </pc:spChg>
          <pc:spChg chg="mod">
            <ac:chgData name="Liudmila Khatkevich" userId="9e4f13db-0122-4676-b5ab-9c285f81dc95" providerId="ADAL" clId="{AFD80411-0EF2-4D4C-83C9-B5887907CF46}" dt="2026-03-03T11:03:17.377" v="2"/>
            <ac:spMkLst>
              <pc:docMk/>
              <pc:sldMasterMk cId="3822934217" sldId="2147483658"/>
              <pc:sldLayoutMk cId="3033964081" sldId="2147483712"/>
              <ac:spMk id="27" creationId="{5145A383-DF32-4D59-98B6-07591E0CE3E3}"/>
            </ac:spMkLst>
          </pc:spChg>
        </pc:sldLayoutChg>
        <pc:sldLayoutChg chg="modSp del">
          <pc:chgData name="Liudmila Khatkevich" userId="9e4f13db-0122-4676-b5ab-9c285f81dc95" providerId="ADAL" clId="{AFD80411-0EF2-4D4C-83C9-B5887907CF46}" dt="2026-03-03T13:21:08.170" v="3392" actId="700"/>
          <pc:sldLayoutMkLst>
            <pc:docMk/>
            <pc:sldMasterMk cId="3822934217" sldId="2147483658"/>
            <pc:sldLayoutMk cId="240202155" sldId="2147483713"/>
          </pc:sldLayoutMkLst>
          <pc:spChg chg="mod">
            <ac:chgData name="Liudmila Khatkevich" userId="9e4f13db-0122-4676-b5ab-9c285f81dc95" providerId="ADAL" clId="{AFD80411-0EF2-4D4C-83C9-B5887907CF46}" dt="2026-03-03T11:03:17.377" v="2"/>
            <ac:spMkLst>
              <pc:docMk/>
              <pc:sldMasterMk cId="3822934217" sldId="2147483658"/>
              <pc:sldLayoutMk cId="240202155" sldId="2147483713"/>
              <ac:spMk id="2" creationId="{A1E02B5D-C175-DE3C-BEC7-EB4A41870F21}"/>
            </ac:spMkLst>
          </pc:spChg>
          <pc:spChg chg="mod">
            <ac:chgData name="Liudmila Khatkevich" userId="9e4f13db-0122-4676-b5ab-9c285f81dc95" providerId="ADAL" clId="{AFD80411-0EF2-4D4C-83C9-B5887907CF46}" dt="2026-03-03T11:03:17.377" v="2"/>
            <ac:spMkLst>
              <pc:docMk/>
              <pc:sldMasterMk cId="3822934217" sldId="2147483658"/>
              <pc:sldLayoutMk cId="240202155" sldId="2147483713"/>
              <ac:spMk id="3" creationId="{B4B02766-9497-4A26-BB62-880E91855227}"/>
            </ac:spMkLst>
          </pc:spChg>
          <pc:spChg chg="mod">
            <ac:chgData name="Liudmila Khatkevich" userId="9e4f13db-0122-4676-b5ab-9c285f81dc95" providerId="ADAL" clId="{AFD80411-0EF2-4D4C-83C9-B5887907CF46}" dt="2026-03-03T11:03:17.377" v="2"/>
            <ac:spMkLst>
              <pc:docMk/>
              <pc:sldMasterMk cId="3822934217" sldId="2147483658"/>
              <pc:sldLayoutMk cId="240202155" sldId="2147483713"/>
              <ac:spMk id="4" creationId="{293C67F9-F2A6-3918-0A8D-555112C9F469}"/>
            </ac:spMkLst>
          </pc:spChg>
          <pc:spChg chg="mod">
            <ac:chgData name="Liudmila Khatkevich" userId="9e4f13db-0122-4676-b5ab-9c285f81dc95" providerId="ADAL" clId="{AFD80411-0EF2-4D4C-83C9-B5887907CF46}" dt="2026-03-03T11:03:17.377" v="2"/>
            <ac:spMkLst>
              <pc:docMk/>
              <pc:sldMasterMk cId="3822934217" sldId="2147483658"/>
              <pc:sldLayoutMk cId="240202155" sldId="2147483713"/>
              <ac:spMk id="6" creationId="{14ACCEEE-9EE8-4BBF-B992-09ACA791A933}"/>
            </ac:spMkLst>
          </pc:spChg>
          <pc:spChg chg="mod">
            <ac:chgData name="Liudmila Khatkevich" userId="9e4f13db-0122-4676-b5ab-9c285f81dc95" providerId="ADAL" clId="{AFD80411-0EF2-4D4C-83C9-B5887907CF46}" dt="2026-03-03T11:03:17.377" v="2"/>
            <ac:spMkLst>
              <pc:docMk/>
              <pc:sldMasterMk cId="3822934217" sldId="2147483658"/>
              <pc:sldLayoutMk cId="240202155" sldId="2147483713"/>
              <ac:spMk id="9" creationId="{D2C8C061-6443-461A-A052-E19A46AADCA8}"/>
            </ac:spMkLst>
          </pc:spChg>
          <pc:spChg chg="mod">
            <ac:chgData name="Liudmila Khatkevich" userId="9e4f13db-0122-4676-b5ab-9c285f81dc95" providerId="ADAL" clId="{AFD80411-0EF2-4D4C-83C9-B5887907CF46}" dt="2026-03-03T11:03:17.377" v="2"/>
            <ac:spMkLst>
              <pc:docMk/>
              <pc:sldMasterMk cId="3822934217" sldId="2147483658"/>
              <pc:sldLayoutMk cId="240202155" sldId="2147483713"/>
              <ac:spMk id="10" creationId="{626FC49A-5396-46E4-8A00-C0A017834ED3}"/>
            </ac:spMkLst>
          </pc:spChg>
          <pc:spChg chg="mod">
            <ac:chgData name="Liudmila Khatkevich" userId="9e4f13db-0122-4676-b5ab-9c285f81dc95" providerId="ADAL" clId="{AFD80411-0EF2-4D4C-83C9-B5887907CF46}" dt="2026-03-03T11:03:17.377" v="2"/>
            <ac:spMkLst>
              <pc:docMk/>
              <pc:sldMasterMk cId="3822934217" sldId="2147483658"/>
              <pc:sldLayoutMk cId="240202155" sldId="2147483713"/>
              <ac:spMk id="13" creationId="{AEEE17DA-6635-495B-A481-BBD7188AD456}"/>
            </ac:spMkLst>
          </pc:spChg>
          <pc:spChg chg="mod">
            <ac:chgData name="Liudmila Khatkevich" userId="9e4f13db-0122-4676-b5ab-9c285f81dc95" providerId="ADAL" clId="{AFD80411-0EF2-4D4C-83C9-B5887907CF46}" dt="2026-03-03T11:03:17.377" v="2"/>
            <ac:spMkLst>
              <pc:docMk/>
              <pc:sldMasterMk cId="3822934217" sldId="2147483658"/>
              <pc:sldLayoutMk cId="240202155" sldId="2147483713"/>
              <ac:spMk id="14" creationId="{BF29616B-A8DB-42A6-A277-8CAE573E985F}"/>
            </ac:spMkLst>
          </pc:spChg>
          <pc:spChg chg="mod">
            <ac:chgData name="Liudmila Khatkevich" userId="9e4f13db-0122-4676-b5ab-9c285f81dc95" providerId="ADAL" clId="{AFD80411-0EF2-4D4C-83C9-B5887907CF46}" dt="2026-03-03T11:03:17.377" v="2"/>
            <ac:spMkLst>
              <pc:docMk/>
              <pc:sldMasterMk cId="3822934217" sldId="2147483658"/>
              <pc:sldLayoutMk cId="240202155" sldId="2147483713"/>
              <ac:spMk id="24" creationId="{F84AF8F5-D562-4FBF-9069-09A640AACD09}"/>
            </ac:spMkLst>
          </pc:spChg>
          <pc:spChg chg="mod">
            <ac:chgData name="Liudmila Khatkevich" userId="9e4f13db-0122-4676-b5ab-9c285f81dc95" providerId="ADAL" clId="{AFD80411-0EF2-4D4C-83C9-B5887907CF46}" dt="2026-03-03T11:03:17.377" v="2"/>
            <ac:spMkLst>
              <pc:docMk/>
              <pc:sldMasterMk cId="3822934217" sldId="2147483658"/>
              <pc:sldLayoutMk cId="240202155" sldId="2147483713"/>
              <ac:spMk id="25" creationId="{4F5537FA-B25A-4A75-AFE8-CB3D2D4EA781}"/>
            </ac:spMkLst>
          </pc:spChg>
        </pc:sldLayoutChg>
        <pc:sldLayoutChg chg="modSp del">
          <pc:chgData name="Liudmila Khatkevich" userId="9e4f13db-0122-4676-b5ab-9c285f81dc95" providerId="ADAL" clId="{AFD80411-0EF2-4D4C-83C9-B5887907CF46}" dt="2026-03-03T13:21:08.170" v="3392" actId="700"/>
          <pc:sldLayoutMkLst>
            <pc:docMk/>
            <pc:sldMasterMk cId="3822934217" sldId="2147483658"/>
            <pc:sldLayoutMk cId="3830987814" sldId="2147483714"/>
          </pc:sldLayoutMkLst>
          <pc:spChg chg="mod">
            <ac:chgData name="Liudmila Khatkevich" userId="9e4f13db-0122-4676-b5ab-9c285f81dc95" providerId="ADAL" clId="{AFD80411-0EF2-4D4C-83C9-B5887907CF46}" dt="2026-03-03T11:03:17.377" v="2"/>
            <ac:spMkLst>
              <pc:docMk/>
              <pc:sldMasterMk cId="3822934217" sldId="2147483658"/>
              <pc:sldLayoutMk cId="3830987814" sldId="2147483714"/>
              <ac:spMk id="4" creationId="{AC56DCAB-CD09-4E29-A907-70E7EBE0E688}"/>
            </ac:spMkLst>
          </pc:spChg>
          <pc:spChg chg="mod">
            <ac:chgData name="Liudmila Khatkevich" userId="9e4f13db-0122-4676-b5ab-9c285f81dc95" providerId="ADAL" clId="{AFD80411-0EF2-4D4C-83C9-B5887907CF46}" dt="2026-03-03T11:03:17.377" v="2"/>
            <ac:spMkLst>
              <pc:docMk/>
              <pc:sldMasterMk cId="3822934217" sldId="2147483658"/>
              <pc:sldLayoutMk cId="3830987814" sldId="2147483714"/>
              <ac:spMk id="6" creationId="{AC9A5C7D-52BE-42FF-9382-B63BBD810FDD}"/>
            </ac:spMkLst>
          </pc:spChg>
          <pc:spChg chg="mod">
            <ac:chgData name="Liudmila Khatkevich" userId="9e4f13db-0122-4676-b5ab-9c285f81dc95" providerId="ADAL" clId="{AFD80411-0EF2-4D4C-83C9-B5887907CF46}" dt="2026-03-03T11:03:17.377" v="2"/>
            <ac:spMkLst>
              <pc:docMk/>
              <pc:sldMasterMk cId="3822934217" sldId="2147483658"/>
              <pc:sldLayoutMk cId="3830987814" sldId="2147483714"/>
              <ac:spMk id="10" creationId="{DCFE7496-2B11-468F-A424-81EF7552D417}"/>
            </ac:spMkLst>
          </pc:spChg>
          <pc:spChg chg="mod">
            <ac:chgData name="Liudmila Khatkevich" userId="9e4f13db-0122-4676-b5ab-9c285f81dc95" providerId="ADAL" clId="{AFD80411-0EF2-4D4C-83C9-B5887907CF46}" dt="2026-03-03T11:03:17.377" v="2"/>
            <ac:spMkLst>
              <pc:docMk/>
              <pc:sldMasterMk cId="3822934217" sldId="2147483658"/>
              <pc:sldLayoutMk cId="3830987814" sldId="2147483714"/>
              <ac:spMk id="11" creationId="{00000000-0000-0000-0000-000000000000}"/>
            </ac:spMkLst>
          </pc:spChg>
          <pc:spChg chg="mod">
            <ac:chgData name="Liudmila Khatkevich" userId="9e4f13db-0122-4676-b5ab-9c285f81dc95" providerId="ADAL" clId="{AFD80411-0EF2-4D4C-83C9-B5887907CF46}" dt="2026-03-03T11:03:17.377" v="2"/>
            <ac:spMkLst>
              <pc:docMk/>
              <pc:sldMasterMk cId="3822934217" sldId="2147483658"/>
              <pc:sldLayoutMk cId="3830987814" sldId="2147483714"/>
              <ac:spMk id="13" creationId="{256621FE-2493-434D-BD83-B0B78B101F25}"/>
            </ac:spMkLst>
          </pc:spChg>
          <pc:spChg chg="mod">
            <ac:chgData name="Liudmila Khatkevich" userId="9e4f13db-0122-4676-b5ab-9c285f81dc95" providerId="ADAL" clId="{AFD80411-0EF2-4D4C-83C9-B5887907CF46}" dt="2026-03-03T11:03:17.377" v="2"/>
            <ac:spMkLst>
              <pc:docMk/>
              <pc:sldMasterMk cId="3822934217" sldId="2147483658"/>
              <pc:sldLayoutMk cId="3830987814" sldId="2147483714"/>
              <ac:spMk id="14" creationId="{2F7B19A9-71C0-403D-B507-22838A53F144}"/>
            </ac:spMkLst>
          </pc:spChg>
          <pc:spChg chg="mod">
            <ac:chgData name="Liudmila Khatkevich" userId="9e4f13db-0122-4676-b5ab-9c285f81dc95" providerId="ADAL" clId="{AFD80411-0EF2-4D4C-83C9-B5887907CF46}" dt="2026-03-03T11:03:17.377" v="2"/>
            <ac:spMkLst>
              <pc:docMk/>
              <pc:sldMasterMk cId="3822934217" sldId="2147483658"/>
              <pc:sldLayoutMk cId="3830987814" sldId="2147483714"/>
              <ac:spMk id="15" creationId="{584A1708-3D5F-4AC2-B35F-FB446EFEB7C2}"/>
            </ac:spMkLst>
          </pc:spChg>
          <pc:spChg chg="mod">
            <ac:chgData name="Liudmila Khatkevich" userId="9e4f13db-0122-4676-b5ab-9c285f81dc95" providerId="ADAL" clId="{AFD80411-0EF2-4D4C-83C9-B5887907CF46}" dt="2026-03-03T11:03:17.377" v="2"/>
            <ac:spMkLst>
              <pc:docMk/>
              <pc:sldMasterMk cId="3822934217" sldId="2147483658"/>
              <pc:sldLayoutMk cId="3830987814" sldId="2147483714"/>
              <ac:spMk id="17" creationId="{97BF9D5A-73E5-43EB-95F4-FF5636951647}"/>
            </ac:spMkLst>
          </pc:spChg>
          <pc:spChg chg="mod">
            <ac:chgData name="Liudmila Khatkevich" userId="9e4f13db-0122-4676-b5ab-9c285f81dc95" providerId="ADAL" clId="{AFD80411-0EF2-4D4C-83C9-B5887907CF46}" dt="2026-03-03T11:03:17.377" v="2"/>
            <ac:spMkLst>
              <pc:docMk/>
              <pc:sldMasterMk cId="3822934217" sldId="2147483658"/>
              <pc:sldLayoutMk cId="3830987814" sldId="2147483714"/>
              <ac:spMk id="19" creationId="{6AC52B6B-2068-4BD5-8D7B-E2AA5CC142A6}"/>
            </ac:spMkLst>
          </pc:spChg>
        </pc:sldLayoutChg>
        <pc:sldLayoutChg chg="modSp del">
          <pc:chgData name="Liudmila Khatkevich" userId="9e4f13db-0122-4676-b5ab-9c285f81dc95" providerId="ADAL" clId="{AFD80411-0EF2-4D4C-83C9-B5887907CF46}" dt="2026-03-03T13:21:08.170" v="3392" actId="700"/>
          <pc:sldLayoutMkLst>
            <pc:docMk/>
            <pc:sldMasterMk cId="3822934217" sldId="2147483658"/>
            <pc:sldLayoutMk cId="3253057880" sldId="2147483715"/>
          </pc:sldLayoutMkLst>
          <pc:spChg chg="mod">
            <ac:chgData name="Liudmila Khatkevich" userId="9e4f13db-0122-4676-b5ab-9c285f81dc95" providerId="ADAL" clId="{AFD80411-0EF2-4D4C-83C9-B5887907CF46}" dt="2026-03-03T11:03:17.377" v="2"/>
            <ac:spMkLst>
              <pc:docMk/>
              <pc:sldMasterMk cId="3822934217" sldId="2147483658"/>
              <pc:sldLayoutMk cId="3253057880" sldId="2147483715"/>
              <ac:spMk id="2" creationId="{4C3044EB-579C-1960-F9EB-F116665A7292}"/>
            </ac:spMkLst>
          </pc:spChg>
          <pc:spChg chg="mod">
            <ac:chgData name="Liudmila Khatkevich" userId="9e4f13db-0122-4676-b5ab-9c285f81dc95" providerId="ADAL" clId="{AFD80411-0EF2-4D4C-83C9-B5887907CF46}" dt="2026-03-03T11:03:17.377" v="2"/>
            <ac:spMkLst>
              <pc:docMk/>
              <pc:sldMasterMk cId="3822934217" sldId="2147483658"/>
              <pc:sldLayoutMk cId="3253057880" sldId="2147483715"/>
              <ac:spMk id="3" creationId="{C9D6271A-50EF-A83C-8073-0A6628457E18}"/>
            </ac:spMkLst>
          </pc:spChg>
          <pc:spChg chg="mod">
            <ac:chgData name="Liudmila Khatkevich" userId="9e4f13db-0122-4676-b5ab-9c285f81dc95" providerId="ADAL" clId="{AFD80411-0EF2-4D4C-83C9-B5887907CF46}" dt="2026-03-03T11:03:17.377" v="2"/>
            <ac:spMkLst>
              <pc:docMk/>
              <pc:sldMasterMk cId="3822934217" sldId="2147483658"/>
              <pc:sldLayoutMk cId="3253057880" sldId="2147483715"/>
              <ac:spMk id="5" creationId="{33A26170-4FED-69CC-E7CF-6F163320DA0C}"/>
            </ac:spMkLst>
          </pc:spChg>
          <pc:spChg chg="mod">
            <ac:chgData name="Liudmila Khatkevich" userId="9e4f13db-0122-4676-b5ab-9c285f81dc95" providerId="ADAL" clId="{AFD80411-0EF2-4D4C-83C9-B5887907CF46}" dt="2026-03-03T11:03:17.377" v="2"/>
            <ac:spMkLst>
              <pc:docMk/>
              <pc:sldMasterMk cId="3822934217" sldId="2147483658"/>
              <pc:sldLayoutMk cId="3253057880" sldId="2147483715"/>
              <ac:spMk id="7" creationId="{EFF5574A-DA2F-79E2-5257-E464C4DCBED9}"/>
            </ac:spMkLst>
          </pc:spChg>
          <pc:spChg chg="mod">
            <ac:chgData name="Liudmila Khatkevich" userId="9e4f13db-0122-4676-b5ab-9c285f81dc95" providerId="ADAL" clId="{AFD80411-0EF2-4D4C-83C9-B5887907CF46}" dt="2026-03-03T11:03:17.377" v="2"/>
            <ac:spMkLst>
              <pc:docMk/>
              <pc:sldMasterMk cId="3822934217" sldId="2147483658"/>
              <pc:sldLayoutMk cId="3253057880" sldId="2147483715"/>
              <ac:spMk id="8" creationId="{2E50C4C1-6951-43AE-9158-49572E0C92C6}"/>
            </ac:spMkLst>
          </pc:spChg>
          <pc:spChg chg="mod">
            <ac:chgData name="Liudmila Khatkevich" userId="9e4f13db-0122-4676-b5ab-9c285f81dc95" providerId="ADAL" clId="{AFD80411-0EF2-4D4C-83C9-B5887907CF46}" dt="2026-03-03T11:03:17.377" v="2"/>
            <ac:spMkLst>
              <pc:docMk/>
              <pc:sldMasterMk cId="3822934217" sldId="2147483658"/>
              <pc:sldLayoutMk cId="3253057880" sldId="2147483715"/>
              <ac:spMk id="12" creationId="{E9AE19AD-1845-6345-DD33-3FC9CF1784E4}"/>
            </ac:spMkLst>
          </pc:spChg>
          <pc:spChg chg="mod">
            <ac:chgData name="Liudmila Khatkevich" userId="9e4f13db-0122-4676-b5ab-9c285f81dc95" providerId="ADAL" clId="{AFD80411-0EF2-4D4C-83C9-B5887907CF46}" dt="2026-03-03T11:03:17.377" v="2"/>
            <ac:spMkLst>
              <pc:docMk/>
              <pc:sldMasterMk cId="3822934217" sldId="2147483658"/>
              <pc:sldLayoutMk cId="3253057880" sldId="2147483715"/>
              <ac:spMk id="13" creationId="{256621FE-2493-434D-BD83-B0B78B101F25}"/>
            </ac:spMkLst>
          </pc:spChg>
          <pc:spChg chg="mod">
            <ac:chgData name="Liudmila Khatkevich" userId="9e4f13db-0122-4676-b5ab-9c285f81dc95" providerId="ADAL" clId="{AFD80411-0EF2-4D4C-83C9-B5887907CF46}" dt="2026-03-03T11:03:17.377" v="2"/>
            <ac:spMkLst>
              <pc:docMk/>
              <pc:sldMasterMk cId="3822934217" sldId="2147483658"/>
              <pc:sldLayoutMk cId="3253057880" sldId="2147483715"/>
              <ac:spMk id="14" creationId="{2F7B19A9-71C0-403D-B507-22838A53F144}"/>
            </ac:spMkLst>
          </pc:spChg>
          <pc:spChg chg="mod">
            <ac:chgData name="Liudmila Khatkevich" userId="9e4f13db-0122-4676-b5ab-9c285f81dc95" providerId="ADAL" clId="{AFD80411-0EF2-4D4C-83C9-B5887907CF46}" dt="2026-03-03T11:03:17.377" v="2"/>
            <ac:spMkLst>
              <pc:docMk/>
              <pc:sldMasterMk cId="3822934217" sldId="2147483658"/>
              <pc:sldLayoutMk cId="3253057880" sldId="2147483715"/>
              <ac:spMk id="16" creationId="{EFF38F98-219B-60E4-DEE4-A49FED7181F5}"/>
            </ac:spMkLst>
          </pc:spChg>
          <pc:spChg chg="mod">
            <ac:chgData name="Liudmila Khatkevich" userId="9e4f13db-0122-4676-b5ab-9c285f81dc95" providerId="ADAL" clId="{AFD80411-0EF2-4D4C-83C9-B5887907CF46}" dt="2026-03-03T11:03:17.377" v="2"/>
            <ac:spMkLst>
              <pc:docMk/>
              <pc:sldMasterMk cId="3822934217" sldId="2147483658"/>
              <pc:sldLayoutMk cId="3253057880" sldId="2147483715"/>
              <ac:spMk id="18" creationId="{76073D28-63C4-4EAB-D10E-E4C9A179B803}"/>
            </ac:spMkLst>
          </pc:spChg>
        </pc:sldLayoutChg>
        <pc:sldLayoutChg chg="modSp del">
          <pc:chgData name="Liudmila Khatkevich" userId="9e4f13db-0122-4676-b5ab-9c285f81dc95" providerId="ADAL" clId="{AFD80411-0EF2-4D4C-83C9-B5887907CF46}" dt="2026-03-03T13:21:08.170" v="3392" actId="700"/>
          <pc:sldLayoutMkLst>
            <pc:docMk/>
            <pc:sldMasterMk cId="3822934217" sldId="2147483658"/>
            <pc:sldLayoutMk cId="4003295173" sldId="2147483716"/>
          </pc:sldLayoutMkLst>
          <pc:spChg chg="mod">
            <ac:chgData name="Liudmila Khatkevich" userId="9e4f13db-0122-4676-b5ab-9c285f81dc95" providerId="ADAL" clId="{AFD80411-0EF2-4D4C-83C9-B5887907CF46}" dt="2026-03-03T11:03:17.377" v="2"/>
            <ac:spMkLst>
              <pc:docMk/>
              <pc:sldMasterMk cId="3822934217" sldId="2147483658"/>
              <pc:sldLayoutMk cId="4003295173" sldId="2147483716"/>
              <ac:spMk id="4" creationId="{9D0F7879-EF16-5C25-BC5F-DF85AD10BA3F}"/>
            </ac:spMkLst>
          </pc:spChg>
          <pc:spChg chg="mod">
            <ac:chgData name="Liudmila Khatkevich" userId="9e4f13db-0122-4676-b5ab-9c285f81dc95" providerId="ADAL" clId="{AFD80411-0EF2-4D4C-83C9-B5887907CF46}" dt="2026-03-03T11:03:17.377" v="2"/>
            <ac:spMkLst>
              <pc:docMk/>
              <pc:sldMasterMk cId="3822934217" sldId="2147483658"/>
              <pc:sldLayoutMk cId="4003295173" sldId="2147483716"/>
              <ac:spMk id="5" creationId="{47931746-EE72-E501-E583-1218E82991FF}"/>
            </ac:spMkLst>
          </pc:spChg>
          <pc:spChg chg="mod">
            <ac:chgData name="Liudmila Khatkevich" userId="9e4f13db-0122-4676-b5ab-9c285f81dc95" providerId="ADAL" clId="{AFD80411-0EF2-4D4C-83C9-B5887907CF46}" dt="2026-03-03T11:03:17.377" v="2"/>
            <ac:spMkLst>
              <pc:docMk/>
              <pc:sldMasterMk cId="3822934217" sldId="2147483658"/>
              <pc:sldLayoutMk cId="4003295173" sldId="2147483716"/>
              <ac:spMk id="13" creationId="{256621FE-2493-434D-BD83-B0B78B101F25}"/>
            </ac:spMkLst>
          </pc:spChg>
          <pc:spChg chg="mod">
            <ac:chgData name="Liudmila Khatkevich" userId="9e4f13db-0122-4676-b5ab-9c285f81dc95" providerId="ADAL" clId="{AFD80411-0EF2-4D4C-83C9-B5887907CF46}" dt="2026-03-03T11:03:17.377" v="2"/>
            <ac:spMkLst>
              <pc:docMk/>
              <pc:sldMasterMk cId="3822934217" sldId="2147483658"/>
              <pc:sldLayoutMk cId="4003295173" sldId="2147483716"/>
              <ac:spMk id="16" creationId="{95D56692-426B-4F40-8BC1-45B989D44140}"/>
            </ac:spMkLst>
          </pc:spChg>
          <pc:spChg chg="mod">
            <ac:chgData name="Liudmila Khatkevich" userId="9e4f13db-0122-4676-b5ab-9c285f81dc95" providerId="ADAL" clId="{AFD80411-0EF2-4D4C-83C9-B5887907CF46}" dt="2026-03-03T11:03:17.377" v="2"/>
            <ac:spMkLst>
              <pc:docMk/>
              <pc:sldMasterMk cId="3822934217" sldId="2147483658"/>
              <pc:sldLayoutMk cId="4003295173" sldId="2147483716"/>
              <ac:spMk id="18" creationId="{32D43E18-54F7-4125-A364-D733497B4F32}"/>
            </ac:spMkLst>
          </pc:spChg>
          <pc:spChg chg="mod">
            <ac:chgData name="Liudmila Khatkevich" userId="9e4f13db-0122-4676-b5ab-9c285f81dc95" providerId="ADAL" clId="{AFD80411-0EF2-4D4C-83C9-B5887907CF46}" dt="2026-03-03T11:03:17.377" v="2"/>
            <ac:spMkLst>
              <pc:docMk/>
              <pc:sldMasterMk cId="3822934217" sldId="2147483658"/>
              <pc:sldLayoutMk cId="4003295173" sldId="2147483716"/>
              <ac:spMk id="20" creationId="{0D751945-7936-4E08-A1DF-7F344072146F}"/>
            </ac:spMkLst>
          </pc:spChg>
          <pc:picChg chg="mod">
            <ac:chgData name="Liudmila Khatkevich" userId="9e4f13db-0122-4676-b5ab-9c285f81dc95" providerId="ADAL" clId="{AFD80411-0EF2-4D4C-83C9-B5887907CF46}" dt="2026-03-03T11:03:17.377" v="2"/>
            <ac:picMkLst>
              <pc:docMk/>
              <pc:sldMasterMk cId="3822934217" sldId="2147483658"/>
              <pc:sldLayoutMk cId="4003295173" sldId="2147483716"/>
              <ac:picMk id="2" creationId="{0F219C23-5248-6A23-1656-7F24D37DB200}"/>
            </ac:picMkLst>
          </pc:picChg>
        </pc:sldLayoutChg>
        <pc:sldLayoutChg chg="modSp del">
          <pc:chgData name="Liudmila Khatkevich" userId="9e4f13db-0122-4676-b5ab-9c285f81dc95" providerId="ADAL" clId="{AFD80411-0EF2-4D4C-83C9-B5887907CF46}" dt="2026-03-03T13:21:08.170" v="3392" actId="700"/>
          <pc:sldLayoutMkLst>
            <pc:docMk/>
            <pc:sldMasterMk cId="3822934217" sldId="2147483658"/>
            <pc:sldLayoutMk cId="1060302114" sldId="2147483717"/>
          </pc:sldLayoutMkLst>
          <pc:spChg chg="mod">
            <ac:chgData name="Liudmila Khatkevich" userId="9e4f13db-0122-4676-b5ab-9c285f81dc95" providerId="ADAL" clId="{AFD80411-0EF2-4D4C-83C9-B5887907CF46}" dt="2026-03-03T11:03:17.377" v="2"/>
            <ac:spMkLst>
              <pc:docMk/>
              <pc:sldMasterMk cId="3822934217" sldId="2147483658"/>
              <pc:sldLayoutMk cId="1060302114" sldId="2147483717"/>
              <ac:spMk id="4" creationId="{3BE84340-BD33-8E44-99AA-69963886122B}"/>
            </ac:spMkLst>
          </pc:spChg>
        </pc:sldLayoutChg>
        <pc:sldLayoutChg chg="modSp del">
          <pc:chgData name="Liudmila Khatkevich" userId="9e4f13db-0122-4676-b5ab-9c285f81dc95" providerId="ADAL" clId="{AFD80411-0EF2-4D4C-83C9-B5887907CF46}" dt="2026-03-03T13:21:08.170" v="3392" actId="700"/>
          <pc:sldLayoutMkLst>
            <pc:docMk/>
            <pc:sldMasterMk cId="3822934217" sldId="2147483658"/>
            <pc:sldLayoutMk cId="3429996018" sldId="2147483718"/>
          </pc:sldLayoutMkLst>
          <pc:spChg chg="mod">
            <ac:chgData name="Liudmila Khatkevich" userId="9e4f13db-0122-4676-b5ab-9c285f81dc95" providerId="ADAL" clId="{AFD80411-0EF2-4D4C-83C9-B5887907CF46}" dt="2026-03-03T11:03:17.377" v="2"/>
            <ac:spMkLst>
              <pc:docMk/>
              <pc:sldMasterMk cId="3822934217" sldId="2147483658"/>
              <pc:sldLayoutMk cId="3429996018" sldId="2147483718"/>
              <ac:spMk id="2" creationId="{A967559A-5EC8-8B92-65E3-76928C972876}"/>
            </ac:spMkLst>
          </pc:spChg>
          <pc:spChg chg="mod">
            <ac:chgData name="Liudmila Khatkevich" userId="9e4f13db-0122-4676-b5ab-9c285f81dc95" providerId="ADAL" clId="{AFD80411-0EF2-4D4C-83C9-B5887907CF46}" dt="2026-03-03T11:03:17.377" v="2"/>
            <ac:spMkLst>
              <pc:docMk/>
              <pc:sldMasterMk cId="3822934217" sldId="2147483658"/>
              <pc:sldLayoutMk cId="3429996018" sldId="2147483718"/>
              <ac:spMk id="5" creationId="{132DEA7B-FE87-E4A3-0E28-5A6940077AAF}"/>
            </ac:spMkLst>
          </pc:spChg>
          <pc:spChg chg="mod">
            <ac:chgData name="Liudmila Khatkevich" userId="9e4f13db-0122-4676-b5ab-9c285f81dc95" providerId="ADAL" clId="{AFD80411-0EF2-4D4C-83C9-B5887907CF46}" dt="2026-03-03T11:03:17.377" v="2"/>
            <ac:spMkLst>
              <pc:docMk/>
              <pc:sldMasterMk cId="3822934217" sldId="2147483658"/>
              <pc:sldLayoutMk cId="3429996018" sldId="2147483718"/>
              <ac:spMk id="9" creationId="{388A2ACC-EFED-3CEF-B58F-EA44CFA34596}"/>
            </ac:spMkLst>
          </pc:spChg>
        </pc:sldLayoutChg>
        <pc:sldLayoutChg chg="modSp del">
          <pc:chgData name="Liudmila Khatkevich" userId="9e4f13db-0122-4676-b5ab-9c285f81dc95" providerId="ADAL" clId="{AFD80411-0EF2-4D4C-83C9-B5887907CF46}" dt="2026-03-03T13:21:08.170" v="3392" actId="700"/>
          <pc:sldLayoutMkLst>
            <pc:docMk/>
            <pc:sldMasterMk cId="3822934217" sldId="2147483658"/>
            <pc:sldLayoutMk cId="3734919247" sldId="2147483719"/>
          </pc:sldLayoutMkLst>
          <pc:spChg chg="mod">
            <ac:chgData name="Liudmila Khatkevich" userId="9e4f13db-0122-4676-b5ab-9c285f81dc95" providerId="ADAL" clId="{AFD80411-0EF2-4D4C-83C9-B5887907CF46}" dt="2026-03-03T11:03:17.377" v="2"/>
            <ac:spMkLst>
              <pc:docMk/>
              <pc:sldMasterMk cId="3822934217" sldId="2147483658"/>
              <pc:sldLayoutMk cId="3734919247" sldId="2147483719"/>
              <ac:spMk id="3" creationId="{6191EA3E-7B20-955D-0C59-DF85A9153658}"/>
            </ac:spMkLst>
          </pc:spChg>
          <pc:spChg chg="mod">
            <ac:chgData name="Liudmila Khatkevich" userId="9e4f13db-0122-4676-b5ab-9c285f81dc95" providerId="ADAL" clId="{AFD80411-0EF2-4D4C-83C9-B5887907CF46}" dt="2026-03-03T11:03:17.377" v="2"/>
            <ac:spMkLst>
              <pc:docMk/>
              <pc:sldMasterMk cId="3822934217" sldId="2147483658"/>
              <pc:sldLayoutMk cId="3734919247" sldId="2147483719"/>
              <ac:spMk id="4" creationId="{A9BB0EE7-0219-6A5E-BA7F-872F2C48D7E9}"/>
            </ac:spMkLst>
          </pc:spChg>
          <pc:spChg chg="mod">
            <ac:chgData name="Liudmila Khatkevich" userId="9e4f13db-0122-4676-b5ab-9c285f81dc95" providerId="ADAL" clId="{AFD80411-0EF2-4D4C-83C9-B5887907CF46}" dt="2026-03-03T11:03:17.377" v="2"/>
            <ac:spMkLst>
              <pc:docMk/>
              <pc:sldMasterMk cId="3822934217" sldId="2147483658"/>
              <pc:sldLayoutMk cId="3734919247" sldId="2147483719"/>
              <ac:spMk id="6" creationId="{32B93596-9EFA-D1CF-1891-B79E8C134296}"/>
            </ac:spMkLst>
          </pc:spChg>
          <pc:spChg chg="mod">
            <ac:chgData name="Liudmila Khatkevich" userId="9e4f13db-0122-4676-b5ab-9c285f81dc95" providerId="ADAL" clId="{AFD80411-0EF2-4D4C-83C9-B5887907CF46}" dt="2026-03-03T11:03:17.377" v="2"/>
            <ac:spMkLst>
              <pc:docMk/>
              <pc:sldMasterMk cId="3822934217" sldId="2147483658"/>
              <pc:sldLayoutMk cId="3734919247" sldId="2147483719"/>
              <ac:spMk id="7" creationId="{6FDC7A20-9DDC-243D-12E0-D419647A673B}"/>
            </ac:spMkLst>
          </pc:spChg>
          <pc:spChg chg="mod">
            <ac:chgData name="Liudmila Khatkevich" userId="9e4f13db-0122-4676-b5ab-9c285f81dc95" providerId="ADAL" clId="{AFD80411-0EF2-4D4C-83C9-B5887907CF46}" dt="2026-03-03T11:03:17.377" v="2"/>
            <ac:spMkLst>
              <pc:docMk/>
              <pc:sldMasterMk cId="3822934217" sldId="2147483658"/>
              <pc:sldLayoutMk cId="3734919247" sldId="2147483719"/>
              <ac:spMk id="8" creationId="{DF0BB83A-8F61-9449-F88A-D14428FB92FB}"/>
            </ac:spMkLst>
          </pc:spChg>
          <pc:spChg chg="mod">
            <ac:chgData name="Liudmila Khatkevich" userId="9e4f13db-0122-4676-b5ab-9c285f81dc95" providerId="ADAL" clId="{AFD80411-0EF2-4D4C-83C9-B5887907CF46}" dt="2026-03-03T11:03:17.377" v="2"/>
            <ac:spMkLst>
              <pc:docMk/>
              <pc:sldMasterMk cId="3822934217" sldId="2147483658"/>
              <pc:sldLayoutMk cId="3734919247" sldId="2147483719"/>
              <ac:spMk id="9" creationId="{928CEB9B-E281-2F84-4094-6D6C75AE1667}"/>
            </ac:spMkLst>
          </pc:spChg>
          <pc:spChg chg="mod">
            <ac:chgData name="Liudmila Khatkevich" userId="9e4f13db-0122-4676-b5ab-9c285f81dc95" providerId="ADAL" clId="{AFD80411-0EF2-4D4C-83C9-B5887907CF46}" dt="2026-03-03T11:03:17.377" v="2"/>
            <ac:spMkLst>
              <pc:docMk/>
              <pc:sldMasterMk cId="3822934217" sldId="2147483658"/>
              <pc:sldLayoutMk cId="3734919247" sldId="2147483719"/>
              <ac:spMk id="10" creationId="{4B5D4FBD-9119-A47E-823E-8468ED6CF450}"/>
            </ac:spMkLst>
          </pc:spChg>
          <pc:spChg chg="mod">
            <ac:chgData name="Liudmila Khatkevich" userId="9e4f13db-0122-4676-b5ab-9c285f81dc95" providerId="ADAL" clId="{AFD80411-0EF2-4D4C-83C9-B5887907CF46}" dt="2026-03-03T11:03:17.377" v="2"/>
            <ac:spMkLst>
              <pc:docMk/>
              <pc:sldMasterMk cId="3822934217" sldId="2147483658"/>
              <pc:sldLayoutMk cId="3734919247" sldId="2147483719"/>
              <ac:spMk id="11" creationId="{C67B81F6-EE7E-69A9-E411-F7C52303401A}"/>
            </ac:spMkLst>
          </pc:spChg>
          <pc:spChg chg="mod">
            <ac:chgData name="Liudmila Khatkevich" userId="9e4f13db-0122-4676-b5ab-9c285f81dc95" providerId="ADAL" clId="{AFD80411-0EF2-4D4C-83C9-B5887907CF46}" dt="2026-03-03T11:03:17.377" v="2"/>
            <ac:spMkLst>
              <pc:docMk/>
              <pc:sldMasterMk cId="3822934217" sldId="2147483658"/>
              <pc:sldLayoutMk cId="3734919247" sldId="2147483719"/>
              <ac:spMk id="12" creationId="{7D40B0A2-8366-4164-6D42-A15D2F6F574B}"/>
            </ac:spMkLst>
          </pc:spChg>
          <pc:picChg chg="mod">
            <ac:chgData name="Liudmila Khatkevich" userId="9e4f13db-0122-4676-b5ab-9c285f81dc95" providerId="ADAL" clId="{AFD80411-0EF2-4D4C-83C9-B5887907CF46}" dt="2026-03-03T11:03:17.377" v="2"/>
            <ac:picMkLst>
              <pc:docMk/>
              <pc:sldMasterMk cId="3822934217" sldId="2147483658"/>
              <pc:sldLayoutMk cId="3734919247" sldId="2147483719"/>
              <ac:picMk id="2" creationId="{84736574-B51A-9653-821A-E3F5C3FCDF51}"/>
            </ac:picMkLst>
          </pc:picChg>
        </pc:sldLayoutChg>
        <pc:sldLayoutChg chg="modSp del">
          <pc:chgData name="Liudmila Khatkevich" userId="9e4f13db-0122-4676-b5ab-9c285f81dc95" providerId="ADAL" clId="{AFD80411-0EF2-4D4C-83C9-B5887907CF46}" dt="2026-03-03T13:21:08.170" v="3392" actId="700"/>
          <pc:sldLayoutMkLst>
            <pc:docMk/>
            <pc:sldMasterMk cId="3822934217" sldId="2147483658"/>
            <pc:sldLayoutMk cId="1752467886" sldId="2147483720"/>
          </pc:sldLayoutMkLst>
          <pc:spChg chg="mod">
            <ac:chgData name="Liudmila Khatkevich" userId="9e4f13db-0122-4676-b5ab-9c285f81dc95" providerId="ADAL" clId="{AFD80411-0EF2-4D4C-83C9-B5887907CF46}" dt="2026-03-03T11:03:17.377" v="2"/>
            <ac:spMkLst>
              <pc:docMk/>
              <pc:sldMasterMk cId="3822934217" sldId="2147483658"/>
              <pc:sldLayoutMk cId="1752467886" sldId="2147483720"/>
              <ac:spMk id="6" creationId="{32B93596-9EFA-D1CF-1891-B79E8C134296}"/>
            </ac:spMkLst>
          </pc:spChg>
          <pc:spChg chg="mod">
            <ac:chgData name="Liudmila Khatkevich" userId="9e4f13db-0122-4676-b5ab-9c285f81dc95" providerId="ADAL" clId="{AFD80411-0EF2-4D4C-83C9-B5887907CF46}" dt="2026-03-03T11:03:17.377" v="2"/>
            <ac:spMkLst>
              <pc:docMk/>
              <pc:sldMasterMk cId="3822934217" sldId="2147483658"/>
              <pc:sldLayoutMk cId="1752467886" sldId="2147483720"/>
              <ac:spMk id="7" creationId="{6FDC7A20-9DDC-243D-12E0-D419647A673B}"/>
            </ac:spMkLst>
          </pc:spChg>
          <pc:spChg chg="mod">
            <ac:chgData name="Liudmila Khatkevich" userId="9e4f13db-0122-4676-b5ab-9c285f81dc95" providerId="ADAL" clId="{AFD80411-0EF2-4D4C-83C9-B5887907CF46}" dt="2026-03-03T11:03:17.377" v="2"/>
            <ac:spMkLst>
              <pc:docMk/>
              <pc:sldMasterMk cId="3822934217" sldId="2147483658"/>
              <pc:sldLayoutMk cId="1752467886" sldId="2147483720"/>
              <ac:spMk id="8" creationId="{DF0BB83A-8F61-9449-F88A-D14428FB92FB}"/>
            </ac:spMkLst>
          </pc:spChg>
          <pc:spChg chg="mod">
            <ac:chgData name="Liudmila Khatkevich" userId="9e4f13db-0122-4676-b5ab-9c285f81dc95" providerId="ADAL" clId="{AFD80411-0EF2-4D4C-83C9-B5887907CF46}" dt="2026-03-03T11:03:17.377" v="2"/>
            <ac:spMkLst>
              <pc:docMk/>
              <pc:sldMasterMk cId="3822934217" sldId="2147483658"/>
              <pc:sldLayoutMk cId="1752467886" sldId="2147483720"/>
              <ac:spMk id="9" creationId="{928CEB9B-E281-2F84-4094-6D6C75AE1667}"/>
            </ac:spMkLst>
          </pc:spChg>
          <pc:spChg chg="mod">
            <ac:chgData name="Liudmila Khatkevich" userId="9e4f13db-0122-4676-b5ab-9c285f81dc95" providerId="ADAL" clId="{AFD80411-0EF2-4D4C-83C9-B5887907CF46}" dt="2026-03-03T11:03:17.377" v="2"/>
            <ac:spMkLst>
              <pc:docMk/>
              <pc:sldMasterMk cId="3822934217" sldId="2147483658"/>
              <pc:sldLayoutMk cId="1752467886" sldId="2147483720"/>
              <ac:spMk id="10" creationId="{4B5D4FBD-9119-A47E-823E-8468ED6CF450}"/>
            </ac:spMkLst>
          </pc:spChg>
          <pc:spChg chg="mod">
            <ac:chgData name="Liudmila Khatkevich" userId="9e4f13db-0122-4676-b5ab-9c285f81dc95" providerId="ADAL" clId="{AFD80411-0EF2-4D4C-83C9-B5887907CF46}" dt="2026-03-03T11:03:17.377" v="2"/>
            <ac:spMkLst>
              <pc:docMk/>
              <pc:sldMasterMk cId="3822934217" sldId="2147483658"/>
              <pc:sldLayoutMk cId="1752467886" sldId="2147483720"/>
              <ac:spMk id="11" creationId="{C67B81F6-EE7E-69A9-E411-F7C52303401A}"/>
            </ac:spMkLst>
          </pc:spChg>
          <pc:spChg chg="mod">
            <ac:chgData name="Liudmila Khatkevich" userId="9e4f13db-0122-4676-b5ab-9c285f81dc95" providerId="ADAL" clId="{AFD80411-0EF2-4D4C-83C9-B5887907CF46}" dt="2026-03-03T11:03:17.377" v="2"/>
            <ac:spMkLst>
              <pc:docMk/>
              <pc:sldMasterMk cId="3822934217" sldId="2147483658"/>
              <pc:sldLayoutMk cId="1752467886" sldId="2147483720"/>
              <ac:spMk id="12" creationId="{7D40B0A2-8366-4164-6D42-A15D2F6F574B}"/>
            </ac:spMkLst>
          </pc:spChg>
          <pc:cxnChg chg="mod">
            <ac:chgData name="Liudmila Khatkevich" userId="9e4f13db-0122-4676-b5ab-9c285f81dc95" providerId="ADAL" clId="{AFD80411-0EF2-4D4C-83C9-B5887907CF46}" dt="2026-03-03T11:03:17.377" v="2"/>
            <ac:cxnSpMkLst>
              <pc:docMk/>
              <pc:sldMasterMk cId="3822934217" sldId="2147483658"/>
              <pc:sldLayoutMk cId="1752467886" sldId="2147483720"/>
              <ac:cxnSpMk id="16" creationId="{32A2464A-FAB8-9787-5897-30B871357252}"/>
            </ac:cxnSpMkLst>
          </pc:cxnChg>
        </pc:sldLayoutChg>
        <pc:sldLayoutChg chg="modSp del">
          <pc:chgData name="Liudmila Khatkevich" userId="9e4f13db-0122-4676-b5ab-9c285f81dc95" providerId="ADAL" clId="{AFD80411-0EF2-4D4C-83C9-B5887907CF46}" dt="2026-03-03T13:21:08.170" v="3392" actId="700"/>
          <pc:sldLayoutMkLst>
            <pc:docMk/>
            <pc:sldMasterMk cId="3822934217" sldId="2147483658"/>
            <pc:sldLayoutMk cId="2846036540" sldId="2147483721"/>
          </pc:sldLayoutMkLst>
          <pc:spChg chg="mod">
            <ac:chgData name="Liudmila Khatkevich" userId="9e4f13db-0122-4676-b5ab-9c285f81dc95" providerId="ADAL" clId="{AFD80411-0EF2-4D4C-83C9-B5887907CF46}" dt="2026-03-03T11:03:17.377" v="2"/>
            <ac:spMkLst>
              <pc:docMk/>
              <pc:sldMasterMk cId="3822934217" sldId="2147483658"/>
              <pc:sldLayoutMk cId="2846036540" sldId="2147483721"/>
              <ac:spMk id="2" creationId="{C4526B2C-80FA-F150-338B-DB03C5073388}"/>
            </ac:spMkLst>
          </pc:spChg>
          <pc:spChg chg="mod">
            <ac:chgData name="Liudmila Khatkevich" userId="9e4f13db-0122-4676-b5ab-9c285f81dc95" providerId="ADAL" clId="{AFD80411-0EF2-4D4C-83C9-B5887907CF46}" dt="2026-03-03T11:03:17.377" v="2"/>
            <ac:spMkLst>
              <pc:docMk/>
              <pc:sldMasterMk cId="3822934217" sldId="2147483658"/>
              <pc:sldLayoutMk cId="2846036540" sldId="2147483721"/>
              <ac:spMk id="3" creationId="{79C487BF-0EFB-7D6C-3495-E817AE08A6AD}"/>
            </ac:spMkLst>
          </pc:spChg>
          <pc:spChg chg="mod">
            <ac:chgData name="Liudmila Khatkevich" userId="9e4f13db-0122-4676-b5ab-9c285f81dc95" providerId="ADAL" clId="{AFD80411-0EF2-4D4C-83C9-B5887907CF46}" dt="2026-03-03T11:03:17.377" v="2"/>
            <ac:spMkLst>
              <pc:docMk/>
              <pc:sldMasterMk cId="3822934217" sldId="2147483658"/>
              <pc:sldLayoutMk cId="2846036540" sldId="2147483721"/>
              <ac:spMk id="5" creationId="{7AF9CC8A-BAB0-4529-6083-A3D7F01CE458}"/>
            </ac:spMkLst>
          </pc:spChg>
          <pc:spChg chg="mod">
            <ac:chgData name="Liudmila Khatkevich" userId="9e4f13db-0122-4676-b5ab-9c285f81dc95" providerId="ADAL" clId="{AFD80411-0EF2-4D4C-83C9-B5887907CF46}" dt="2026-03-03T11:03:17.377" v="2"/>
            <ac:spMkLst>
              <pc:docMk/>
              <pc:sldMasterMk cId="3822934217" sldId="2147483658"/>
              <pc:sldLayoutMk cId="2846036540" sldId="2147483721"/>
              <ac:spMk id="6" creationId="{25054708-622B-37B7-6E33-486A71C9526E}"/>
            </ac:spMkLst>
          </pc:spChg>
          <pc:spChg chg="mod">
            <ac:chgData name="Liudmila Khatkevich" userId="9e4f13db-0122-4676-b5ab-9c285f81dc95" providerId="ADAL" clId="{AFD80411-0EF2-4D4C-83C9-B5887907CF46}" dt="2026-03-03T11:03:17.377" v="2"/>
            <ac:spMkLst>
              <pc:docMk/>
              <pc:sldMasterMk cId="3822934217" sldId="2147483658"/>
              <pc:sldLayoutMk cId="2846036540" sldId="2147483721"/>
              <ac:spMk id="7" creationId="{756D2A3F-CCA1-F399-D035-1BB32FED6345}"/>
            </ac:spMkLst>
          </pc:spChg>
          <pc:spChg chg="mod">
            <ac:chgData name="Liudmila Khatkevich" userId="9e4f13db-0122-4676-b5ab-9c285f81dc95" providerId="ADAL" clId="{AFD80411-0EF2-4D4C-83C9-B5887907CF46}" dt="2026-03-03T11:03:17.377" v="2"/>
            <ac:spMkLst>
              <pc:docMk/>
              <pc:sldMasterMk cId="3822934217" sldId="2147483658"/>
              <pc:sldLayoutMk cId="2846036540" sldId="2147483721"/>
              <ac:spMk id="8" creationId="{D50C7B71-5C80-8C3A-B66C-42F7296EB9CC}"/>
            </ac:spMkLst>
          </pc:spChg>
          <pc:spChg chg="mod">
            <ac:chgData name="Liudmila Khatkevich" userId="9e4f13db-0122-4676-b5ab-9c285f81dc95" providerId="ADAL" clId="{AFD80411-0EF2-4D4C-83C9-B5887907CF46}" dt="2026-03-03T11:03:17.377" v="2"/>
            <ac:spMkLst>
              <pc:docMk/>
              <pc:sldMasterMk cId="3822934217" sldId="2147483658"/>
              <pc:sldLayoutMk cId="2846036540" sldId="2147483721"/>
              <ac:spMk id="9" creationId="{0BFDDCB6-69BB-2359-40AB-46BA1DA744F3}"/>
            </ac:spMkLst>
          </pc:spChg>
          <pc:spChg chg="mod">
            <ac:chgData name="Liudmila Khatkevich" userId="9e4f13db-0122-4676-b5ab-9c285f81dc95" providerId="ADAL" clId="{AFD80411-0EF2-4D4C-83C9-B5887907CF46}" dt="2026-03-03T11:03:17.377" v="2"/>
            <ac:spMkLst>
              <pc:docMk/>
              <pc:sldMasterMk cId="3822934217" sldId="2147483658"/>
              <pc:sldLayoutMk cId="2846036540" sldId="2147483721"/>
              <ac:spMk id="10" creationId="{3D16F9E7-5E17-1B62-F499-C761278885E7}"/>
            </ac:spMkLst>
          </pc:spChg>
          <pc:spChg chg="mod">
            <ac:chgData name="Liudmila Khatkevich" userId="9e4f13db-0122-4676-b5ab-9c285f81dc95" providerId="ADAL" clId="{AFD80411-0EF2-4D4C-83C9-B5887907CF46}" dt="2026-03-03T11:03:17.377" v="2"/>
            <ac:spMkLst>
              <pc:docMk/>
              <pc:sldMasterMk cId="3822934217" sldId="2147483658"/>
              <pc:sldLayoutMk cId="2846036540" sldId="2147483721"/>
              <ac:spMk id="12" creationId="{598728A8-4504-9979-0928-94780E8A451A}"/>
            </ac:spMkLst>
          </pc:spChg>
          <pc:spChg chg="mod">
            <ac:chgData name="Liudmila Khatkevich" userId="9e4f13db-0122-4676-b5ab-9c285f81dc95" providerId="ADAL" clId="{AFD80411-0EF2-4D4C-83C9-B5887907CF46}" dt="2026-03-03T11:03:17.377" v="2"/>
            <ac:spMkLst>
              <pc:docMk/>
              <pc:sldMasterMk cId="3822934217" sldId="2147483658"/>
              <pc:sldLayoutMk cId="2846036540" sldId="2147483721"/>
              <ac:spMk id="13" creationId="{68625CBB-5BC8-9235-54D3-C8F265017D79}"/>
            </ac:spMkLst>
          </pc:spChg>
        </pc:sldLayoutChg>
        <pc:sldLayoutChg chg="modSp del">
          <pc:chgData name="Liudmila Khatkevich" userId="9e4f13db-0122-4676-b5ab-9c285f81dc95" providerId="ADAL" clId="{AFD80411-0EF2-4D4C-83C9-B5887907CF46}" dt="2026-03-03T13:21:08.170" v="3392" actId="700"/>
          <pc:sldLayoutMkLst>
            <pc:docMk/>
            <pc:sldMasterMk cId="3822934217" sldId="2147483658"/>
            <pc:sldLayoutMk cId="2485865123" sldId="2147483722"/>
          </pc:sldLayoutMkLst>
          <pc:spChg chg="mod">
            <ac:chgData name="Liudmila Khatkevich" userId="9e4f13db-0122-4676-b5ab-9c285f81dc95" providerId="ADAL" clId="{AFD80411-0EF2-4D4C-83C9-B5887907CF46}" dt="2026-03-03T11:03:17.377" v="2"/>
            <ac:spMkLst>
              <pc:docMk/>
              <pc:sldMasterMk cId="3822934217" sldId="2147483658"/>
              <pc:sldLayoutMk cId="2485865123" sldId="2147483722"/>
              <ac:spMk id="2" creationId="{F7C1B8CB-9FFB-8D0A-F788-18710501B096}"/>
            </ac:spMkLst>
          </pc:spChg>
          <pc:spChg chg="mod">
            <ac:chgData name="Liudmila Khatkevich" userId="9e4f13db-0122-4676-b5ab-9c285f81dc95" providerId="ADAL" clId="{AFD80411-0EF2-4D4C-83C9-B5887907CF46}" dt="2026-03-03T11:03:17.377" v="2"/>
            <ac:spMkLst>
              <pc:docMk/>
              <pc:sldMasterMk cId="3822934217" sldId="2147483658"/>
              <pc:sldLayoutMk cId="2485865123" sldId="2147483722"/>
              <ac:spMk id="3" creationId="{184CEF6B-33E9-BCE0-3818-CFEBB6352D89}"/>
            </ac:spMkLst>
          </pc:spChg>
          <pc:spChg chg="mod">
            <ac:chgData name="Liudmila Khatkevich" userId="9e4f13db-0122-4676-b5ab-9c285f81dc95" providerId="ADAL" clId="{AFD80411-0EF2-4D4C-83C9-B5887907CF46}" dt="2026-03-03T11:03:17.377" v="2"/>
            <ac:spMkLst>
              <pc:docMk/>
              <pc:sldMasterMk cId="3822934217" sldId="2147483658"/>
              <pc:sldLayoutMk cId="2485865123" sldId="2147483722"/>
              <ac:spMk id="4" creationId="{332FADFE-CDC9-BCE0-575D-8C2B21EF5ECA}"/>
            </ac:spMkLst>
          </pc:spChg>
          <pc:spChg chg="mod">
            <ac:chgData name="Liudmila Khatkevich" userId="9e4f13db-0122-4676-b5ab-9c285f81dc95" providerId="ADAL" clId="{AFD80411-0EF2-4D4C-83C9-B5887907CF46}" dt="2026-03-03T11:03:17.377" v="2"/>
            <ac:spMkLst>
              <pc:docMk/>
              <pc:sldMasterMk cId="3822934217" sldId="2147483658"/>
              <pc:sldLayoutMk cId="2485865123" sldId="2147483722"/>
              <ac:spMk id="5" creationId="{A2159C2A-0FC8-422F-92E4-B92935AAE5A0}"/>
            </ac:spMkLst>
          </pc:spChg>
          <pc:spChg chg="mod">
            <ac:chgData name="Liudmila Khatkevich" userId="9e4f13db-0122-4676-b5ab-9c285f81dc95" providerId="ADAL" clId="{AFD80411-0EF2-4D4C-83C9-B5887907CF46}" dt="2026-03-03T11:03:17.377" v="2"/>
            <ac:spMkLst>
              <pc:docMk/>
              <pc:sldMasterMk cId="3822934217" sldId="2147483658"/>
              <pc:sldLayoutMk cId="2485865123" sldId="2147483722"/>
              <ac:spMk id="7" creationId="{C50EF9F7-1BDD-C412-DA7B-D3D0D1ABA091}"/>
            </ac:spMkLst>
          </pc:spChg>
          <pc:spChg chg="mod">
            <ac:chgData name="Liudmila Khatkevich" userId="9e4f13db-0122-4676-b5ab-9c285f81dc95" providerId="ADAL" clId="{AFD80411-0EF2-4D4C-83C9-B5887907CF46}" dt="2026-03-03T11:03:17.377" v="2"/>
            <ac:spMkLst>
              <pc:docMk/>
              <pc:sldMasterMk cId="3822934217" sldId="2147483658"/>
              <pc:sldLayoutMk cId="2485865123" sldId="2147483722"/>
              <ac:spMk id="8" creationId="{08E94620-1500-8D43-BD64-006D83AE4B8E}"/>
            </ac:spMkLst>
          </pc:spChg>
          <pc:spChg chg="mod">
            <ac:chgData name="Liudmila Khatkevich" userId="9e4f13db-0122-4676-b5ab-9c285f81dc95" providerId="ADAL" clId="{AFD80411-0EF2-4D4C-83C9-B5887907CF46}" dt="2026-03-03T11:03:17.377" v="2"/>
            <ac:spMkLst>
              <pc:docMk/>
              <pc:sldMasterMk cId="3822934217" sldId="2147483658"/>
              <pc:sldLayoutMk cId="2485865123" sldId="2147483722"/>
              <ac:spMk id="9" creationId="{E5AA398A-2E47-0C00-F4A0-87498FC7BBC1}"/>
            </ac:spMkLst>
          </pc:spChg>
          <pc:spChg chg="mod">
            <ac:chgData name="Liudmila Khatkevich" userId="9e4f13db-0122-4676-b5ab-9c285f81dc95" providerId="ADAL" clId="{AFD80411-0EF2-4D4C-83C9-B5887907CF46}" dt="2026-03-03T11:03:17.377" v="2"/>
            <ac:spMkLst>
              <pc:docMk/>
              <pc:sldMasterMk cId="3822934217" sldId="2147483658"/>
              <pc:sldLayoutMk cId="2485865123" sldId="2147483722"/>
              <ac:spMk id="10" creationId="{E8E7F306-CD25-215E-BBB0-42720869F90C}"/>
            </ac:spMkLst>
          </pc:spChg>
          <pc:spChg chg="mod">
            <ac:chgData name="Liudmila Khatkevich" userId="9e4f13db-0122-4676-b5ab-9c285f81dc95" providerId="ADAL" clId="{AFD80411-0EF2-4D4C-83C9-B5887907CF46}" dt="2026-03-03T11:03:17.377" v="2"/>
            <ac:spMkLst>
              <pc:docMk/>
              <pc:sldMasterMk cId="3822934217" sldId="2147483658"/>
              <pc:sldLayoutMk cId="2485865123" sldId="2147483722"/>
              <ac:spMk id="13" creationId="{B8E369A2-FC86-4140-9080-E549260B9180}"/>
            </ac:spMkLst>
          </pc:spChg>
          <pc:picChg chg="mod">
            <ac:chgData name="Liudmila Khatkevich" userId="9e4f13db-0122-4676-b5ab-9c285f81dc95" providerId="ADAL" clId="{AFD80411-0EF2-4D4C-83C9-B5887907CF46}" dt="2026-03-03T11:03:17.377" v="2"/>
            <ac:picMkLst>
              <pc:docMk/>
              <pc:sldMasterMk cId="3822934217" sldId="2147483658"/>
              <pc:sldLayoutMk cId="2485865123" sldId="2147483722"/>
              <ac:picMk id="6" creationId="{B7FE3F6A-717B-D671-C21C-B99B4FB2316A}"/>
            </ac:picMkLst>
          </pc:picChg>
        </pc:sldLayoutChg>
        <pc:sldLayoutChg chg="modSp del">
          <pc:chgData name="Liudmila Khatkevich" userId="9e4f13db-0122-4676-b5ab-9c285f81dc95" providerId="ADAL" clId="{AFD80411-0EF2-4D4C-83C9-B5887907CF46}" dt="2026-03-03T13:21:08.170" v="3392" actId="700"/>
          <pc:sldLayoutMkLst>
            <pc:docMk/>
            <pc:sldMasterMk cId="3822934217" sldId="2147483658"/>
            <pc:sldLayoutMk cId="2179687101" sldId="2147483727"/>
          </pc:sldLayoutMkLst>
          <pc:cxnChg chg="mod">
            <ac:chgData name="Liudmila Khatkevich" userId="9e4f13db-0122-4676-b5ab-9c285f81dc95" providerId="ADAL" clId="{AFD80411-0EF2-4D4C-83C9-B5887907CF46}" dt="2026-03-03T11:03:17.377" v="2"/>
            <ac:cxnSpMkLst>
              <pc:docMk/>
              <pc:sldMasterMk cId="3822934217" sldId="2147483658"/>
              <pc:sldLayoutMk cId="2179687101" sldId="2147483727"/>
              <ac:cxnSpMk id="4" creationId="{00000000-0000-0000-0000-000000000000}"/>
            </ac:cxnSpMkLst>
          </pc:cxnChg>
        </pc:sldLayoutChg>
      </pc:sldMasterChg>
    </pc:docChg>
  </pc:docChgLst>
  <pc:docChgLst>
    <pc:chgData name="Tomasz Balcerek" userId="4611017d-96dc-4845-8dab-e48770079db9" providerId="ADAL" clId="{F49E44B2-56A2-494D-A537-434EA00C3F2E}"/>
    <pc:docChg chg="undo custSel addSld delSld modSld sldOrd">
      <pc:chgData name="Tomasz Balcerek" userId="4611017d-96dc-4845-8dab-e48770079db9" providerId="ADAL" clId="{F49E44B2-56A2-494D-A537-434EA00C3F2E}" dt="2026-03-02T23:10:55.693" v="96" actId="21"/>
      <pc:docMkLst>
        <pc:docMk/>
      </pc:docMkLst>
      <pc:sldChg chg="modSp mod">
        <pc:chgData name="Tomasz Balcerek" userId="4611017d-96dc-4845-8dab-e48770079db9" providerId="ADAL" clId="{F49E44B2-56A2-494D-A537-434EA00C3F2E}" dt="2026-03-02T22:45:45.417" v="12" actId="20577"/>
        <pc:sldMkLst>
          <pc:docMk/>
          <pc:sldMk cId="3960105347" sldId="267"/>
        </pc:sldMkLst>
        <pc:spChg chg="mod">
          <ac:chgData name="Tomasz Balcerek" userId="4611017d-96dc-4845-8dab-e48770079db9" providerId="ADAL" clId="{F49E44B2-56A2-494D-A537-434EA00C3F2E}" dt="2026-03-02T22:45:45.417" v="12" actId="20577"/>
          <ac:spMkLst>
            <pc:docMk/>
            <pc:sldMk cId="3960105347" sldId="267"/>
            <ac:spMk id="3" creationId="{2D186489-4A0A-0670-844A-9378EC8D4131}"/>
          </ac:spMkLst>
        </pc:spChg>
      </pc:sldChg>
      <pc:sldChg chg="modSp mod">
        <pc:chgData name="Tomasz Balcerek" userId="4611017d-96dc-4845-8dab-e48770079db9" providerId="ADAL" clId="{F49E44B2-56A2-494D-A537-434EA00C3F2E}" dt="2026-03-02T22:47:01.304" v="27" actId="20577"/>
        <pc:sldMkLst>
          <pc:docMk/>
          <pc:sldMk cId="1895099447" sldId="2142533196"/>
        </pc:sldMkLst>
        <pc:spChg chg="mod">
          <ac:chgData name="Tomasz Balcerek" userId="4611017d-96dc-4845-8dab-e48770079db9" providerId="ADAL" clId="{F49E44B2-56A2-494D-A537-434EA00C3F2E}" dt="2026-03-02T22:47:01.304" v="27" actId="20577"/>
          <ac:spMkLst>
            <pc:docMk/>
            <pc:sldMk cId="1895099447" sldId="2142533196"/>
            <ac:spMk id="7" creationId="{9ACD8B9B-7C19-4E5E-BAA3-1D6BB3827C11}"/>
          </ac:spMkLst>
        </pc:spChg>
      </pc:sldChg>
      <pc:sldChg chg="ord">
        <pc:chgData name="Tomasz Balcerek" userId="4611017d-96dc-4845-8dab-e48770079db9" providerId="ADAL" clId="{F49E44B2-56A2-494D-A537-434EA00C3F2E}" dt="2026-03-02T23:10:35.606" v="95"/>
        <pc:sldMkLst>
          <pc:docMk/>
          <pc:sldMk cId="2771880362" sldId="2142533199"/>
        </pc:sldMkLst>
      </pc:sldChg>
      <pc:sldChg chg="addSp delSp modSp mod ord modShow">
        <pc:chgData name="Tomasz Balcerek" userId="4611017d-96dc-4845-8dab-e48770079db9" providerId="ADAL" clId="{F49E44B2-56A2-494D-A537-434EA00C3F2E}" dt="2026-03-02T23:10:35.606" v="95"/>
        <pc:sldMkLst>
          <pc:docMk/>
          <pc:sldMk cId="2110519885" sldId="2147478276"/>
        </pc:sldMkLst>
        <pc:spChg chg="mod">
          <ac:chgData name="Tomasz Balcerek" userId="4611017d-96dc-4845-8dab-e48770079db9" providerId="ADAL" clId="{F49E44B2-56A2-494D-A537-434EA00C3F2E}" dt="2026-03-02T22:49:13.629" v="65" actId="6549"/>
          <ac:spMkLst>
            <pc:docMk/>
            <pc:sldMk cId="2110519885" sldId="2147478276"/>
            <ac:spMk id="2" creationId="{F94C49F4-B796-A737-FB42-EEEBC83BDBF9}"/>
          </ac:spMkLst>
        </pc:spChg>
        <pc:spChg chg="del">
          <ac:chgData name="Tomasz Balcerek" userId="4611017d-96dc-4845-8dab-e48770079db9" providerId="ADAL" clId="{F49E44B2-56A2-494D-A537-434EA00C3F2E}" dt="2026-03-02T22:49:06.841" v="56" actId="21"/>
          <ac:spMkLst>
            <pc:docMk/>
            <pc:sldMk cId="2110519885" sldId="2147478276"/>
            <ac:spMk id="3" creationId="{BC9942E9-B3F9-DDBC-CDD5-A4B73351648E}"/>
          </ac:spMkLst>
        </pc:spChg>
        <pc:spChg chg="add mod">
          <ac:chgData name="Tomasz Balcerek" userId="4611017d-96dc-4845-8dab-e48770079db9" providerId="ADAL" clId="{F49E44B2-56A2-494D-A537-434EA00C3F2E}" dt="2026-03-02T22:49:06.841" v="56" actId="21"/>
          <ac:spMkLst>
            <pc:docMk/>
            <pc:sldMk cId="2110519885" sldId="2147478276"/>
            <ac:spMk id="8" creationId="{00A281CC-01F1-4742-9274-83FA4D5FC943}"/>
          </ac:spMkLst>
        </pc:spChg>
        <pc:spChg chg="mod">
          <ac:chgData name="Tomasz Balcerek" userId="4611017d-96dc-4845-8dab-e48770079db9" providerId="ADAL" clId="{F49E44B2-56A2-494D-A537-434EA00C3F2E}" dt="2026-03-02T22:51:47.641" v="77" actId="400"/>
          <ac:spMkLst>
            <pc:docMk/>
            <pc:sldMk cId="2110519885" sldId="2147478276"/>
            <ac:spMk id="10" creationId="{EC54ECB2-CEF0-FD6C-3394-C64B0B8404D8}"/>
          </ac:spMkLst>
        </pc:spChg>
      </pc:sldChg>
      <pc:sldChg chg="addSp delSp modSp mod">
        <pc:chgData name="Tomasz Balcerek" userId="4611017d-96dc-4845-8dab-e48770079db9" providerId="ADAL" clId="{F49E44B2-56A2-494D-A537-434EA00C3F2E}" dt="2026-03-02T22:54:47.819" v="81" actId="21"/>
        <pc:sldMkLst>
          <pc:docMk/>
          <pc:sldMk cId="4026586661" sldId="2147478277"/>
        </pc:sldMkLst>
        <pc:spChg chg="add mod">
          <ac:chgData name="Tomasz Balcerek" userId="4611017d-96dc-4845-8dab-e48770079db9" providerId="ADAL" clId="{F49E44B2-56A2-494D-A537-434EA00C3F2E}" dt="2026-03-02T22:54:47.819" v="81" actId="21"/>
          <ac:spMkLst>
            <pc:docMk/>
            <pc:sldMk cId="4026586661" sldId="2147478277"/>
            <ac:spMk id="7" creationId="{4D618915-F764-BBF3-4F04-7A288081D1F6}"/>
          </ac:spMkLst>
        </pc:spChg>
        <pc:spChg chg="del">
          <ac:chgData name="Tomasz Balcerek" userId="4611017d-96dc-4845-8dab-e48770079db9" providerId="ADAL" clId="{F49E44B2-56A2-494D-A537-434EA00C3F2E}" dt="2026-03-02T22:54:47.819" v="81" actId="21"/>
          <ac:spMkLst>
            <pc:docMk/>
            <pc:sldMk cId="4026586661" sldId="2147478277"/>
            <ac:spMk id="65" creationId="{8E0CEF9E-15EB-ACE8-07DF-9D07ADD69EAB}"/>
          </ac:spMkLst>
        </pc:spChg>
      </pc:sldChg>
      <pc:sldChg chg="addSp delSp modSp mod">
        <pc:chgData name="Tomasz Balcerek" userId="4611017d-96dc-4845-8dab-e48770079db9" providerId="ADAL" clId="{F49E44B2-56A2-494D-A537-434EA00C3F2E}" dt="2026-03-02T22:55:52.057" v="83" actId="21"/>
        <pc:sldMkLst>
          <pc:docMk/>
          <pc:sldMk cId="868507825" sldId="2147478278"/>
        </pc:sldMkLst>
        <pc:spChg chg="del">
          <ac:chgData name="Tomasz Balcerek" userId="4611017d-96dc-4845-8dab-e48770079db9" providerId="ADAL" clId="{F49E44B2-56A2-494D-A537-434EA00C3F2E}" dt="2026-03-02T22:55:52.057" v="83" actId="21"/>
          <ac:spMkLst>
            <pc:docMk/>
            <pc:sldMk cId="868507825" sldId="2147478278"/>
            <ac:spMk id="3" creationId="{07C57733-9CF0-C137-EE98-05E518D92184}"/>
          </ac:spMkLst>
        </pc:spChg>
        <pc:spChg chg="add mod">
          <ac:chgData name="Tomasz Balcerek" userId="4611017d-96dc-4845-8dab-e48770079db9" providerId="ADAL" clId="{F49E44B2-56A2-494D-A537-434EA00C3F2E}" dt="2026-03-02T22:55:52.057" v="83" actId="21"/>
          <ac:spMkLst>
            <pc:docMk/>
            <pc:sldMk cId="868507825" sldId="2147478278"/>
            <ac:spMk id="5" creationId="{C2A923BD-3C34-D1AC-50B7-8E5319F48DC0}"/>
          </ac:spMkLst>
        </pc:spChg>
      </pc:sldChg>
      <pc:sldChg chg="addSp delSp modSp mod">
        <pc:chgData name="Tomasz Balcerek" userId="4611017d-96dc-4845-8dab-e48770079db9" providerId="ADAL" clId="{F49E44B2-56A2-494D-A537-434EA00C3F2E}" dt="2026-03-02T22:59:32.077" v="90" actId="20577"/>
        <pc:sldMkLst>
          <pc:docMk/>
          <pc:sldMk cId="1317459544" sldId="2147478280"/>
        </pc:sldMkLst>
        <pc:spChg chg="del">
          <ac:chgData name="Tomasz Balcerek" userId="4611017d-96dc-4845-8dab-e48770079db9" providerId="ADAL" clId="{F49E44B2-56A2-494D-A537-434EA00C3F2E}" dt="2026-03-02T22:57:52.494" v="85" actId="21"/>
          <ac:spMkLst>
            <pc:docMk/>
            <pc:sldMk cId="1317459544" sldId="2147478280"/>
            <ac:spMk id="3" creationId="{92A693FA-E262-CF49-3169-F86B49A2E3D9}"/>
          </ac:spMkLst>
        </pc:spChg>
        <pc:spChg chg="add mod">
          <ac:chgData name="Tomasz Balcerek" userId="4611017d-96dc-4845-8dab-e48770079db9" providerId="ADAL" clId="{F49E44B2-56A2-494D-A537-434EA00C3F2E}" dt="2026-03-02T22:57:52.494" v="85" actId="21"/>
          <ac:spMkLst>
            <pc:docMk/>
            <pc:sldMk cId="1317459544" sldId="2147478280"/>
            <ac:spMk id="5" creationId="{CA6F6C72-BB98-B9C0-4D4B-AC11FDD951E8}"/>
          </ac:spMkLst>
        </pc:spChg>
        <pc:spChg chg="mod">
          <ac:chgData name="Tomasz Balcerek" userId="4611017d-96dc-4845-8dab-e48770079db9" providerId="ADAL" clId="{F49E44B2-56A2-494D-A537-434EA00C3F2E}" dt="2026-03-02T22:59:14.274" v="86" actId="6549"/>
          <ac:spMkLst>
            <pc:docMk/>
            <pc:sldMk cId="1317459544" sldId="2147478280"/>
            <ac:spMk id="28" creationId="{8E0EAE99-9E51-DAF0-8518-4F0A55AB0BE1}"/>
          </ac:spMkLst>
        </pc:spChg>
        <pc:spChg chg="mod">
          <ac:chgData name="Tomasz Balcerek" userId="4611017d-96dc-4845-8dab-e48770079db9" providerId="ADAL" clId="{F49E44B2-56A2-494D-A537-434EA00C3F2E}" dt="2026-03-02T22:59:32.077" v="90" actId="20577"/>
          <ac:spMkLst>
            <pc:docMk/>
            <pc:sldMk cId="1317459544" sldId="2147478280"/>
            <ac:spMk id="30" creationId="{777776CA-E562-EFFD-8D57-3819FCF6E77B}"/>
          </ac:spMkLst>
        </pc:spChg>
      </pc:sldChg>
      <pc:sldChg chg="addSp delSp modSp mod">
        <pc:chgData name="Tomasz Balcerek" userId="4611017d-96dc-4845-8dab-e48770079db9" providerId="ADAL" clId="{F49E44B2-56A2-494D-A537-434EA00C3F2E}" dt="2026-03-02T23:08:54.815" v="91" actId="21"/>
        <pc:sldMkLst>
          <pc:docMk/>
          <pc:sldMk cId="1695504758" sldId="2147478282"/>
        </pc:sldMkLst>
        <pc:spChg chg="del">
          <ac:chgData name="Tomasz Balcerek" userId="4611017d-96dc-4845-8dab-e48770079db9" providerId="ADAL" clId="{F49E44B2-56A2-494D-A537-434EA00C3F2E}" dt="2026-03-02T23:08:54.815" v="91" actId="21"/>
          <ac:spMkLst>
            <pc:docMk/>
            <pc:sldMk cId="1695504758" sldId="2147478282"/>
            <ac:spMk id="3" creationId="{12AA3E98-51D6-1FF8-2A5D-8B30BBFE5ACF}"/>
          </ac:spMkLst>
        </pc:spChg>
        <pc:spChg chg="add mod">
          <ac:chgData name="Tomasz Balcerek" userId="4611017d-96dc-4845-8dab-e48770079db9" providerId="ADAL" clId="{F49E44B2-56A2-494D-A537-434EA00C3F2E}" dt="2026-03-02T23:08:54.815" v="91" actId="21"/>
          <ac:spMkLst>
            <pc:docMk/>
            <pc:sldMk cId="1695504758" sldId="2147478282"/>
            <ac:spMk id="6" creationId="{08A50DD8-4BEE-31EE-D4C4-21D47550039C}"/>
          </ac:spMkLst>
        </pc:spChg>
      </pc:sldChg>
      <pc:sldChg chg="addSp delSp modSp mod">
        <pc:chgData name="Tomasz Balcerek" userId="4611017d-96dc-4845-8dab-e48770079db9" providerId="ADAL" clId="{F49E44B2-56A2-494D-A537-434EA00C3F2E}" dt="2026-03-02T23:09:01.874" v="92" actId="21"/>
        <pc:sldMkLst>
          <pc:docMk/>
          <pc:sldMk cId="1865360358" sldId="2147478283"/>
        </pc:sldMkLst>
        <pc:spChg chg="del">
          <ac:chgData name="Tomasz Balcerek" userId="4611017d-96dc-4845-8dab-e48770079db9" providerId="ADAL" clId="{F49E44B2-56A2-494D-A537-434EA00C3F2E}" dt="2026-03-02T23:09:01.874" v="92" actId="21"/>
          <ac:spMkLst>
            <pc:docMk/>
            <pc:sldMk cId="1865360358" sldId="2147478283"/>
            <ac:spMk id="3" creationId="{5B1C6C77-D65A-F455-A4F1-28EEA982E3A1}"/>
          </ac:spMkLst>
        </pc:spChg>
        <pc:spChg chg="add mod">
          <ac:chgData name="Tomasz Balcerek" userId="4611017d-96dc-4845-8dab-e48770079db9" providerId="ADAL" clId="{F49E44B2-56A2-494D-A537-434EA00C3F2E}" dt="2026-03-02T23:09:01.874" v="92" actId="21"/>
          <ac:spMkLst>
            <pc:docMk/>
            <pc:sldMk cId="1865360358" sldId="2147478283"/>
            <ac:spMk id="17" creationId="{D8B0AF4D-912C-AD98-00E6-28780A0CEC39}"/>
          </ac:spMkLst>
        </pc:spChg>
      </pc:sldChg>
      <pc:sldChg chg="addSp delSp modSp mod modCm">
        <pc:chgData name="Tomasz Balcerek" userId="4611017d-96dc-4845-8dab-e48770079db9" providerId="ADAL" clId="{F49E44B2-56A2-494D-A537-434EA00C3F2E}" dt="2026-03-02T23:09:08.557" v="93" actId="21"/>
        <pc:sldMkLst>
          <pc:docMk/>
          <pc:sldMk cId="4196449322" sldId="2147478284"/>
        </pc:sldMkLst>
        <pc:spChg chg="del">
          <ac:chgData name="Tomasz Balcerek" userId="4611017d-96dc-4845-8dab-e48770079db9" providerId="ADAL" clId="{F49E44B2-56A2-494D-A537-434EA00C3F2E}" dt="2026-03-02T23:09:08.557" v="93" actId="21"/>
          <ac:spMkLst>
            <pc:docMk/>
            <pc:sldMk cId="4196449322" sldId="2147478284"/>
            <ac:spMk id="16" creationId="{DDC63C8E-4C7E-8597-96D5-C9BB509974A0}"/>
          </ac:spMkLst>
        </pc:spChg>
        <pc:spChg chg="add mod">
          <ac:chgData name="Tomasz Balcerek" userId="4611017d-96dc-4845-8dab-e48770079db9" providerId="ADAL" clId="{F49E44B2-56A2-494D-A537-434EA00C3F2E}" dt="2026-03-02T23:09:08.557" v="93" actId="21"/>
          <ac:spMkLst>
            <pc:docMk/>
            <pc:sldMk cId="4196449322" sldId="2147478284"/>
            <ac:spMk id="22" creationId="{8522CAAB-E6B4-F8D9-A2F2-CCF932E7A2B0}"/>
          </ac:spMkLst>
        </pc:spChg>
        <pc:extLst>
          <p:ext xmlns:p="http://schemas.openxmlformats.org/presentationml/2006/main" uri="{D6D511B9-2390-475A-947B-AFAB55BFBCF1}">
            <pc226:cmChg xmlns:pc226="http://schemas.microsoft.com/office/powerpoint/2022/06/main/command" chg="mod">
              <pc226:chgData name="Tomasz Balcerek" userId="4611017d-96dc-4845-8dab-e48770079db9" providerId="ADAL" clId="{F49E44B2-56A2-494D-A537-434EA00C3F2E}" dt="2026-03-02T23:09:08.557" v="93" actId="21"/>
              <pc2:cmMkLst xmlns:pc2="http://schemas.microsoft.com/office/powerpoint/2019/9/main/command">
                <pc:docMk/>
                <pc:sldMk cId="4196449322" sldId="2147478284"/>
                <pc2:cmMk id="{AA19FCD3-D720-4AF0-AE9D-C890FCBD4968}"/>
              </pc2:cmMkLst>
            </pc226:cmChg>
          </p:ext>
        </pc:extLst>
      </pc:sldChg>
      <pc:sldChg chg="addSp delSp modSp mod">
        <pc:chgData name="Tomasz Balcerek" userId="4611017d-96dc-4845-8dab-e48770079db9" providerId="ADAL" clId="{F49E44B2-56A2-494D-A537-434EA00C3F2E}" dt="2026-03-02T22:51:27.044" v="73" actId="22"/>
        <pc:sldMkLst>
          <pc:docMk/>
          <pc:sldMk cId="3415367404" sldId="2147478288"/>
        </pc:sldMkLst>
        <pc:spChg chg="add mod">
          <ac:chgData name="Tomasz Balcerek" userId="4611017d-96dc-4845-8dab-e48770079db9" providerId="ADAL" clId="{F49E44B2-56A2-494D-A537-434EA00C3F2E}" dt="2026-03-02T22:47:35.365" v="28" actId="21"/>
          <ac:spMkLst>
            <pc:docMk/>
            <pc:sldMk cId="3415367404" sldId="2147478288"/>
            <ac:spMk id="3" creationId="{26803A1F-5730-E8CE-BDA2-A909183B4D0E}"/>
          </ac:spMkLst>
        </pc:spChg>
        <pc:spChg chg="del">
          <ac:chgData name="Tomasz Balcerek" userId="4611017d-96dc-4845-8dab-e48770079db9" providerId="ADAL" clId="{F49E44B2-56A2-494D-A537-434EA00C3F2E}" dt="2026-03-02T22:47:35.365" v="28" actId="21"/>
          <ac:spMkLst>
            <pc:docMk/>
            <pc:sldMk cId="3415367404" sldId="2147478288"/>
            <ac:spMk id="5" creationId="{16841486-6F90-2CE6-24CD-4B31433CE1B1}"/>
          </ac:spMkLst>
        </pc:spChg>
        <pc:spChg chg="mod">
          <ac:chgData name="Tomasz Balcerek" userId="4611017d-96dc-4845-8dab-e48770079db9" providerId="ADAL" clId="{F49E44B2-56A2-494D-A537-434EA00C3F2E}" dt="2026-03-02T22:48:59.181" v="55" actId="20577"/>
          <ac:spMkLst>
            <pc:docMk/>
            <pc:sldMk cId="3415367404" sldId="2147478288"/>
            <ac:spMk id="6" creationId="{FE5F92F0-3FEF-2C52-7652-A2B43D7A629D}"/>
          </ac:spMkLst>
        </pc:spChg>
        <pc:spChg chg="add del">
          <ac:chgData name="Tomasz Balcerek" userId="4611017d-96dc-4845-8dab-e48770079db9" providerId="ADAL" clId="{F49E44B2-56A2-494D-A537-434EA00C3F2E}" dt="2026-03-02T22:51:27.044" v="73" actId="22"/>
          <ac:spMkLst>
            <pc:docMk/>
            <pc:sldMk cId="3415367404" sldId="2147478288"/>
            <ac:spMk id="8" creationId="{32B7CDF7-59FC-6C8B-074A-034DA9629F13}"/>
          </ac:spMkLst>
        </pc:spChg>
      </pc:sldChg>
      <pc:sldChg chg="addSp delSp modSp mod">
        <pc:chgData name="Tomasz Balcerek" userId="4611017d-96dc-4845-8dab-e48770079db9" providerId="ADAL" clId="{F49E44B2-56A2-494D-A537-434EA00C3F2E}" dt="2026-03-02T22:55:45.222" v="82" actId="21"/>
        <pc:sldMkLst>
          <pc:docMk/>
          <pc:sldMk cId="2580893965" sldId="2147478289"/>
        </pc:sldMkLst>
        <pc:spChg chg="del">
          <ac:chgData name="Tomasz Balcerek" userId="4611017d-96dc-4845-8dab-e48770079db9" providerId="ADAL" clId="{F49E44B2-56A2-494D-A537-434EA00C3F2E}" dt="2026-03-02T22:55:45.222" v="82" actId="21"/>
          <ac:spMkLst>
            <pc:docMk/>
            <pc:sldMk cId="2580893965" sldId="2147478289"/>
            <ac:spMk id="3" creationId="{161E9D66-9309-ACCE-6BFD-3F39BE612A7D}"/>
          </ac:spMkLst>
        </pc:spChg>
        <pc:spChg chg="add mod">
          <ac:chgData name="Tomasz Balcerek" userId="4611017d-96dc-4845-8dab-e48770079db9" providerId="ADAL" clId="{F49E44B2-56A2-494D-A537-434EA00C3F2E}" dt="2026-03-02T22:55:45.222" v="82" actId="21"/>
          <ac:spMkLst>
            <pc:docMk/>
            <pc:sldMk cId="2580893965" sldId="2147478289"/>
            <ac:spMk id="5" creationId="{A4E9FA96-4458-56D9-3E9C-F4431F69CF5F}"/>
          </ac:spMkLst>
        </pc:spChg>
      </pc:sldChg>
      <pc:sldChg chg="addSp delSp modSp mod">
        <pc:chgData name="Tomasz Balcerek" userId="4611017d-96dc-4845-8dab-e48770079db9" providerId="ADAL" clId="{F49E44B2-56A2-494D-A537-434EA00C3F2E}" dt="2026-03-02T23:10:55.693" v="96" actId="21"/>
        <pc:sldMkLst>
          <pc:docMk/>
          <pc:sldMk cId="4280343993" sldId="2147478290"/>
        </pc:sldMkLst>
        <pc:spChg chg="del">
          <ac:chgData name="Tomasz Balcerek" userId="4611017d-96dc-4845-8dab-e48770079db9" providerId="ADAL" clId="{F49E44B2-56A2-494D-A537-434EA00C3F2E}" dt="2026-03-02T23:10:55.693" v="96" actId="21"/>
          <ac:spMkLst>
            <pc:docMk/>
            <pc:sldMk cId="4280343993" sldId="2147478290"/>
            <ac:spMk id="3" creationId="{8C917013-807D-CFFC-9159-5065D8FFE210}"/>
          </ac:spMkLst>
        </pc:spChg>
        <pc:spChg chg="add mod">
          <ac:chgData name="Tomasz Balcerek" userId="4611017d-96dc-4845-8dab-e48770079db9" providerId="ADAL" clId="{F49E44B2-56A2-494D-A537-434EA00C3F2E}" dt="2026-03-02T23:10:55.693" v="96" actId="21"/>
          <ac:spMkLst>
            <pc:docMk/>
            <pc:sldMk cId="4280343993" sldId="2147478290"/>
            <ac:spMk id="9" creationId="{030E5283-4B7A-BA1D-02E4-46C0C55053C3}"/>
          </ac:spMkLst>
        </pc:spChg>
      </pc:sldChg>
      <pc:sldChg chg="addSp delSp modSp mod">
        <pc:chgData name="Tomasz Balcerek" userId="4611017d-96dc-4845-8dab-e48770079db9" providerId="ADAL" clId="{F49E44B2-56A2-494D-A537-434EA00C3F2E}" dt="2026-03-02T22:57:38.019" v="84" actId="21"/>
        <pc:sldMkLst>
          <pc:docMk/>
          <pc:sldMk cId="677319978" sldId="2147478291"/>
        </pc:sldMkLst>
        <pc:spChg chg="del">
          <ac:chgData name="Tomasz Balcerek" userId="4611017d-96dc-4845-8dab-e48770079db9" providerId="ADAL" clId="{F49E44B2-56A2-494D-A537-434EA00C3F2E}" dt="2026-03-02T22:57:38.019" v="84" actId="21"/>
          <ac:spMkLst>
            <pc:docMk/>
            <pc:sldMk cId="677319978" sldId="2147478291"/>
            <ac:spMk id="3" creationId="{8F5A3357-7504-F22A-4441-35D4855D692A}"/>
          </ac:spMkLst>
        </pc:spChg>
        <pc:spChg chg="add mod">
          <ac:chgData name="Tomasz Balcerek" userId="4611017d-96dc-4845-8dab-e48770079db9" providerId="ADAL" clId="{F49E44B2-56A2-494D-A537-434EA00C3F2E}" dt="2026-03-02T22:57:38.019" v="84" actId="21"/>
          <ac:spMkLst>
            <pc:docMk/>
            <pc:sldMk cId="677319978" sldId="2147478291"/>
            <ac:spMk id="5" creationId="{FFCB3479-4BE8-9329-6063-0E13B3E95105}"/>
          </ac:spMkLst>
        </pc:spChg>
      </pc:sldChg>
      <pc:sldChg chg="addSp delSp modSp mod">
        <pc:chgData name="Tomasz Balcerek" userId="4611017d-96dc-4845-8dab-e48770079db9" providerId="ADAL" clId="{F49E44B2-56A2-494D-A537-434EA00C3F2E}" dt="2026-03-02T22:52:57.339" v="79" actId="21"/>
        <pc:sldMkLst>
          <pc:docMk/>
          <pc:sldMk cId="3251278532" sldId="2147478292"/>
        </pc:sldMkLst>
        <pc:spChg chg="del">
          <ac:chgData name="Tomasz Balcerek" userId="4611017d-96dc-4845-8dab-e48770079db9" providerId="ADAL" clId="{F49E44B2-56A2-494D-A537-434EA00C3F2E}" dt="2026-03-02T22:52:57.339" v="79" actId="21"/>
          <ac:spMkLst>
            <pc:docMk/>
            <pc:sldMk cId="3251278532" sldId="2147478292"/>
            <ac:spMk id="3" creationId="{907D8809-1FB4-E9B9-76D1-F091A937FD27}"/>
          </ac:spMkLst>
        </pc:spChg>
        <pc:spChg chg="add mod">
          <ac:chgData name="Tomasz Balcerek" userId="4611017d-96dc-4845-8dab-e48770079db9" providerId="ADAL" clId="{F49E44B2-56A2-494D-A537-434EA00C3F2E}" dt="2026-03-02T22:52:57.339" v="79" actId="21"/>
          <ac:spMkLst>
            <pc:docMk/>
            <pc:sldMk cId="3251278532" sldId="2147478292"/>
            <ac:spMk id="6" creationId="{760E6237-0646-ABF9-4C21-6203E6704226}"/>
          </ac:spMkLst>
        </pc:spChg>
      </pc:sldChg>
      <pc:sldChg chg="ord">
        <pc:chgData name="Tomasz Balcerek" userId="4611017d-96dc-4845-8dab-e48770079db9" providerId="ADAL" clId="{F49E44B2-56A2-494D-A537-434EA00C3F2E}" dt="2026-03-02T23:10:35.606" v="95"/>
        <pc:sldMkLst>
          <pc:docMk/>
          <pc:sldMk cId="458498487" sldId="2147478293"/>
        </pc:sldMkLst>
      </pc:sldChg>
      <pc:sldChg chg="addSp delSp modSp mod">
        <pc:chgData name="Tomasz Balcerek" userId="4611017d-96dc-4845-8dab-e48770079db9" providerId="ADAL" clId="{F49E44B2-56A2-494D-A537-434EA00C3F2E}" dt="2026-03-02T22:53:49.682" v="80" actId="21"/>
        <pc:sldMkLst>
          <pc:docMk/>
          <pc:sldMk cId="1616614812" sldId="2147478294"/>
        </pc:sldMkLst>
        <pc:spChg chg="del">
          <ac:chgData name="Tomasz Balcerek" userId="4611017d-96dc-4845-8dab-e48770079db9" providerId="ADAL" clId="{F49E44B2-56A2-494D-A537-434EA00C3F2E}" dt="2026-03-02T22:53:49.682" v="80" actId="21"/>
          <ac:spMkLst>
            <pc:docMk/>
            <pc:sldMk cId="1616614812" sldId="2147478294"/>
            <ac:spMk id="3" creationId="{0EF6ECCF-D05F-1264-64AC-7B539C7C675B}"/>
          </ac:spMkLst>
        </pc:spChg>
        <pc:spChg chg="add mod">
          <ac:chgData name="Tomasz Balcerek" userId="4611017d-96dc-4845-8dab-e48770079db9" providerId="ADAL" clId="{F49E44B2-56A2-494D-A537-434EA00C3F2E}" dt="2026-03-02T22:53:49.682" v="80" actId="21"/>
          <ac:spMkLst>
            <pc:docMk/>
            <pc:sldMk cId="1616614812" sldId="2147478294"/>
            <ac:spMk id="5" creationId="{4272995C-ACD1-20A3-0630-D72B110AB20D}"/>
          </ac:spMkLst>
        </pc:spChg>
      </pc:sldChg>
      <pc:sldChg chg="add del">
        <pc:chgData name="Tomasz Balcerek" userId="4611017d-96dc-4845-8dab-e48770079db9" providerId="ADAL" clId="{F49E44B2-56A2-494D-A537-434EA00C3F2E}" dt="2026-03-02T22:51:23.870" v="71"/>
        <pc:sldMkLst>
          <pc:docMk/>
          <pc:sldMk cId="551355787" sldId="2147478295"/>
        </pc:sldMkLst>
      </pc:sldChg>
      <pc:sldChg chg="modSp add mod">
        <pc:chgData name="Tomasz Balcerek" userId="4611017d-96dc-4845-8dab-e48770079db9" providerId="ADAL" clId="{F49E44B2-56A2-494D-A537-434EA00C3F2E}" dt="2026-03-02T22:51:55.304" v="78" actId="6549"/>
        <pc:sldMkLst>
          <pc:docMk/>
          <pc:sldMk cId="897258851" sldId="2147478295"/>
        </pc:sldMkLst>
        <pc:spChg chg="mod">
          <ac:chgData name="Tomasz Balcerek" userId="4611017d-96dc-4845-8dab-e48770079db9" providerId="ADAL" clId="{F49E44B2-56A2-494D-A537-434EA00C3F2E}" dt="2026-03-02T22:51:55.304" v="78" actId="6549"/>
          <ac:spMkLst>
            <pc:docMk/>
            <pc:sldMk cId="897258851" sldId="2147478295"/>
            <ac:spMk id="10" creationId="{9AB6429B-753F-A5AC-D001-A6D724F5A256}"/>
          </ac:spMkLst>
        </pc:spChg>
      </pc:sldChg>
    </pc:docChg>
  </pc:docChgLst>
  <pc:docChgLst>
    <pc:chgData name="Sourav Roychoudhury" userId="59695b4d-e29f-45e3-8353-0f889d55378f" providerId="ADAL" clId="{3AEE87AD-A9CD-4FB7-8BD3-7E9F5DEE4DC4}"/>
    <pc:docChg chg="undo custSel modSld sldOrd">
      <pc:chgData name="Sourav Roychoudhury" userId="59695b4d-e29f-45e3-8353-0f889d55378f" providerId="ADAL" clId="{3AEE87AD-A9CD-4FB7-8BD3-7E9F5DEE4DC4}" dt="2026-03-02T22:00:39.569" v="394" actId="15"/>
      <pc:docMkLst>
        <pc:docMk/>
      </pc:docMkLst>
      <pc:sldChg chg="modSp mod">
        <pc:chgData name="Sourav Roychoudhury" userId="59695b4d-e29f-45e3-8353-0f889d55378f" providerId="ADAL" clId="{3AEE87AD-A9CD-4FB7-8BD3-7E9F5DEE4DC4}" dt="2026-02-27T17:51:16.674" v="264" actId="20577"/>
        <pc:sldMkLst>
          <pc:docMk/>
          <pc:sldMk cId="1774354280" sldId="256"/>
        </pc:sldMkLst>
        <pc:spChg chg="mod">
          <ac:chgData name="Sourav Roychoudhury" userId="59695b4d-e29f-45e3-8353-0f889d55378f" providerId="ADAL" clId="{3AEE87AD-A9CD-4FB7-8BD3-7E9F5DEE4DC4}" dt="2026-02-27T17:51:16.674" v="264" actId="20577"/>
          <ac:spMkLst>
            <pc:docMk/>
            <pc:sldMk cId="1774354280" sldId="256"/>
            <ac:spMk id="498" creationId="{6BA53483-7494-5213-CF07-448A2730EF98}"/>
          </ac:spMkLst>
        </pc:spChg>
      </pc:sldChg>
      <pc:sldChg chg="delSp mod">
        <pc:chgData name="Sourav Roychoudhury" userId="59695b4d-e29f-45e3-8353-0f889d55378f" providerId="ADAL" clId="{3AEE87AD-A9CD-4FB7-8BD3-7E9F5DEE4DC4}" dt="2026-02-27T15:38:19.557" v="0" actId="478"/>
        <pc:sldMkLst>
          <pc:docMk/>
          <pc:sldMk cId="3960105347" sldId="267"/>
        </pc:sldMkLst>
      </pc:sldChg>
      <pc:sldChg chg="modSp mod">
        <pc:chgData name="Sourav Roychoudhury" userId="59695b4d-e29f-45e3-8353-0f889d55378f" providerId="ADAL" clId="{3AEE87AD-A9CD-4FB7-8BD3-7E9F5DEE4DC4}" dt="2026-02-27T17:32:28.247" v="234" actId="114"/>
        <pc:sldMkLst>
          <pc:docMk/>
          <pc:sldMk cId="1895099447" sldId="2142533196"/>
        </pc:sldMkLst>
        <pc:spChg chg="mod">
          <ac:chgData name="Sourav Roychoudhury" userId="59695b4d-e29f-45e3-8353-0f889d55378f" providerId="ADAL" clId="{3AEE87AD-A9CD-4FB7-8BD3-7E9F5DEE4DC4}" dt="2026-02-27T17:32:28.247" v="234" actId="114"/>
          <ac:spMkLst>
            <pc:docMk/>
            <pc:sldMk cId="1895099447" sldId="2142533196"/>
            <ac:spMk id="7" creationId="{9ACD8B9B-7C19-4E5E-BAA3-1D6BB3827C11}"/>
          </ac:spMkLst>
        </pc:spChg>
      </pc:sldChg>
      <pc:sldChg chg="mod modShow">
        <pc:chgData name="Sourav Roychoudhury" userId="59695b4d-e29f-45e3-8353-0f889d55378f" providerId="ADAL" clId="{3AEE87AD-A9CD-4FB7-8BD3-7E9F5DEE4DC4}" dt="2026-02-27T16:51:11.156" v="232" actId="729"/>
        <pc:sldMkLst>
          <pc:docMk/>
          <pc:sldMk cId="2771880362" sldId="2142533199"/>
        </pc:sldMkLst>
      </pc:sldChg>
      <pc:sldChg chg="addSp modSp mod modCm">
        <pc:chgData name="Sourav Roychoudhury" userId="59695b4d-e29f-45e3-8353-0f889d55378f" providerId="ADAL" clId="{3AEE87AD-A9CD-4FB7-8BD3-7E9F5DEE4DC4}" dt="2026-03-02T21:57:15.502" v="362" actId="1076"/>
        <pc:sldMkLst>
          <pc:docMk/>
          <pc:sldMk cId="4196449322" sldId="2147478284"/>
        </pc:sldMkLst>
        <pc:spChg chg="mod">
          <ac:chgData name="Sourav Roychoudhury" userId="59695b4d-e29f-45e3-8353-0f889d55378f" providerId="ADAL" clId="{3AEE87AD-A9CD-4FB7-8BD3-7E9F5DEE4DC4}" dt="2026-03-02T21:56:23.996" v="359" actId="14100"/>
          <ac:spMkLst>
            <pc:docMk/>
            <pc:sldMk cId="4196449322" sldId="2147478284"/>
            <ac:spMk id="15" creationId="{3885DCA7-0DAB-ACBF-DC8A-FDFB0835D1E8}"/>
          </ac:spMkLst>
        </pc:spChg>
        <pc:spChg chg="mod">
          <ac:chgData name="Sourav Roychoudhury" userId="59695b4d-e29f-45e3-8353-0f889d55378f" providerId="ADAL" clId="{3AEE87AD-A9CD-4FB7-8BD3-7E9F5DEE4DC4}" dt="2026-03-02T21:56:41.580" v="360" actId="1076"/>
          <ac:spMkLst>
            <pc:docMk/>
            <pc:sldMk cId="4196449322" sldId="2147478284"/>
            <ac:spMk id="17" creationId="{912B1E43-836C-9CC7-994A-134355BFC72E}"/>
          </ac:spMkLst>
        </pc:spChg>
        <pc:spChg chg="add mod">
          <ac:chgData name="Sourav Roychoudhury" userId="59695b4d-e29f-45e3-8353-0f889d55378f" providerId="ADAL" clId="{3AEE87AD-A9CD-4FB7-8BD3-7E9F5DEE4DC4}" dt="2026-03-02T21:56:20.180" v="358" actId="1076"/>
          <ac:spMkLst>
            <pc:docMk/>
            <pc:sldMk cId="4196449322" sldId="2147478284"/>
            <ac:spMk id="21" creationId="{D4AA89CE-E2C3-DF47-C62E-6A3A76E1EB9D}"/>
          </ac:spMkLst>
        </pc:spChg>
        <pc:graphicFrameChg chg="modGraphic">
          <ac:chgData name="Sourav Roychoudhury" userId="59695b4d-e29f-45e3-8353-0f889d55378f" providerId="ADAL" clId="{3AEE87AD-A9CD-4FB7-8BD3-7E9F5DEE4DC4}" dt="2026-03-02T21:54:38.862" v="318" actId="207"/>
          <ac:graphicFrameMkLst>
            <pc:docMk/>
            <pc:sldMk cId="4196449322" sldId="2147478284"/>
            <ac:graphicFrameMk id="3" creationId="{850F5BD4-6A63-EC17-0008-31EB96B455EE}"/>
          </ac:graphicFrameMkLst>
        </pc:graphicFrameChg>
        <pc:picChg chg="mod">
          <ac:chgData name="Sourav Roychoudhury" userId="59695b4d-e29f-45e3-8353-0f889d55378f" providerId="ADAL" clId="{3AEE87AD-A9CD-4FB7-8BD3-7E9F5DEE4DC4}" dt="2026-03-02T21:57:15.502" v="362" actId="1076"/>
          <ac:picMkLst>
            <pc:docMk/>
            <pc:sldMk cId="4196449322" sldId="2147478284"/>
            <ac:picMk id="5" creationId="{941EC01C-4370-4BDA-8255-349B0F0DE403}"/>
          </ac:picMkLst>
        </pc:picChg>
        <pc:picChg chg="mod">
          <ac:chgData name="Sourav Roychoudhury" userId="59695b4d-e29f-45e3-8353-0f889d55378f" providerId="ADAL" clId="{3AEE87AD-A9CD-4FB7-8BD3-7E9F5DEE4DC4}" dt="2026-03-02T21:57:11.089" v="361" actId="1076"/>
          <ac:picMkLst>
            <pc:docMk/>
            <pc:sldMk cId="4196449322" sldId="2147478284"/>
            <ac:picMk id="7" creationId="{1248D8D0-F600-F8AD-D241-F2C4C3460FDE}"/>
          </ac:picMkLst>
        </pc:picChg>
        <pc:extLst>
          <p:ext xmlns:p="http://schemas.openxmlformats.org/presentationml/2006/main" uri="{D6D511B9-2390-475A-947B-AFAB55BFBCF1}">
            <pc226:cmChg xmlns:pc226="http://schemas.microsoft.com/office/powerpoint/2022/06/main/command" chg="mod">
              <pc226:chgData name="Sourav Roychoudhury" userId="59695b4d-e29f-45e3-8353-0f889d55378f" providerId="ADAL" clId="{3AEE87AD-A9CD-4FB7-8BD3-7E9F5DEE4DC4}" dt="2026-03-02T21:56:11.508" v="357" actId="20577"/>
              <pc2:cmMkLst xmlns:pc2="http://schemas.microsoft.com/office/powerpoint/2019/9/main/command">
                <pc:docMk/>
                <pc:sldMk cId="4196449322" sldId="2147478284"/>
                <pc2:cmMk id="{AA19FCD3-D720-4AF0-AE9D-C890FCBD4968}"/>
              </pc2:cmMkLst>
            </pc226:cmChg>
          </p:ext>
        </pc:extLst>
      </pc:sldChg>
      <pc:sldChg chg="modSp mod">
        <pc:chgData name="Sourav Roychoudhury" userId="59695b4d-e29f-45e3-8353-0f889d55378f" providerId="ADAL" clId="{3AEE87AD-A9CD-4FB7-8BD3-7E9F5DEE4DC4}" dt="2026-03-02T22:00:39.569" v="394" actId="15"/>
        <pc:sldMkLst>
          <pc:docMk/>
          <pc:sldMk cId="1502533066" sldId="2147478285"/>
        </pc:sldMkLst>
        <pc:spChg chg="mod">
          <ac:chgData name="Sourav Roychoudhury" userId="59695b4d-e29f-45e3-8353-0f889d55378f" providerId="ADAL" clId="{3AEE87AD-A9CD-4FB7-8BD3-7E9F5DEE4DC4}" dt="2026-03-02T22:00:39.569" v="394" actId="15"/>
          <ac:spMkLst>
            <pc:docMk/>
            <pc:sldMk cId="1502533066" sldId="2147478285"/>
            <ac:spMk id="4" creationId="{C945B2BD-1290-ED7B-62BD-E38D10896A20}"/>
          </ac:spMkLst>
        </pc:spChg>
      </pc:sldChg>
      <pc:sldChg chg="modSp mod">
        <pc:chgData name="Sourav Roychoudhury" userId="59695b4d-e29f-45e3-8353-0f889d55378f" providerId="ADAL" clId="{3AEE87AD-A9CD-4FB7-8BD3-7E9F5DEE4DC4}" dt="2026-02-27T15:42:56.195" v="124" actId="20577"/>
        <pc:sldMkLst>
          <pc:docMk/>
          <pc:sldMk cId="3415367404" sldId="2147478288"/>
        </pc:sldMkLst>
        <pc:spChg chg="mod">
          <ac:chgData name="Sourav Roychoudhury" userId="59695b4d-e29f-45e3-8353-0f889d55378f" providerId="ADAL" clId="{3AEE87AD-A9CD-4FB7-8BD3-7E9F5DEE4DC4}" dt="2026-02-27T15:42:56.195" v="124" actId="20577"/>
          <ac:spMkLst>
            <pc:docMk/>
            <pc:sldMk cId="3415367404" sldId="2147478288"/>
            <ac:spMk id="6" creationId="{FE5F92F0-3FEF-2C52-7652-A2B43D7A629D}"/>
          </ac:spMkLst>
        </pc:spChg>
      </pc:sldChg>
      <pc:sldChg chg="ord">
        <pc:chgData name="Sourav Roychoudhury" userId="59695b4d-e29f-45e3-8353-0f889d55378f" providerId="ADAL" clId="{3AEE87AD-A9CD-4FB7-8BD3-7E9F5DEE4DC4}" dt="2026-02-27T15:41:44.340" v="2"/>
        <pc:sldMkLst>
          <pc:docMk/>
          <pc:sldMk cId="3251278532" sldId="2147478292"/>
        </pc:sldMkLst>
      </pc:sldChg>
    </pc:docChg>
  </pc:docChgLst>
</pc:chgInfo>
</file>

<file path=ppt/comments/modernComment_7FB4764F_A53789AA.xml><?xml version="1.0" encoding="utf-8"?>
<p188:cmLst xmlns:a="http://schemas.openxmlformats.org/drawingml/2006/main" xmlns:r="http://schemas.openxmlformats.org/officeDocument/2006/relationships" xmlns:p188="http://schemas.microsoft.com/office/powerpoint/2018/8/main">
  <p188:cm id="{8B8EFBE9-C1E4-469B-A2AB-34E59DBB5F08}" authorId="{7E2C5DC5-9E17-BE4E-F651-2947FB94DA60}" created="2026-02-19T22:20:15.586">
    <ac:deMkLst xmlns:ac="http://schemas.microsoft.com/office/drawing/2013/main/command">
      <pc:docMk xmlns:pc="http://schemas.microsoft.com/office/powerpoint/2013/main/command"/>
      <pc:sldMk xmlns:pc="http://schemas.microsoft.com/office/powerpoint/2013/main/command" cId="2771880362" sldId="2142533199"/>
      <ac:spMk id="5" creationId="{B9CB2A84-B093-1C05-F39F-8D5C3AF48506}"/>
    </ac:deMkLst>
    <p188:txBody>
      <a:bodyPr/>
      <a:lstStyle/>
      <a:p>
        <a:r>
          <a:rPr lang="en-US"/>
          <a:t>[@Ruslan Mahas] [@Aram Mkrtichyan] could you populate the table - I took it from AQS slides from 2years ago
</a:t>
        </a:r>
      </a:p>
    </p188:txBody>
  </p188:cm>
  <p188:cm id="{6696F77B-ABEF-4F92-AE75-A332EEE6774A}" authorId="{49558120-488C-1ED6-B568-AE8CF66BE8C4}" created="2026-02-20T14:20:58.174">
    <ac:txMkLst xmlns:ac="http://schemas.microsoft.com/office/drawing/2013/main/command">
      <pc:docMk xmlns:pc="http://schemas.microsoft.com/office/powerpoint/2013/main/command"/>
      <pc:sldMk xmlns:pc="http://schemas.microsoft.com/office/powerpoint/2013/main/command" cId="2771880362" sldId="2142533199"/>
      <ac:graphicFrameMk id="2" creationId="{07E438A5-B7F0-468C-BE56-89FA30865AEF}"/>
      <ac:tblMk/>
      <ac:tcMk rowId="805253433" colId="1643221401"/>
      <ac:txMk cp="42">
        <ac:context len="156" hash="3542333839"/>
      </ac:txMk>
    </ac:txMkLst>
    <p188:pos x="5774498" y="2455101"/>
    <p188:txBody>
      <a:bodyPr/>
      <a:lstStyle/>
      <a:p>
        <a:r>
          <a:rPr lang="en-US"/>
          <a:t>We alrady use GIT</a:t>
        </a:r>
      </a:p>
    </p188:txBody>
  </p188:cm>
  <p188:cm id="{DAE9A49E-7655-4E7D-99A1-7FF80CAD8857}" authorId="{49558120-488C-1ED6-B568-AE8CF66BE8C4}" created="2026-02-20T14:22:54.364">
    <ac:txMkLst xmlns:ac="http://schemas.microsoft.com/office/drawing/2013/main/command">
      <pc:docMk xmlns:pc="http://schemas.microsoft.com/office/powerpoint/2013/main/command"/>
      <pc:sldMk xmlns:pc="http://schemas.microsoft.com/office/powerpoint/2013/main/command" cId="2771880362" sldId="2142533199"/>
      <ac:graphicFrameMk id="2" creationId="{07E438A5-B7F0-468C-BE56-89FA30865AEF}"/>
      <ac:tblMk/>
      <ac:tcMk rowId="805253433" colId="1643221401"/>
      <ac:txMk cp="42" len="32">
        <ac:context len="156" hash="3542333839"/>
      </ac:txMk>
    </ac:txMkLst>
    <p188:pos x="6225435" y="3081402"/>
    <p188:txBody>
      <a:bodyPr/>
      <a:lstStyle/>
      <a:p>
        <a:r>
          <a:rPr lang="en-US"/>
          <a:t>We already use it, but we can have more azure-centric processes</a:t>
        </a:r>
      </a:p>
    </p188:txBody>
  </p188:cm>
  <p188:cm id="{E2491135-DC48-4441-BF4C-5F806F58F14A}" authorId="{49558120-488C-1ED6-B568-AE8CF66BE8C4}" created="2026-02-20T14:23:16.583">
    <ac:txMkLst xmlns:ac="http://schemas.microsoft.com/office/drawing/2013/main/command">
      <pc:docMk xmlns:pc="http://schemas.microsoft.com/office/powerpoint/2013/main/command"/>
      <pc:sldMk xmlns:pc="http://schemas.microsoft.com/office/powerpoint/2013/main/command" cId="2771880362" sldId="2142533199"/>
      <ac:graphicFrameMk id="2" creationId="{07E438A5-B7F0-468C-BE56-89FA30865AEF}"/>
      <ac:tblMk/>
      <ac:tcMk rowId="805253433" colId="1643221401"/>
      <ac:txMk cp="98" len="57">
        <ac:context len="156" hash="3542333839"/>
      </ac:txMk>
    </ac:txMkLst>
    <p188:pos x="6263013" y="5223353"/>
    <p188:replyLst>
      <p188:reply id="{51668FA8-1189-4D12-8317-9497E93BB69D}" authorId="{FD4458E2-D549-4060-2704-B76C2F835EFF}" created="2026-02-27T13:49:11.541">
        <p188:txBody>
          <a:bodyPr/>
          <a:lstStyle/>
          <a:p>
            <a:r>
              <a:rPr lang="en-US"/>
              <a:t>[@Dmytro Denisov] update to Increase test coverage and decrease tech debt</a:t>
            </a:r>
          </a:p>
        </p188:txBody>
      </p188:reply>
    </p188:replyLst>
    <p188:txBody>
      <a:bodyPr/>
      <a:lstStyle/>
      <a:p>
        <a:r>
          <a:rPr lang="en-US"/>
          <a:t>we have SonarQube</a:t>
        </a:r>
      </a:p>
    </p188:txBody>
  </p188:cm>
  <p188:cm id="{3F4E8995-9711-417E-B182-41FDC24AF9C6}" authorId="{49558120-488C-1ED6-B568-AE8CF66BE8C4}" created="2026-02-24T13:56:34.118">
    <ac:txMkLst xmlns:ac="http://schemas.microsoft.com/office/drawing/2013/main/command">
      <pc:docMk xmlns:pc="http://schemas.microsoft.com/office/powerpoint/2013/main/command"/>
      <pc:sldMk xmlns:pc="http://schemas.microsoft.com/office/powerpoint/2013/main/command" cId="2771880362" sldId="2142533199"/>
      <ac:graphicFrameMk id="2" creationId="{07E438A5-B7F0-468C-BE56-89FA30865AEF}"/>
      <ac:tblMk/>
      <ac:tcMk rowId="805253433" colId="1671766910"/>
      <ac:txMk cp="0" len="12">
        <ac:context len="121" hash="3002290541"/>
      </ac:txMk>
    </ac:txMkLst>
    <p188:pos x="3571335" y="1000664"/>
    <p188:txBody>
      <a:bodyPr/>
      <a:lstStyle/>
      <a:p>
        <a:r>
          <a:rPr lang="en-US"/>
          <a:t>we can say that mobile-first approach is the new standard, and it's especially relevant for applications that are available externally (CV Portal)</a:t>
        </a:r>
      </a:p>
    </p188:txBody>
  </p188:cm>
  <p188:cm id="{13D0505B-8CC4-44A5-9B2A-A528FFA6C18D}" authorId="{49558120-488C-1ED6-B568-AE8CF66BE8C4}" created="2026-02-24T13:57:17.716">
    <ac:txMkLst xmlns:ac="http://schemas.microsoft.com/office/drawing/2013/main/command">
      <pc:docMk xmlns:pc="http://schemas.microsoft.com/office/powerpoint/2013/main/command"/>
      <pc:sldMk xmlns:pc="http://schemas.microsoft.com/office/powerpoint/2013/main/command" cId="2771880362" sldId="2142533199"/>
      <ac:graphicFrameMk id="2" creationId="{07E438A5-B7F0-468C-BE56-89FA30865AEF}"/>
      <ac:tblMk/>
      <ac:tcMk rowId="805253433" colId="2280705441"/>
      <ac:txMk cp="0" len="40">
        <ac:context len="159" hash="969345272"/>
      </ac:txMk>
    </ac:txMkLst>
    <p188:pos x="8039818" y="1276709"/>
    <p188:txBody>
      <a:bodyPr/>
      <a:lstStyle/>
      <a:p>
        <a:r>
          <a:rPr lang="en-US"/>
          <a:t>we have ELK but improvements are required</a:t>
        </a:r>
      </a:p>
    </p188:txBody>
  </p188:cm>
  <p188:cm id="{7C13A6F1-8D3D-A94F-B9F6-8F9B575A259D}" authorId="{B277EDF2-1B88-49A9-93A2-18CBB8206A53}" created="2026-02-24T14:33:13.449">
    <pc:sldMkLst xmlns:pc="http://schemas.microsoft.com/office/powerpoint/2013/main/command">
      <pc:docMk/>
      <pc:sldMk cId="2771880362" sldId="2142533199"/>
    </pc:sldMkLst>
    <p188:txBody>
      <a:bodyPr/>
      <a:lstStyle/>
      <a:p>
        <a:r>
          <a:rPr lang="en-US"/>
          <a:t>[@Aram Mkrtichyan] as I remember the table on that slide was added as an example from AQS. Can you suggest changed version with will be aligned with previous communication done to Client</a:t>
        </a:r>
      </a:p>
    </p188:txBody>
  </p188:cm>
  <p188:cm id="{E97A4542-6D0A-437D-B8E5-93CE68D7B373}" authorId="{FD4458E2-D549-4060-2704-B76C2F835EFF}" created="2026-02-27T13:51:51.769">
    <ac:deMkLst xmlns:ac="http://schemas.microsoft.com/office/drawing/2013/main/command">
      <pc:docMk xmlns:pc="http://schemas.microsoft.com/office/powerpoint/2013/main/command"/>
      <pc:sldMk xmlns:pc="http://schemas.microsoft.com/office/powerpoint/2013/main/command" cId="2771880362" sldId="2142533199"/>
      <ac:graphicFrameMk id="2" creationId="{07E438A5-B7F0-468C-BE56-89FA30865AEF}"/>
    </ac:deMkLst>
    <p188:txBody>
      <a:bodyPr/>
      <a:lstStyle/>
      <a:p>
        <a:r>
          <a:rPr lang="en-US"/>
          <a:t>[@Aram Mkrtichyan] I updated the slide - please check what else needs to be added. cc: [@Dmytro Denisov] </a:t>
        </a:r>
      </a:p>
    </p188:txBody>
  </p188:cm>
</p188:cmLst>
</file>

<file path=ppt/comments/modernComment_7FFFEB0B_6F2F23E6.xml><?xml version="1.0" encoding="utf-8"?>
<p188:cmLst xmlns:a="http://schemas.openxmlformats.org/drawingml/2006/main" xmlns:r="http://schemas.openxmlformats.org/officeDocument/2006/relationships" xmlns:p188="http://schemas.microsoft.com/office/powerpoint/2018/8/main">
  <p188:cm id="{00A087EA-5856-43A1-B659-EDE5B7C2675D}" authorId="{7E2C5DC5-9E17-BE4E-F651-2947FB94DA60}" created="2026-02-19T22:13:08.881">
    <pc:sldMkLst xmlns:pc="http://schemas.microsoft.com/office/powerpoint/2013/main/command">
      <pc:docMk/>
      <pc:sldMk cId="1865360358" sldId="2147478283"/>
    </pc:sldMkLst>
    <p188:txBody>
      <a:bodyPr/>
      <a:lstStyle/>
      <a:p>
        <a:r>
          <a:rPr lang="en-US"/>
          <a:t>[@Aram Mkrtichyan] could you share the Roadmap from Kavitha - what products by when are to be implemented
</a:t>
        </a:r>
      </a:p>
    </p188:txBody>
  </p188:cm>
</p188:cmLst>
</file>

<file path=ppt/comments/modernComment_7FFFEB0C_FA20BC2A.xml><?xml version="1.0" encoding="utf-8"?>
<p188:cmLst xmlns:a="http://schemas.openxmlformats.org/drawingml/2006/main" xmlns:r="http://schemas.openxmlformats.org/officeDocument/2006/relationships" xmlns:p188="http://schemas.microsoft.com/office/powerpoint/2018/8/main">
  <p188:cm id="{9AC5EC42-F2C5-D84A-80DD-BA6AE86CB76A}" authorId="{B277EDF2-1B88-49A9-93A2-18CBB8206A53}" created="2026-02-12T16:24:28.269">
    <pc:sldMkLst xmlns:pc="http://schemas.microsoft.com/office/powerpoint/2013/main/command">
      <pc:docMk/>
      <pc:sldMk cId="790859111" sldId="2147478260"/>
    </pc:sldMkLst>
    <p188:replyLst>
      <p188:reply id="{C866B205-3225-4DC4-AEE3-70ECCBD02966}" authorId="{FD4458E2-D549-4060-2704-B76C2F835EFF}" created="2026-02-19T16:41:28.966">
        <p188:txBody>
          <a:bodyPr/>
          <a:lstStyle/>
          <a:p>
            <a:r>
              <a:rPr lang="en-US"/>
              <a:t>[@Dmytro] SV is just one of the initiatives. [@Aram] could you please share the other CAPEX initiatives?</a:t>
            </a:r>
          </a:p>
        </p188:txBody>
      </p188:reply>
    </p188:replyLst>
    <p188:txBody>
      <a:bodyPr/>
      <a:lstStyle/>
      <a:p>
        <a:r>
          <a:rPr lang="en-US"/>
          <a:t>[@Dmytro Denisov] to own</a:t>
        </a:r>
      </a:p>
    </p188:txBody>
  </p188:cm>
  <p188:cm id="{B2519CFD-243A-4EBF-B169-DAFB7CBA00A8}" authorId="{FD4458E2-D549-4060-2704-B76C2F835EFF}" created="2026-03-02T01:29:39.332">
    <ac:txMkLst xmlns:ac="http://schemas.microsoft.com/office/drawing/2013/main/command">
      <pc:docMk xmlns:pc="http://schemas.microsoft.com/office/powerpoint/2013/main/command"/>
      <pc:sldMk xmlns:pc="http://schemas.microsoft.com/office/powerpoint/2013/main/command" cId="4196449322" sldId="2147478284"/>
      <ac:graphicFrameMk id="3" creationId="{850F5BD4-6A63-EC17-0008-31EB96B455EE}"/>
      <ac:tblMk/>
      <ac:tcMk rowId="661519720" colId="3453419202"/>
      <ac:txMk cp="0" len="21">
        <ac:context len="22" hash="211197860"/>
      </ac:txMk>
    </ac:txMkLst>
    <p188:pos x="1964724" y="1248032"/>
    <p188:txBody>
      <a:bodyPr/>
      <a:lstStyle/>
      <a:p>
        <a:r>
          <a:rPr lang="en-US"/>
          <a:t>to be finished in November, 26</a:t>
        </a:r>
      </a:p>
    </p188:txBody>
  </p188:cm>
  <p188:cm id="{9CB4B9BC-4E6A-432B-ABD1-7E4AEDA99005}" authorId="{FD4458E2-D549-4060-2704-B76C2F835EFF}" created="2026-03-02T01:31:16.008">
    <ac:txMkLst xmlns:ac="http://schemas.microsoft.com/office/drawing/2013/main/command">
      <pc:docMk xmlns:pc="http://schemas.microsoft.com/office/powerpoint/2013/main/command"/>
      <pc:sldMk xmlns:pc="http://schemas.microsoft.com/office/powerpoint/2013/main/command" cId="4196449322" sldId="2147478284"/>
      <ac:graphicFrameMk id="3" creationId="{850F5BD4-6A63-EC17-0008-31EB96B455EE}"/>
      <ac:tblMk/>
      <ac:tcMk rowId="3376372876" colId="3453419202"/>
      <ac:txMk cp="0" len="21">
        <ac:context len="23" hash="718420465"/>
      </ac:txMk>
    </ac:txMkLst>
    <p188:pos x="2014151" y="605481"/>
    <p188:txBody>
      <a:bodyPr/>
      <a:lstStyle/>
      <a:p>
        <a:r>
          <a:rPr lang="en-US"/>
          <a:t>till July, 26</a:t>
        </a:r>
      </a:p>
    </p188:txBody>
  </p188:cm>
  <p188:cm id="{5D922688-BA70-43CC-BBB5-FBDEF30DD614}" authorId="{FD4458E2-D549-4060-2704-B76C2F835EFF}" created="2026-03-02T01:31:38.571">
    <ac:txMkLst xmlns:ac="http://schemas.microsoft.com/office/drawing/2013/main/command">
      <pc:docMk xmlns:pc="http://schemas.microsoft.com/office/powerpoint/2013/main/command"/>
      <pc:sldMk xmlns:pc="http://schemas.microsoft.com/office/powerpoint/2013/main/command" cId="4196449322" sldId="2147478284"/>
      <ac:graphicFrameMk id="3" creationId="{850F5BD4-6A63-EC17-0008-31EB96B455EE}"/>
      <ac:tblMk/>
      <ac:tcMk rowId="1285748607" colId="3453419202"/>
      <ac:txMk cp="0" len="17">
        <ac:context len="18" hash="3812760505"/>
      </ac:txMk>
    </ac:txMkLst>
    <p188:pos x="1680518" y="926756"/>
    <p188:txBody>
      <a:bodyPr/>
      <a:lstStyle/>
      <a:p>
        <a:r>
          <a:rPr lang="en-US"/>
          <a:t>till July, 26</a:t>
        </a:r>
      </a:p>
    </p188:txBody>
  </p188:cm>
  <p188:cm id="{AA19FCD3-D720-4AF0-AE9D-C890FCBD4968}" authorId="{FD4458E2-D549-4060-2704-B76C2F835EFF}" created="2026-03-02T01:32:06.509">
    <ac:txMkLst xmlns:ac="http://schemas.microsoft.com/office/drawing/2013/main/command">
      <pc:docMk xmlns:pc="http://schemas.microsoft.com/office/powerpoint/2013/main/command"/>
      <pc:sldMk xmlns:pc="http://schemas.microsoft.com/office/powerpoint/2013/main/command" cId="4196449322" sldId="2147478284"/>
      <ac:graphicFrameMk id="3" creationId="{850F5BD4-6A63-EC17-0008-31EB96B455EE}"/>
      <ac:tblMk/>
      <ac:tcMk rowId="3472628526" colId="571146789"/>
      <ac:txMk cp="0">
        <ac:context len="1" hash="13"/>
      </ac:txMk>
    </ac:txMkLst>
    <p188:pos x="6400800" y="3212756"/>
    <p188:txBody>
      <a:bodyPr/>
      <a:lstStyle/>
      <a:p>
        <a:r>
          <a:rPr lang="en-US"/>
          <a:t>What does R1 tactical solution mean?</a:t>
        </a:r>
      </a:p>
    </p188:txBody>
  </p188:cm>
  <p188:cm id="{B27B8559-2CB3-4E0F-9D7F-276A6F158940}" authorId="{FD4458E2-D549-4060-2704-B76C2F835EFF}" created="2026-03-02T01:33:09.276">
    <ac:txMkLst xmlns:ac="http://schemas.microsoft.com/office/drawing/2013/main/command">
      <pc:docMk xmlns:pc="http://schemas.microsoft.com/office/powerpoint/2013/main/command"/>
      <pc:sldMk xmlns:pc="http://schemas.microsoft.com/office/powerpoint/2013/main/command" cId="4196449322" sldId="2147478284"/>
      <ac:graphicFrameMk id="3" creationId="{850F5BD4-6A63-EC17-0008-31EB96B455EE}"/>
      <ac:tblMk/>
      <ac:tcMk rowId="1256671030" colId="3453419202"/>
      <ac:txMk cp="10" len="20">
        <ac:context len="32" hash="2052641083"/>
      </ac:txMk>
    </ac:txMkLst>
    <p188:pos x="2051221" y="2261286"/>
    <p188:txBody>
      <a:bodyPr/>
      <a:lstStyle/>
      <a:p>
        <a:r>
          <a:rPr lang="en-US"/>
          <a:t>[@Dmytro Denisov] We can use timeframe that [@Aram Mkrtichyan] and [@Andrei Piatrushenia] concluded</a:t>
        </a:r>
      </a:p>
    </p188:txBody>
  </p188:cm>
  <p188:cm id="{63DF0351-0430-4540-A148-C7851704BC60}" authorId="{FD4458E2-D549-4060-2704-B76C2F835EFF}" created="2026-03-02T01:36:19.299">
    <ac:txMkLst xmlns:ac="http://schemas.microsoft.com/office/drawing/2013/main/command">
      <pc:docMk xmlns:pc="http://schemas.microsoft.com/office/powerpoint/2013/main/command"/>
      <pc:sldMk xmlns:pc="http://schemas.microsoft.com/office/powerpoint/2013/main/command" cId="4196449322" sldId="2147478284"/>
      <ac:graphicFrameMk id="3" creationId="{850F5BD4-6A63-EC17-0008-31EB96B455EE}"/>
      <ac:tblMk/>
      <ac:tcMk rowId="3376372876" colId="1356261109"/>
      <ac:txMk cp="0" len="19">
        <ac:context len="20" hash="3655759580"/>
      </ac:txMk>
    </ac:txMkLst>
    <p188:pos x="420129" y="593124"/>
    <p188:txBody>
      <a:bodyPr/>
      <a:lstStyle/>
      <a:p>
        <a:r>
          <a:rPr lang="en-US"/>
          <a:t>[@Dmytro Denisov] there is one more project we learnt about: CCD integration. Tentative Duration: April-Dec, 2026</a:t>
        </a:r>
      </a:p>
    </p188:txBody>
  </p188:cm>
  <p188:cm id="{9E17F240-EB85-4EF7-8DD1-F0E2CBDE81E6}" authorId="{FD4458E2-D549-4060-2704-B76C2F835EFF}" created="2026-03-02T17:46:30.354" startDate="2026-03-02T17:46:30.354" dueDate="2026-03-02T17:46:30.354" assignedTo="{B277EDF2-1B88-49A9-93A2-18CBB8206A53}" title="@Dmytro Denisov RS Modernization/Foundation: Phase 1. Core Separation - 4 months. Phase 2. Product Separation - 8 months">
    <ac:txMkLst xmlns:ac="http://schemas.microsoft.com/office/drawing/2013/main/command">
      <pc:docMk xmlns:pc="http://schemas.microsoft.com/office/powerpoint/2013/main/command"/>
      <pc:sldMk xmlns:pc="http://schemas.microsoft.com/office/powerpoint/2013/main/command" cId="4196449322" sldId="2147478284"/>
      <ac:graphicFrameMk id="3" creationId="{850F5BD4-6A63-EC17-0008-31EB96B455EE}"/>
      <ac:tblMk/>
      <ac:tcMk rowId="2980322012" colId="3453419202"/>
      <ac:txMk cp="1" len="27">
        <ac:context len="30" hash="2146978205"/>
      </ac:txMk>
    </ac:txMkLst>
    <p188:pos x="1729945" y="3793524"/>
    <p188:txBody>
      <a:bodyPr/>
      <a:lstStyle/>
      <a:p>
        <a:r>
          <a:rPr lang="en-US"/>
          <a:t>[@Dmytro Denisov] RS Modernization/Foundation: Phase 1. Core Separation - 4 months. Phase 2. Product Separation - 8 months</a:t>
        </a:r>
      </a:p>
    </p188:txBody>
    <p188:extLst>
      <p:ext xmlns:p="http://schemas.openxmlformats.org/presentationml/2006/main" uri="{5BB2D875-25FF-4072-B9AC-8F64D62656EB}">
        <p228:taskDetails xmlns:p228="http://schemas.microsoft.com/office/powerpoint/2022/08/main">
          <p228:history>
            <p228:event time="2026-03-02T17:46:30.354" id="{DACA28A9-73AF-4DE1-B680-5488A71200B6}">
              <p228:atrbtn authorId="{FD4458E2-D549-4060-2704-B76C2F835EFF}"/>
              <p228:anchr>
                <p228:comment id="{9E17F240-EB85-4EF7-8DD1-F0E2CBDE81E6}"/>
              </p228:anchr>
              <p228:add/>
            </p228:event>
            <p228:event time="2026-03-02T17:46:30.354" id="{75C401A6-5DC7-48E2-9E2D-DE72E8CF6AFD}">
              <p228:atrbtn authorId="{FD4458E2-D549-4060-2704-B76C2F835EFF}"/>
              <p228:anchr>
                <p228:comment id="{9E17F240-EB85-4EF7-8DD1-F0E2CBDE81E6}"/>
              </p228:anchr>
              <p228:asgn authorId="{B277EDF2-1B88-49A9-93A2-18CBB8206A53}"/>
            </p228:event>
            <p228:event time="2026-03-02T17:46:30.354" id="{A0784FB1-BF10-460E-866A-6DAA32410A81}">
              <p228:atrbtn authorId="{FD4458E2-D549-4060-2704-B76C2F835EFF}"/>
              <p228:anchr>
                <p228:comment id="{9E17F240-EB85-4EF7-8DD1-F0E2CBDE81E6}"/>
              </p228:anchr>
              <p228:title val="@Dmytro Denisov RS Modernization/Foundation: Phase 1. Core Separation - 4 months. Phase 2. Product Separation - 8 months"/>
            </p228:event>
            <p228:event time="2026-03-02T17:46:30.354" id="{8B752778-83C8-46AF-9B79-0C92D76CC3B8}">
              <p228:atrbtn authorId="{FD4458E2-D549-4060-2704-B76C2F835EFF}"/>
              <p228:anchr>
                <p228:comment id="{9E17F240-EB85-4EF7-8DD1-F0E2CBDE81E6}"/>
              </p228:anchr>
              <p228:date stDt="2026-03-02T17:46:30.354" endDt="2026-03-02T17:46:30.354"/>
            </p228:event>
          </p228:history>
        </p228:taskDetails>
      </p:ext>
      <p:ext xmlns:p="http://schemas.openxmlformats.org/presentationml/2006/main" uri="{57CB4572-C831-44C2-8A1C-0ADB6CCDFE69}">
        <p223:reactions xmlns:p223="http://schemas.microsoft.com/office/powerpoint/2022/03/main">
          <p223:rxn type="👍">
            <p223:instance time="2026-03-02T18:12:34.355" authorId="{B277EDF2-1B88-49A9-93A2-18CBB8206A53}"/>
          </p223:rxn>
        </p223:reactions>
      </p:ext>
    </p188:extLst>
  </p188:cm>
</p188:cmLst>
</file>

<file path=ppt/comments/modernComment_7FFFEB04_7DCBFA4D.xml><?xml version="1.0" encoding="utf-8"?>
<p188:cmLst xmlns:a="http://schemas.openxmlformats.org/drawingml/2006/main" xmlns:r="http://schemas.openxmlformats.org/officeDocument/2006/relationships" xmlns:p188="http://schemas.microsoft.com/office/powerpoint/2018/8/main">
  <p188:cm id="{D416006F-FEA4-2C46-80ED-1D8D45BD7609}" authorId="{757AB4BD-DBCE-6347-A7C3-EDA172958BCC}" status="resolved" created="2026-02-19T15:40:09.816">
    <ac:txMkLst xmlns:ac="http://schemas.microsoft.com/office/drawing/2013/main/command">
      <pc:docMk xmlns:pc="http://schemas.microsoft.com/office/powerpoint/2013/main/command"/>
      <pc:sldMk xmlns:pc="http://schemas.microsoft.com/office/powerpoint/2013/main/command" cId="2110519885" sldId="2147478276"/>
      <ac:spMk id="13" creationId="{83C40CAB-E79E-6E2E-A7CD-56921BDB321D}"/>
      <ac:txMk cp="593" len="1">
        <ac:context len="785" hash="2619801991"/>
      </ac:txMk>
    </ac:txMkLst>
    <p188:txBody>
      <a:bodyPr/>
      <a:lstStyle/>
      <a:p>
        <a:r>
          <a:rPr lang="en-PL"/>
          <a:t>smth like "must have"? 
</a:t>
        </a:r>
      </a:p>
    </p188:txBody>
  </p188:cm>
</p188:cmLst>
</file>

<file path=ppt/comments/modernComment_7FFFEB08_4E86D658.xml><?xml version="1.0" encoding="utf-8"?>
<p188:cmLst xmlns:a="http://schemas.openxmlformats.org/drawingml/2006/main" xmlns:r="http://schemas.openxmlformats.org/officeDocument/2006/relationships" xmlns:p188="http://schemas.microsoft.com/office/powerpoint/2018/8/main">
  <p188:cm id="{4DB41504-95FA-4A31-BFBC-7F23641B15A4}" authorId="{7E2C5DC5-9E17-BE4E-F651-2947FB94DA60}" created="2026-03-02T23:07:31.430" startDate="2026-03-03T06:59:01.021" dueDate="2026-03-03T06:59:01.021" assignedTo="{A48FCCB2-D3C2-630E-E986-639542501098}" title="I'd keep this up to @Sourav Roychoudhury From my view these factors directly impacts dev team in multiple aspects and touches RS integration into the client ecosystem">
    <pc:sldMkLst xmlns:pc="http://schemas.microsoft.com/office/powerpoint/2013/main/command">
      <pc:docMk/>
      <pc:sldMk cId="1317459544" sldId="2147478280"/>
    </pc:sldMkLst>
    <p188:replyLst>
      <p188:reply id="{B8AB5AE7-124D-4DC6-9FD2-19D38BC2E950}" authorId="{A95B4760-731E-E7E3-BFD4-BBA7AB41FB2B}" created="2026-03-03T06:59:01.021">
        <p188:txBody>
          <a:bodyPr/>
          <a:lstStyle/>
          <a:p>
            <a:r>
              <a:rPr lang="en-US"/>
              <a:t>I'd keep this up to [@Sourav Roychoudhury] From my view these factors directly impacts dev team in multiple aspects and touches RS integration into the client ecosystem</a:t>
            </a:r>
          </a:p>
        </p188:txBody>
      </p188:reply>
    </p188:replyLst>
    <p188:txBody>
      <a:bodyPr/>
      <a:lstStyle/>
      <a:p>
        <a:r>
          <a:rPr lang="en-US"/>
          <a:t>[@Andrei Piatrushenia] [@Sourav Roychoudhury] are we sure about the “External Factors”- last column? Really strong messages
</a:t>
        </a:r>
      </a:p>
    </p188:txBody>
    <p188:extLst>
      <p:ext xmlns:p="http://schemas.openxmlformats.org/presentationml/2006/main" uri="{5BB2D875-25FF-4072-B9AC-8F64D62656EB}">
        <p228:taskDetails xmlns:p228="http://schemas.microsoft.com/office/powerpoint/2022/08/main">
          <p228:history>
            <p228:event time="2026-03-03T06:59:01.021" id="{37F4B7DC-4D29-4A51-95B9-A73FC36196B8}">
              <p228:atrbtn authorId="{A95B4760-731E-E7E3-BFD4-BBA7AB41FB2B}"/>
              <p228:anchr>
                <p228:comment id="{B8AB5AE7-124D-4DC6-9FD2-19D38BC2E950}"/>
              </p228:anchr>
              <p228:add/>
            </p228:event>
            <p228:event time="2026-03-03T06:59:01.021" id="{708CC19D-C99F-41C2-B7A1-A32D4F4C654B}">
              <p228:atrbtn authorId="{A95B4760-731E-E7E3-BFD4-BBA7AB41FB2B}"/>
              <p228:anchr>
                <p228:comment id="{B8AB5AE7-124D-4DC6-9FD2-19D38BC2E950}"/>
              </p228:anchr>
              <p228:asgn authorId="{A48FCCB2-D3C2-630E-E986-639542501098}"/>
            </p228:event>
            <p228:event time="2026-03-03T06:59:01.021" id="{A82EF6C9-DD95-4D7D-8A38-890FC1A87966}">
              <p228:atrbtn authorId="{A95B4760-731E-E7E3-BFD4-BBA7AB41FB2B}"/>
              <p228:anchr>
                <p228:comment id="{B8AB5AE7-124D-4DC6-9FD2-19D38BC2E950}"/>
              </p228:anchr>
              <p228:date stDt="2026-03-03T06:59:01.021" endDt="2026-03-03T06:59:01.021"/>
            </p228:event>
            <p228:event time="2026-03-03T06:59:01.021" id="{3DE5724D-283B-4EB9-9FE1-3A2656BFF297}">
              <p228:atrbtn authorId="{A95B4760-731E-E7E3-BFD4-BBA7AB41FB2B}"/>
              <p228:anchr>
                <p228:comment id="{B8AB5AE7-124D-4DC6-9FD2-19D38BC2E950}"/>
              </p228:anchr>
              <p228:title val="I'd keep this up to @Sourav Roychoudhury From my view these factors directly impacts dev team in multiple aspects and touches RS integration into the client ecosystem"/>
            </p228:event>
          </p228:history>
        </p228:taskDetails>
      </p:ext>
    </p188:extLst>
  </p188:cm>
</p188:cmLst>
</file>

<file path=ppt/comments/modernComment_7FFFEB09_62AB8CE1.xml><?xml version="1.0" encoding="utf-8"?>
<p188:cmLst xmlns:a="http://schemas.openxmlformats.org/drawingml/2006/main" xmlns:r="http://schemas.openxmlformats.org/officeDocument/2006/relationships" xmlns:p188="http://schemas.microsoft.com/office/powerpoint/2018/8/main">
  <p188:cm id="{6DC14496-358A-D444-BBD3-A1851CF5FB35}" authorId="{B277EDF2-1B88-49A9-93A2-18CBB8206A53}" created="2026-03-03T13:26:32.574">
    <pc:sldMkLst xmlns:pc="http://schemas.microsoft.com/office/powerpoint/2013/main/command">
      <pc:docMk/>
      <pc:sldMk cId="1655409889" sldId="2147478281"/>
    </pc:sldMkLst>
    <p188:replyLst>
      <p188:reply id="{6BFBA677-1CB9-C240-9487-C0974DE48FE7}" authorId="{B277EDF2-1B88-49A9-93A2-18CBB8206A53}" created="2026-03-03T13:27:24.221">
        <p188:txBody>
          <a:bodyPr/>
          <a:lstStyle/>
          <a:p>
            <a:r>
              <a:rPr lang="en-US"/>
              <a:t>Probably, let's use grey background again not black</a:t>
            </a:r>
          </a:p>
        </p188:txBody>
      </p188:reply>
    </p188:replyLst>
    <p188:txBody>
      <a:bodyPr/>
      <a:lstStyle/>
      <a:p>
        <a:r>
          <a:rPr lang="en-US"/>
          <a:t>[@Liudmila Khatkevich] this Stop sign is part of the slide as showing NO GO solution</a:t>
        </a:r>
      </a:p>
    </p188:txBody>
  </p188:cm>
</p188: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45B7C6C-D97A-44B0-2AE8-DC12EA43F7FC}"/>
              </a:ext>
            </a:extLst>
          </p:cNvPr>
          <p:cNvSpPr>
            <a:spLocks noGrp="1"/>
          </p:cNvSpPr>
          <p:nvPr>
            <p:ph type="hdr" sz="quarter"/>
          </p:nvPr>
        </p:nvSpPr>
        <p:spPr>
          <a:xfrm>
            <a:off x="0" y="0"/>
            <a:ext cx="3565525" cy="733425"/>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A0D99A01-3434-7018-E52E-76CCD1118658}"/>
              </a:ext>
            </a:extLst>
          </p:cNvPr>
          <p:cNvSpPr>
            <a:spLocks noGrp="1"/>
          </p:cNvSpPr>
          <p:nvPr>
            <p:ph type="dt" sz="quarter" idx="1"/>
          </p:nvPr>
        </p:nvSpPr>
        <p:spPr>
          <a:xfrm>
            <a:off x="4660900" y="0"/>
            <a:ext cx="3567113" cy="733425"/>
          </a:xfrm>
          <a:prstGeom prst="rect">
            <a:avLst/>
          </a:prstGeom>
        </p:spPr>
        <p:txBody>
          <a:bodyPr vert="horz" lIns="91440" tIns="45720" rIns="91440" bIns="45720" rtlCol="0"/>
          <a:lstStyle>
            <a:lvl1pPr algn="r">
              <a:defRPr sz="1200"/>
            </a:lvl1pPr>
          </a:lstStyle>
          <a:p>
            <a:fld id="{F392395D-C7D5-4DE3-96BF-8D6BDC2197A0}" type="datetimeFigureOut">
              <a:rPr lang="en-US" smtClean="0"/>
              <a:t>3/5/2026</a:t>
            </a:fld>
            <a:endParaRPr lang="en-US"/>
          </a:p>
        </p:txBody>
      </p:sp>
      <p:sp>
        <p:nvSpPr>
          <p:cNvPr id="4" name="Footer Placeholder 3">
            <a:extLst>
              <a:ext uri="{FF2B5EF4-FFF2-40B4-BE49-F238E27FC236}">
                <a16:creationId xmlns:a16="http://schemas.microsoft.com/office/drawing/2014/main" id="{8FAED9AE-896D-7335-8A53-1E677D23286B}"/>
              </a:ext>
            </a:extLst>
          </p:cNvPr>
          <p:cNvSpPr>
            <a:spLocks noGrp="1"/>
          </p:cNvSpPr>
          <p:nvPr>
            <p:ph type="ftr" sz="quarter" idx="2"/>
          </p:nvPr>
        </p:nvSpPr>
        <p:spPr>
          <a:xfrm>
            <a:off x="0" y="13896975"/>
            <a:ext cx="3565525" cy="733425"/>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A2284A1-AD01-EE02-E1EA-8311D2EFB103}"/>
              </a:ext>
            </a:extLst>
          </p:cNvPr>
          <p:cNvSpPr>
            <a:spLocks noGrp="1"/>
          </p:cNvSpPr>
          <p:nvPr>
            <p:ph type="sldNum" sz="quarter" idx="3"/>
          </p:nvPr>
        </p:nvSpPr>
        <p:spPr>
          <a:xfrm>
            <a:off x="4660900" y="13896975"/>
            <a:ext cx="3567113" cy="733425"/>
          </a:xfrm>
          <a:prstGeom prst="rect">
            <a:avLst/>
          </a:prstGeom>
        </p:spPr>
        <p:txBody>
          <a:bodyPr vert="horz" lIns="91440" tIns="45720" rIns="91440" bIns="45720" rtlCol="0" anchor="b"/>
          <a:lstStyle>
            <a:lvl1pPr algn="r">
              <a:defRPr sz="1200"/>
            </a:lvl1pPr>
          </a:lstStyle>
          <a:p>
            <a:fld id="{D59BD801-9312-471D-B461-03EBBFA7D416}" type="slidenum">
              <a:rPr lang="en-US" smtClean="0"/>
              <a:t>‹#›</a:t>
            </a:fld>
            <a:endParaRPr lang="en-US"/>
          </a:p>
        </p:txBody>
      </p:sp>
    </p:spTree>
    <p:extLst>
      <p:ext uri="{BB962C8B-B14F-4D97-AF65-F5344CB8AC3E}">
        <p14:creationId xmlns:p14="http://schemas.microsoft.com/office/powerpoint/2010/main" val="183069285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87331237"/>
      </p:ext>
    </p:extLst>
  </p:cSld>
  <p:clrMap bg1="lt1" tx1="dk1" bg2="lt2" tx2="dk2" accent1="accent1" accent2="accent2" accent3="accent3" accent4="accent4" accent5="accent5" accent6="accent6" hlink="hlink" folHlink="folHlink"/>
  <p:notesStyle>
    <a:lvl1pPr marL="0" algn="l" defTabSz="761940" rtl="0" eaLnBrk="1" latinLnBrk="0" hangingPunct="1">
      <a:defRPr sz="1000" kern="1200">
        <a:solidFill>
          <a:schemeClr val="tx1"/>
        </a:solidFill>
        <a:latin typeface="+mn-lt"/>
        <a:ea typeface="+mn-ea"/>
        <a:cs typeface="+mn-cs"/>
      </a:defRPr>
    </a:lvl1pPr>
    <a:lvl2pPr marL="380970" algn="l" defTabSz="761940" rtl="0" eaLnBrk="1" latinLnBrk="0" hangingPunct="1">
      <a:defRPr sz="1000" kern="1200">
        <a:solidFill>
          <a:schemeClr val="tx1"/>
        </a:solidFill>
        <a:latin typeface="+mn-lt"/>
        <a:ea typeface="+mn-ea"/>
        <a:cs typeface="+mn-cs"/>
      </a:defRPr>
    </a:lvl2pPr>
    <a:lvl3pPr marL="761940" algn="l" defTabSz="761940" rtl="0" eaLnBrk="1" latinLnBrk="0" hangingPunct="1">
      <a:defRPr sz="1000" kern="1200">
        <a:solidFill>
          <a:schemeClr val="tx1"/>
        </a:solidFill>
        <a:latin typeface="+mn-lt"/>
        <a:ea typeface="+mn-ea"/>
        <a:cs typeface="+mn-cs"/>
      </a:defRPr>
    </a:lvl3pPr>
    <a:lvl4pPr marL="1142908" algn="l" defTabSz="761940" rtl="0" eaLnBrk="1" latinLnBrk="0" hangingPunct="1">
      <a:defRPr sz="1000" kern="1200">
        <a:solidFill>
          <a:schemeClr val="tx1"/>
        </a:solidFill>
        <a:latin typeface="+mn-lt"/>
        <a:ea typeface="+mn-ea"/>
        <a:cs typeface="+mn-cs"/>
      </a:defRPr>
    </a:lvl4pPr>
    <a:lvl5pPr marL="1523878" algn="l" defTabSz="761940" rtl="0" eaLnBrk="1" latinLnBrk="0" hangingPunct="1">
      <a:defRPr sz="1000" kern="1200">
        <a:solidFill>
          <a:schemeClr val="tx1"/>
        </a:solidFill>
        <a:latin typeface="+mn-lt"/>
        <a:ea typeface="+mn-ea"/>
        <a:cs typeface="+mn-cs"/>
      </a:defRPr>
    </a:lvl5pPr>
    <a:lvl6pPr marL="1904848" algn="l" defTabSz="761940" rtl="0" eaLnBrk="1" latinLnBrk="0" hangingPunct="1">
      <a:defRPr sz="1000" kern="1200">
        <a:solidFill>
          <a:schemeClr val="tx1"/>
        </a:solidFill>
        <a:latin typeface="+mn-lt"/>
        <a:ea typeface="+mn-ea"/>
        <a:cs typeface="+mn-cs"/>
      </a:defRPr>
    </a:lvl6pPr>
    <a:lvl7pPr marL="2285818" algn="l" defTabSz="761940" rtl="0" eaLnBrk="1" latinLnBrk="0" hangingPunct="1">
      <a:defRPr sz="1000" kern="1200">
        <a:solidFill>
          <a:schemeClr val="tx1"/>
        </a:solidFill>
        <a:latin typeface="+mn-lt"/>
        <a:ea typeface="+mn-ea"/>
        <a:cs typeface="+mn-cs"/>
      </a:defRPr>
    </a:lvl7pPr>
    <a:lvl8pPr marL="2666787" algn="l" defTabSz="761940" rtl="0" eaLnBrk="1" latinLnBrk="0" hangingPunct="1">
      <a:defRPr sz="1000" kern="1200">
        <a:solidFill>
          <a:schemeClr val="tx1"/>
        </a:solidFill>
        <a:latin typeface="+mn-lt"/>
        <a:ea typeface="+mn-ea"/>
        <a:cs typeface="+mn-cs"/>
      </a:defRPr>
    </a:lvl8pPr>
    <a:lvl9pPr marL="3047756" algn="l" defTabSz="761940" rtl="0" eaLnBrk="1" latinLnBrk="0" hangingPunct="1">
      <a:defRPr sz="10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ct val="0"/>
              </a:spcBef>
              <a:spcAft>
                <a:spcPct val="0"/>
              </a:spcAft>
              <a:buClrTx/>
              <a:buSzTx/>
              <a:buFontTx/>
              <a:buNone/>
              <a:tabLst/>
              <a:defRPr/>
            </a:pPr>
            <a:fld id="{B172747E-5BCD-4334-93E7-ED225465B0DD}" type="slidenum">
              <a:rPr kumimoji="0" lang="en-US" sz="1200" b="0" i="0" u="none" strike="noStrike" kern="1200" cap="none" spc="0" normalizeH="0" baseline="0" noProof="0" smtClean="0">
                <a:ln>
                  <a:noFill/>
                </a:ln>
                <a:solidFill>
                  <a:prstClr val="black"/>
                </a:solidFill>
                <a:effectLst/>
                <a:uLnTx/>
                <a:uFillTx/>
                <a:latin typeface="Calibri"/>
                <a:ea typeface="Calibri"/>
                <a:cs typeface="Arial"/>
              </a:rPr>
              <a:pPr marL="0" marR="0" lvl="0" indent="0" algn="r" defTabSz="914400" rtl="0" eaLnBrk="1" fontAlgn="auto" latinLnBrk="0" hangingPunct="1">
                <a:lnSpc>
                  <a:spcPct val="100000"/>
                </a:lnSpc>
                <a:spcBef>
                  <a:spcPct val="0"/>
                </a:spcBef>
                <a:spcAft>
                  <a:spcPct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a:ea typeface="Calibri"/>
              <a:cs typeface="Arial"/>
            </a:endParaRPr>
          </a:p>
        </p:txBody>
      </p:sp>
    </p:spTree>
    <p:extLst>
      <p:ext uri="{BB962C8B-B14F-4D97-AF65-F5344CB8AC3E}">
        <p14:creationId xmlns:p14="http://schemas.microsoft.com/office/powerpoint/2010/main" val="21206734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27B1DC-0E75-F5F5-CAA1-06B103AAD4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F0DC98-07D2-D1F6-D807-651184A91557}"/>
              </a:ext>
            </a:extLst>
          </p:cNvPr>
          <p:cNvSpPr>
            <a:spLocks noGrp="1" noRot="1" noChangeAspect="1"/>
          </p:cNvSpPr>
          <p:nvPr>
            <p:ph type="sldImg"/>
          </p:nvPr>
        </p:nvSpPr>
        <p:spPr>
          <a:xfrm>
            <a:off x="-273050" y="1828800"/>
            <a:ext cx="8775700" cy="4937125"/>
          </a:xfrm>
          <a:prstGeom prst="rect">
            <a:avLst/>
          </a:prstGeom>
          <a:noFill/>
          <a:ln w="12700">
            <a:solidFill>
              <a:prstClr val="black"/>
            </a:solidFill>
          </a:ln>
        </p:spPr>
        <p:txBody>
          <a:bodyPr/>
          <a:lstStyle/>
          <a:p>
            <a:endParaRPr lang="en-PL"/>
          </a:p>
        </p:txBody>
      </p:sp>
      <p:sp>
        <p:nvSpPr>
          <p:cNvPr id="3" name="Notes Placeholder 2">
            <a:extLst>
              <a:ext uri="{FF2B5EF4-FFF2-40B4-BE49-F238E27FC236}">
                <a16:creationId xmlns:a16="http://schemas.microsoft.com/office/drawing/2014/main" id="{71A1C53E-3DD9-0678-433D-8DDF03222A84}"/>
              </a:ext>
            </a:extLst>
          </p:cNvPr>
          <p:cNvSpPr>
            <a:spLocks noGrp="1"/>
          </p:cNvSpPr>
          <p:nvPr>
            <p:ph type="body" idx="1"/>
          </p:nvPr>
        </p:nvSpPr>
        <p:spPr>
          <a:xfrm>
            <a:off x="822325" y="7040563"/>
            <a:ext cx="6584950" cy="5761037"/>
          </a:xfrm>
          <a:prstGeom prst="rect">
            <a:avLst/>
          </a:prstGeom>
        </p:spPr>
        <p:txBody>
          <a:bodyPr/>
          <a:lstStyle/>
          <a:p>
            <a:endParaRPr lang="en-US"/>
          </a:p>
        </p:txBody>
      </p:sp>
    </p:spTree>
    <p:extLst>
      <p:ext uri="{BB962C8B-B14F-4D97-AF65-F5344CB8AC3E}">
        <p14:creationId xmlns:p14="http://schemas.microsoft.com/office/powerpoint/2010/main" val="3412556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endParaRPr lang="en-US"/>
          </a:p>
        </p:txBody>
      </p:sp>
    </p:spTree>
    <p:extLst>
      <p:ext uri="{BB962C8B-B14F-4D97-AF65-F5344CB8AC3E}">
        <p14:creationId xmlns:p14="http://schemas.microsoft.com/office/powerpoint/2010/main" val="33188548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00DB87-D528-9C35-8828-20176DFF39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5BC24A-EA6B-6BBC-8A72-00EC8C460A6F}"/>
              </a:ext>
            </a:extLst>
          </p:cNvPr>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944D046C-A7EB-12D5-2008-F53274BF38C0}"/>
              </a:ext>
            </a:extLst>
          </p:cNvPr>
          <p:cNvSpPr>
            <a:spLocks noGrp="1"/>
          </p:cNvSpPr>
          <p:nvPr>
            <p:ph type="body" idx="1"/>
          </p:nvPr>
        </p:nvSpPr>
        <p:spPr>
          <a:xfrm>
            <a:off x="822325" y="7040563"/>
            <a:ext cx="6584950" cy="5761037"/>
          </a:xfrm>
          <a:prstGeom prst="rect">
            <a:avLst/>
          </a:prstGeom>
        </p:spPr>
        <p:txBody>
          <a:bodyPr/>
          <a:lstStyle/>
          <a:p>
            <a:endParaRPr lang="en-US"/>
          </a:p>
        </p:txBody>
      </p:sp>
    </p:spTree>
    <p:extLst>
      <p:ext uri="{BB962C8B-B14F-4D97-AF65-F5344CB8AC3E}">
        <p14:creationId xmlns:p14="http://schemas.microsoft.com/office/powerpoint/2010/main" val="35033054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85E4BE-72C7-C1FA-1466-55A1CF5C74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C92E7D-690B-E427-D19A-45661E791FBD}"/>
              </a:ext>
            </a:extLst>
          </p:cNvPr>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85359018-D641-3CD0-B7CE-350DF430D1B6}"/>
              </a:ext>
            </a:extLst>
          </p:cNvPr>
          <p:cNvSpPr>
            <a:spLocks noGrp="1"/>
          </p:cNvSpPr>
          <p:nvPr>
            <p:ph type="body" idx="1"/>
          </p:nvPr>
        </p:nvSpPr>
        <p:spPr>
          <a:xfrm>
            <a:off x="822325" y="7040563"/>
            <a:ext cx="6584950" cy="5761037"/>
          </a:xfrm>
          <a:prstGeom prst="rect">
            <a:avLst/>
          </a:prstGeom>
        </p:spPr>
        <p:txBody>
          <a:bodyPr/>
          <a:lstStyle/>
          <a:p>
            <a:endParaRPr lang="en-US"/>
          </a:p>
        </p:txBody>
      </p:sp>
    </p:spTree>
    <p:extLst>
      <p:ext uri="{BB962C8B-B14F-4D97-AF65-F5344CB8AC3E}">
        <p14:creationId xmlns:p14="http://schemas.microsoft.com/office/powerpoint/2010/main" val="2634746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endParaRPr lang="en-US"/>
          </a:p>
        </p:txBody>
      </p:sp>
    </p:spTree>
    <p:extLst>
      <p:ext uri="{BB962C8B-B14F-4D97-AF65-F5344CB8AC3E}">
        <p14:creationId xmlns:p14="http://schemas.microsoft.com/office/powerpoint/2010/main" val="9415085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endParaRPr lang="en-US"/>
          </a:p>
        </p:txBody>
      </p:sp>
    </p:spTree>
    <p:extLst>
      <p:ext uri="{BB962C8B-B14F-4D97-AF65-F5344CB8AC3E}">
        <p14:creationId xmlns:p14="http://schemas.microsoft.com/office/powerpoint/2010/main" val="25730309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CE5E00-EB26-94A1-7E7C-3D768A23C3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CBB916-22D5-B23E-3BCA-70F32821B77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36F19AE-D70F-3591-2C55-89EF20585C8E}"/>
              </a:ext>
            </a:extLst>
          </p:cNvPr>
          <p:cNvSpPr>
            <a:spLocks noGrp="1"/>
          </p:cNvSpPr>
          <p:nvPr>
            <p:ph type="body" idx="1"/>
          </p:nvPr>
        </p:nvSpPr>
        <p:spPr/>
        <p:txBody>
          <a:bodyPr/>
          <a:lstStyle/>
          <a:p>
            <a:r>
              <a:rPr lang="en-US"/>
              <a:t>Expected efficiency gain X time for task X ppl in the role</a:t>
            </a:r>
          </a:p>
          <a:p>
            <a:endParaRPr lang="en-US"/>
          </a:p>
          <a:p>
            <a:endParaRPr lang="en-US"/>
          </a:p>
          <a:p>
            <a:r>
              <a:rPr lang="en-US"/>
              <a:t>More agents: </a:t>
            </a:r>
          </a:p>
          <a:p>
            <a:endParaRPr lang="en-US"/>
          </a:p>
          <a:p>
            <a:r>
              <a:rPr lang="en-US"/>
              <a:t>Perf Test Analysis </a:t>
            </a:r>
          </a:p>
          <a:p>
            <a:r>
              <a:rPr lang="en-US"/>
              <a:t>Integration Tests Writing</a:t>
            </a:r>
          </a:p>
          <a:p>
            <a:r>
              <a:rPr lang="en-US" err="1"/>
              <a:t>OpenAPI</a:t>
            </a:r>
            <a:r>
              <a:rPr lang="en-US"/>
              <a:t> Contract Generation</a:t>
            </a:r>
          </a:p>
          <a:p>
            <a:r>
              <a:rPr lang="en-US"/>
              <a:t>Smart Regression Agent </a:t>
            </a:r>
          </a:p>
          <a:p>
            <a:r>
              <a:rPr lang="en-US"/>
              <a:t>Compliance Code Review</a:t>
            </a:r>
          </a:p>
          <a:p>
            <a:r>
              <a:rPr lang="en-US"/>
              <a:t>PO Acceptance</a:t>
            </a:r>
          </a:p>
          <a:p>
            <a:r>
              <a:rPr lang="en-US"/>
              <a:t>Hybris Impact Analysis</a:t>
            </a:r>
          </a:p>
          <a:p>
            <a:endParaRPr lang="en-US"/>
          </a:p>
        </p:txBody>
      </p:sp>
      <p:sp>
        <p:nvSpPr>
          <p:cNvPr id="4" name="Slide Number Placeholder 3">
            <a:extLst>
              <a:ext uri="{FF2B5EF4-FFF2-40B4-BE49-F238E27FC236}">
                <a16:creationId xmlns:a16="http://schemas.microsoft.com/office/drawing/2014/main" id="{D6A19059-F1FC-A409-EC4B-74B482B26C69}"/>
              </a:ext>
            </a:extLst>
          </p:cNvPr>
          <p:cNvSpPr>
            <a:spLocks noGrp="1"/>
          </p:cNvSpPr>
          <p:nvPr>
            <p:ph type="sldNum" sz="quarter" idx="5"/>
          </p:nvPr>
        </p:nvSpPr>
        <p:spPr/>
        <p:txBody>
          <a:bodyPr/>
          <a:lstStyle/>
          <a:p>
            <a:fld id="{23173912-D55A-3847-8562-BCCC7CBD6059}" type="slidenum">
              <a:rPr lang="en-US"/>
              <a:t>16</a:t>
            </a:fld>
            <a:endParaRPr lang="en-US"/>
          </a:p>
        </p:txBody>
      </p:sp>
    </p:spTree>
    <p:extLst>
      <p:ext uri="{BB962C8B-B14F-4D97-AF65-F5344CB8AC3E}">
        <p14:creationId xmlns:p14="http://schemas.microsoft.com/office/powerpoint/2010/main" val="33852866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endParaRPr lang="en-US"/>
          </a:p>
        </p:txBody>
      </p:sp>
    </p:spTree>
    <p:extLst>
      <p:ext uri="{BB962C8B-B14F-4D97-AF65-F5344CB8AC3E}">
        <p14:creationId xmlns:p14="http://schemas.microsoft.com/office/powerpoint/2010/main" val="68929667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endParaRPr lang="en-US"/>
          </a:p>
        </p:txBody>
      </p:sp>
    </p:spTree>
    <p:extLst>
      <p:ext uri="{BB962C8B-B14F-4D97-AF65-F5344CB8AC3E}">
        <p14:creationId xmlns:p14="http://schemas.microsoft.com/office/powerpoint/2010/main" val="110985412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4D8374-054D-CA36-111B-FE88F9A932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E6F66D-18DF-2759-A95E-569B54A29C25}"/>
              </a:ext>
            </a:extLst>
          </p:cNvPr>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1FAEECBD-AE5E-184F-39E2-9666080EAD29}"/>
              </a:ext>
            </a:extLst>
          </p:cNvPr>
          <p:cNvSpPr>
            <a:spLocks noGrp="1"/>
          </p:cNvSpPr>
          <p:nvPr>
            <p:ph type="body" idx="1"/>
          </p:nvPr>
        </p:nvSpPr>
        <p:spPr>
          <a:xfrm>
            <a:off x="822325" y="7040563"/>
            <a:ext cx="6584950" cy="5761037"/>
          </a:xfrm>
          <a:prstGeom prst="rect">
            <a:avLst/>
          </a:prstGeom>
        </p:spPr>
        <p:txBody>
          <a:bodyPr/>
          <a:lstStyle/>
          <a:p>
            <a:endParaRPr lang="en-US"/>
          </a:p>
        </p:txBody>
      </p:sp>
    </p:spTree>
    <p:extLst>
      <p:ext uri="{BB962C8B-B14F-4D97-AF65-F5344CB8AC3E}">
        <p14:creationId xmlns:p14="http://schemas.microsoft.com/office/powerpoint/2010/main" val="59554365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CACA57-B9BE-3FE2-AFC7-A09E2AE189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EF1746-A28F-EFEA-02B5-8E482589E89C}"/>
              </a:ext>
            </a:extLst>
          </p:cNvPr>
          <p:cNvSpPr>
            <a:spLocks noGrp="1" noRot="1" noChangeAspect="1"/>
          </p:cNvSpPr>
          <p:nvPr>
            <p:ph type="sldImg"/>
          </p:nvPr>
        </p:nvSpPr>
        <p:spPr>
          <a:xfrm>
            <a:off x="-273050" y="1828800"/>
            <a:ext cx="8775700" cy="4937125"/>
          </a:xfrm>
          <a:prstGeom prst="rect">
            <a:avLst/>
          </a:prstGeom>
          <a:noFill/>
          <a:ln w="12700">
            <a:solidFill>
              <a:prstClr val="black"/>
            </a:solidFill>
          </a:ln>
        </p:spPr>
        <p:txBody>
          <a:bodyPr/>
          <a:lstStyle/>
          <a:p>
            <a:endParaRPr lang="en-PL"/>
          </a:p>
        </p:txBody>
      </p:sp>
      <p:sp>
        <p:nvSpPr>
          <p:cNvPr id="3" name="Notes Placeholder 2">
            <a:extLst>
              <a:ext uri="{FF2B5EF4-FFF2-40B4-BE49-F238E27FC236}">
                <a16:creationId xmlns:a16="http://schemas.microsoft.com/office/drawing/2014/main" id="{D09D2E0B-7317-071C-937B-871223D23D1A}"/>
              </a:ext>
            </a:extLst>
          </p:cNvPr>
          <p:cNvSpPr>
            <a:spLocks noGrp="1"/>
          </p:cNvSpPr>
          <p:nvPr>
            <p:ph type="body" idx="1"/>
          </p:nvPr>
        </p:nvSpPr>
        <p:spPr>
          <a:xfrm>
            <a:off x="822325" y="7040563"/>
            <a:ext cx="6584950" cy="5761037"/>
          </a:xfrm>
          <a:prstGeom prst="rect">
            <a:avLst/>
          </a:prstGeom>
        </p:spPr>
        <p:txBody>
          <a:bodyPr/>
          <a:lstStyle/>
          <a:p>
            <a:endParaRPr lang="en-US"/>
          </a:p>
        </p:txBody>
      </p:sp>
    </p:spTree>
    <p:extLst>
      <p:ext uri="{BB962C8B-B14F-4D97-AF65-F5344CB8AC3E}">
        <p14:creationId xmlns:p14="http://schemas.microsoft.com/office/powerpoint/2010/main" val="23853172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emf"/></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1.png"/><Relationship Id="rId4" Type="http://schemas.openxmlformats.org/officeDocument/2006/relationships/image" Target="../media/image2.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emf"/></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emf"/></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7.sv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8.sv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6.png"/><Relationship Id="rId4" Type="http://schemas.openxmlformats.org/officeDocument/2006/relationships/image" Target="../media/image8.sv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6.png"/><Relationship Id="rId4" Type="http://schemas.openxmlformats.org/officeDocument/2006/relationships/image" Target="../media/image11.sv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 Id="rId3" Type="http://schemas.openxmlformats.org/officeDocument/2006/relationships/image" Target="../media/image6.png"/><Relationship Id="rId4" Type="http://schemas.openxmlformats.org/officeDocument/2006/relationships/image" Target="../media/image11.sv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 Id="rId3" Type="http://schemas.openxmlformats.org/officeDocument/2006/relationships/image" Target="../media/image6.png"/><Relationship Id="rId4" Type="http://schemas.openxmlformats.org/officeDocument/2006/relationships/image" Target="../media/image8.sv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 Id="rId3" Type="http://schemas.openxmlformats.org/officeDocument/2006/relationships/image" Target="../media/image14.emf"/><Relationship Id="rId4" Type="http://schemas.openxmlformats.org/officeDocument/2006/relationships/image" Target="../media/image6.png"/><Relationship Id="rId5" Type="http://schemas.openxmlformats.org/officeDocument/2006/relationships/image" Target="../media/image11.sv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 Id="rId3" Type="http://schemas.openxmlformats.org/officeDocument/2006/relationships/image" Target="../media/image1.png"/><Relationship Id="rId4" Type="http://schemas.openxmlformats.org/officeDocument/2006/relationships/image" Target="../media/image2.sv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1.png"/><Relationship Id="rId4" Type="http://schemas.openxmlformats.org/officeDocument/2006/relationships/image" Target="../media/image2.sv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1.png"/><Relationship Id="rId4" Type="http://schemas.openxmlformats.org/officeDocument/2006/relationships/image" Target="../media/image2.sv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 Id="rId3" Type="http://schemas.openxmlformats.org/officeDocument/2006/relationships/image" Target="../media/image1.png"/><Relationship Id="rId4" Type="http://schemas.openxmlformats.org/officeDocument/2006/relationships/image" Target="../media/image2.sv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 Id="rId3" Type="http://schemas.openxmlformats.org/officeDocument/2006/relationships/image" Target="../media/image1.png"/><Relationship Id="rId4" Type="http://schemas.openxmlformats.org/officeDocument/2006/relationships/image" Target="../media/image2.sv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8.sv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8.sv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8.sv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7.sv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8.sv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8.sv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8.sv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8.sv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7.sv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8.sv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 Id="rId3" Type="http://schemas.openxmlformats.org/officeDocument/2006/relationships/image" Target="../media/image19.sv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8.sv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 Id="rId3" Type="http://schemas.openxmlformats.org/officeDocument/2006/relationships/image" Target="../media/image19.sv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8.sv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7.sv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7.sv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7.sv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 Id="rId3" Type="http://schemas.openxmlformats.org/officeDocument/2006/relationships/image" Target="../media/image19.sv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7.sv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 Id="rId3" Type="http://schemas.openxmlformats.org/officeDocument/2006/relationships/image" Target="../media/image19.sv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7.sv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7.sv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7.svg"/></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emf"/></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BG">
    <p:bg>
      <p:bgPr>
        <a:solidFill>
          <a:schemeClr val="bg1"/>
        </a:solidFill>
        <a:effectLst/>
      </p:bgPr>
    </p:bg>
    <p:spTree>
      <p:nvGrpSpPr>
        <p:cNvPr id="1" name=""/>
        <p:cNvGrpSpPr/>
        <p:nvPr/>
      </p:nvGrpSpPr>
      <p:grpSpPr>
        <a:xfrm>
          <a:off x="0" y="0"/>
          <a:ext cx="0" cy="0"/>
          <a:chOff x="0" y="0"/>
          <a:chExt cx="0" cy="0"/>
        </a:xfrm>
      </p:grpSpPr>
      <p:pic>
        <p:nvPicPr>
          <p:cNvPr id="4" name="Picture 3" descr="A bright light in the dark&#10;&#10;Description automatically generated with medium confidence">
            <a:extLst>
              <a:ext uri="{FF2B5EF4-FFF2-40B4-BE49-F238E27FC236}">
                <a16:creationId xmlns:a16="http://schemas.microsoft.com/office/drawing/2014/main" id="{292D94B7-0233-C940-0B7E-BB187340B7CF}"/>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1"/>
            <a:ext cx="12192000" cy="6858001"/>
          </a:xfrm>
          <a:prstGeom prst="rect">
            <a:avLst/>
          </a:prstGeom>
        </p:spPr>
      </p:pic>
      <p:sp>
        <p:nvSpPr>
          <p:cNvPr id="5" name="Text Placeholder 4">
            <a:extLst>
              <a:ext uri="{FF2B5EF4-FFF2-40B4-BE49-F238E27FC236}">
                <a16:creationId xmlns:a16="http://schemas.microsoft.com/office/drawing/2014/main" id="{4448AADE-3723-5675-1E93-91E2083DA966}"/>
              </a:ext>
            </a:extLst>
          </p:cNvPr>
          <p:cNvSpPr>
            <a:spLocks noGrp="1"/>
          </p:cNvSpPr>
          <p:nvPr>
            <p:ph type="body" sz="quarter" idx="11" hasCustomPrompt="1"/>
          </p:nvPr>
        </p:nvSpPr>
        <p:spPr>
          <a:xfrm>
            <a:off x="468775" y="4663440"/>
            <a:ext cx="6489700" cy="276999"/>
          </a:xfrm>
          <a:prstGeom prst="rect">
            <a:avLst/>
          </a:prstGeom>
        </p:spPr>
        <p:txBody>
          <a:bodyPr>
            <a:spAutoFit/>
          </a:bodyPr>
          <a:lstStyle>
            <a:lvl1pPr>
              <a:lnSpc>
                <a:spcPct val="100000"/>
              </a:lnSpc>
              <a:spcBef>
                <a:spcPct val="0"/>
              </a:spcBef>
              <a:defRPr sz="1800">
                <a:solidFill>
                  <a:schemeClr val="bg1"/>
                </a:solidFill>
                <a:latin typeface="Calibri Light" panose="020F0302020204030204" pitchFamily="34" charset="0"/>
                <a:cs typeface="Calibri Light" panose="020F0302020204030204" pitchFamily="34" charset="0"/>
              </a:defRPr>
            </a:lvl1pPr>
            <a:lvl2pPr>
              <a:buNone/>
              <a:defRPr/>
            </a:lvl2pPr>
          </a:lstStyle>
          <a:p>
            <a:pPr lvl="0"/>
            <a:r>
              <a:rPr lang="en-US">
                <a:effectLst/>
              </a:rPr>
              <a:t>Sub-description text goes here over one or two lines</a:t>
            </a:r>
            <a:endParaRPr lang="en-US"/>
          </a:p>
        </p:txBody>
      </p:sp>
      <p:sp>
        <p:nvSpPr>
          <p:cNvPr id="6" name="Text Placeholder 4">
            <a:extLst>
              <a:ext uri="{FF2B5EF4-FFF2-40B4-BE49-F238E27FC236}">
                <a16:creationId xmlns:a16="http://schemas.microsoft.com/office/drawing/2014/main" id="{72020841-C9E1-4289-E94E-04CC0C8D6EAB}"/>
              </a:ext>
            </a:extLst>
          </p:cNvPr>
          <p:cNvSpPr>
            <a:spLocks noGrp="1"/>
          </p:cNvSpPr>
          <p:nvPr>
            <p:ph type="body" sz="quarter" idx="12" hasCustomPrompt="1"/>
          </p:nvPr>
        </p:nvSpPr>
        <p:spPr>
          <a:xfrm>
            <a:off x="468775" y="5245390"/>
            <a:ext cx="6489700" cy="184666"/>
          </a:xfrm>
          <a:prstGeom prst="rect">
            <a:avLst/>
          </a:prstGeom>
        </p:spPr>
        <p:txBody>
          <a:bodyPr vert="horz" wrap="square" lIns="0" tIns="0" rIns="0" bIns="0" rtlCol="0">
            <a:spAutoFit/>
          </a:bodyPr>
          <a:lstStyle>
            <a:lvl1pPr>
              <a:defRPr lang="en-US" sz="1200" b="1" spc="400" baseline="0">
                <a:solidFill>
                  <a:schemeClr val="bg1"/>
                </a:solidFill>
                <a:effectLst/>
                <a:latin typeface="Calibri" panose="020F0502020204030204" pitchFamily="34" charset="0"/>
              </a:defRPr>
            </a:lvl1pPr>
          </a:lstStyle>
          <a:p>
            <a:pPr lvl="0">
              <a:lnSpc>
                <a:spcPct val="100000"/>
              </a:lnSpc>
              <a:spcBef>
                <a:spcPct val="0"/>
              </a:spcBef>
            </a:pPr>
            <a:r>
              <a:rPr lang="en-US">
                <a:effectLst/>
              </a:rPr>
              <a:t>JANUARY 2023</a:t>
            </a:r>
            <a:endParaRPr lang="en-US"/>
          </a:p>
        </p:txBody>
      </p:sp>
      <p:sp>
        <p:nvSpPr>
          <p:cNvPr id="7" name="Title 2">
            <a:extLst>
              <a:ext uri="{FF2B5EF4-FFF2-40B4-BE49-F238E27FC236}">
                <a16:creationId xmlns:a16="http://schemas.microsoft.com/office/drawing/2014/main" id="{1E233166-418F-6386-079E-CEDA3BF9846B}"/>
              </a:ext>
            </a:extLst>
          </p:cNvPr>
          <p:cNvSpPr>
            <a:spLocks noGrp="1"/>
          </p:cNvSpPr>
          <p:nvPr>
            <p:ph type="title"/>
          </p:nvPr>
        </p:nvSpPr>
        <p:spPr>
          <a:xfrm>
            <a:off x="466165" y="1696496"/>
            <a:ext cx="7843822" cy="2462213"/>
          </a:xfrm>
        </p:spPr>
        <p:txBody>
          <a:bodyPr vert="horz" wrap="square" lIns="0" tIns="0" rIns="0" bIns="0" rtlCol="0">
            <a:spAutoFit/>
          </a:bodyPr>
          <a:lstStyle>
            <a:lvl1pPr>
              <a:defRPr lang="en-US" sz="8000" b="0">
                <a:solidFill>
                  <a:schemeClr val="bg1"/>
                </a:solidFill>
                <a:latin typeface="Calibri Light" panose="020F0302020204030204" pitchFamily="34" charset="0"/>
                <a:cs typeface="Calibri Light" panose="020F0302020204030204" pitchFamily="34" charset="0"/>
              </a:defRPr>
            </a:lvl1pPr>
          </a:lstStyle>
          <a:p>
            <a:pPr marL="0" lvl="0" indent="0">
              <a:spcBef>
                <a:spcPct val="0"/>
              </a:spcBef>
              <a:spcAft>
                <a:spcPct val="0"/>
              </a:spcAft>
              <a:buFont typeface="Arial" panose="020B0604020202020204" pitchFamily="34" charset="0"/>
            </a:pPr>
            <a:r>
              <a:rPr lang="en-US"/>
              <a:t>Click to edit Master title style</a:t>
            </a:r>
          </a:p>
        </p:txBody>
      </p:sp>
      <p:pic>
        <p:nvPicPr>
          <p:cNvPr id="8" name="Picture 7">
            <a:extLst>
              <a:ext uri="{FF2B5EF4-FFF2-40B4-BE49-F238E27FC236}">
                <a16:creationId xmlns:a16="http://schemas.microsoft.com/office/drawing/2014/main" id="{3AAC7376-20F0-E0B1-E7D5-414FC5DC35FA}"/>
              </a:ext>
            </a:extLst>
          </p:cNvPr>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485414" y="740715"/>
            <a:ext cx="1226857" cy="451050"/>
          </a:xfrm>
          <a:prstGeom prst="rect">
            <a:avLst/>
          </a:prstGeom>
        </p:spPr>
      </p:pic>
    </p:spTree>
    <p:extLst>
      <p:ext uri="{BB962C8B-B14F-4D97-AF65-F5344CB8AC3E}">
        <p14:creationId xmlns:p14="http://schemas.microsoft.com/office/powerpoint/2010/main" val="3339498372"/>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ver-BG-Light">
    <p:bg>
      <p:bgPr>
        <a:solidFill>
          <a:schemeClr val="bg1"/>
        </a:solidFill>
        <a:effectLst/>
      </p:bgPr>
    </p:bg>
    <p:spTree>
      <p:nvGrpSpPr>
        <p:cNvPr id="1" name=""/>
        <p:cNvGrpSpPr/>
        <p:nvPr/>
      </p:nvGrpSpPr>
      <p:grpSpPr>
        <a:xfrm>
          <a:off x="0" y="0"/>
          <a:ext cx="0" cy="0"/>
          <a:chOff x="0" y="0"/>
          <a:chExt cx="0" cy="0"/>
        </a:xfrm>
      </p:grpSpPr>
      <p:pic>
        <p:nvPicPr>
          <p:cNvPr id="2" name="Picture 1" descr="Background pattern&#10;&#10;Description automatically generated">
            <a:extLst>
              <a:ext uri="{FF2B5EF4-FFF2-40B4-BE49-F238E27FC236}">
                <a16:creationId xmlns:a16="http://schemas.microsoft.com/office/drawing/2014/main" id="{DE3A7CEE-E1C9-5E29-7BD1-4DC1A1B47F85}"/>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19050" y="-1"/>
            <a:ext cx="12172950" cy="6868749"/>
          </a:xfrm>
          <a:prstGeom prst="rect">
            <a:avLst/>
          </a:prstGeom>
        </p:spPr>
      </p:pic>
      <p:sp>
        <p:nvSpPr>
          <p:cNvPr id="5" name="Text Placeholder 4">
            <a:extLst>
              <a:ext uri="{FF2B5EF4-FFF2-40B4-BE49-F238E27FC236}">
                <a16:creationId xmlns:a16="http://schemas.microsoft.com/office/drawing/2014/main" id="{4448AADE-3723-5675-1E93-91E2083DA966}"/>
              </a:ext>
            </a:extLst>
          </p:cNvPr>
          <p:cNvSpPr>
            <a:spLocks noGrp="1"/>
          </p:cNvSpPr>
          <p:nvPr>
            <p:ph type="body" sz="quarter" idx="11" hasCustomPrompt="1"/>
          </p:nvPr>
        </p:nvSpPr>
        <p:spPr>
          <a:xfrm>
            <a:off x="468775" y="4663440"/>
            <a:ext cx="6489700" cy="276999"/>
          </a:xfrm>
          <a:prstGeom prst="rect">
            <a:avLst/>
          </a:prstGeom>
        </p:spPr>
        <p:txBody>
          <a:bodyPr>
            <a:spAutoFit/>
          </a:bodyPr>
          <a:lstStyle>
            <a:lvl1pPr>
              <a:lnSpc>
                <a:spcPct val="100000"/>
              </a:lnSpc>
              <a:spcBef>
                <a:spcPct val="0"/>
              </a:spcBef>
              <a:defRPr sz="1800">
                <a:solidFill>
                  <a:schemeClr val="tx1"/>
                </a:solidFill>
                <a:latin typeface="Calibri Light" panose="020F0302020204030204" pitchFamily="34" charset="0"/>
                <a:cs typeface="Calibri Light" panose="020F0302020204030204" pitchFamily="34" charset="0"/>
              </a:defRPr>
            </a:lvl1pPr>
            <a:lvl2pPr>
              <a:buNone/>
              <a:defRPr/>
            </a:lvl2pPr>
          </a:lstStyle>
          <a:p>
            <a:pPr lvl="0"/>
            <a:r>
              <a:rPr lang="en-US">
                <a:effectLst/>
              </a:rPr>
              <a:t>Sub-description text goes here over one or two lines</a:t>
            </a:r>
            <a:endParaRPr lang="en-US"/>
          </a:p>
        </p:txBody>
      </p:sp>
      <p:sp>
        <p:nvSpPr>
          <p:cNvPr id="6" name="Text Placeholder 4">
            <a:extLst>
              <a:ext uri="{FF2B5EF4-FFF2-40B4-BE49-F238E27FC236}">
                <a16:creationId xmlns:a16="http://schemas.microsoft.com/office/drawing/2014/main" id="{72020841-C9E1-4289-E94E-04CC0C8D6EAB}"/>
              </a:ext>
            </a:extLst>
          </p:cNvPr>
          <p:cNvSpPr>
            <a:spLocks noGrp="1"/>
          </p:cNvSpPr>
          <p:nvPr>
            <p:ph type="body" sz="quarter" idx="12" hasCustomPrompt="1"/>
          </p:nvPr>
        </p:nvSpPr>
        <p:spPr>
          <a:xfrm>
            <a:off x="468775" y="5245390"/>
            <a:ext cx="6489700" cy="184666"/>
          </a:xfrm>
          <a:prstGeom prst="rect">
            <a:avLst/>
          </a:prstGeom>
        </p:spPr>
        <p:txBody>
          <a:bodyPr vert="horz" wrap="square" lIns="0" tIns="0" rIns="0" bIns="0" rtlCol="0">
            <a:spAutoFit/>
          </a:bodyPr>
          <a:lstStyle>
            <a:lvl1pPr>
              <a:defRPr lang="en-US" sz="1200" b="1" spc="400" baseline="0">
                <a:solidFill>
                  <a:schemeClr val="tx1"/>
                </a:solidFill>
                <a:effectLst/>
                <a:latin typeface="Calibri" panose="020F0502020204030204" pitchFamily="34" charset="0"/>
              </a:defRPr>
            </a:lvl1pPr>
          </a:lstStyle>
          <a:p>
            <a:pPr lvl="0">
              <a:lnSpc>
                <a:spcPct val="100000"/>
              </a:lnSpc>
              <a:spcBef>
                <a:spcPct val="0"/>
              </a:spcBef>
            </a:pPr>
            <a:r>
              <a:rPr lang="en-US">
                <a:effectLst/>
              </a:rPr>
              <a:t>JANUARY 2023</a:t>
            </a:r>
            <a:endParaRPr lang="en-US"/>
          </a:p>
        </p:txBody>
      </p:sp>
      <p:sp>
        <p:nvSpPr>
          <p:cNvPr id="7" name="Title 2">
            <a:extLst>
              <a:ext uri="{FF2B5EF4-FFF2-40B4-BE49-F238E27FC236}">
                <a16:creationId xmlns:a16="http://schemas.microsoft.com/office/drawing/2014/main" id="{1E233166-418F-6386-079E-CEDA3BF9846B}"/>
              </a:ext>
            </a:extLst>
          </p:cNvPr>
          <p:cNvSpPr>
            <a:spLocks noGrp="1"/>
          </p:cNvSpPr>
          <p:nvPr>
            <p:ph type="title"/>
          </p:nvPr>
        </p:nvSpPr>
        <p:spPr>
          <a:xfrm>
            <a:off x="466165" y="1696496"/>
            <a:ext cx="7843822" cy="2462213"/>
          </a:xfrm>
        </p:spPr>
        <p:txBody>
          <a:bodyPr vert="horz" wrap="square" lIns="0" tIns="0" rIns="0" bIns="0" rtlCol="0">
            <a:spAutoFit/>
          </a:bodyPr>
          <a:lstStyle>
            <a:lvl1pPr>
              <a:defRPr lang="en-US" sz="8000" b="0">
                <a:solidFill>
                  <a:schemeClr val="tx1"/>
                </a:solidFill>
                <a:latin typeface="Calibri Light" panose="020F0302020204030204" pitchFamily="34" charset="0"/>
                <a:cs typeface="Calibri Light" panose="020F0302020204030204" pitchFamily="34" charset="0"/>
              </a:defRPr>
            </a:lvl1pPr>
          </a:lstStyle>
          <a:p>
            <a:pPr marL="0" lvl="0" indent="0">
              <a:spcBef>
                <a:spcPct val="0"/>
              </a:spcBef>
              <a:spcAft>
                <a:spcPct val="0"/>
              </a:spcAft>
              <a:buFont typeface="Arial" panose="020B0604020202020204" pitchFamily="34" charset="0"/>
            </a:pPr>
            <a:r>
              <a:rPr lang="en-US"/>
              <a:t>Click to edit Master title style</a:t>
            </a:r>
          </a:p>
        </p:txBody>
      </p:sp>
      <p:pic>
        <p:nvPicPr>
          <p:cNvPr id="3" name="Graphic 2">
            <a:extLst>
              <a:ext uri="{FF2B5EF4-FFF2-40B4-BE49-F238E27FC236}">
                <a16:creationId xmlns:a16="http://schemas.microsoft.com/office/drawing/2014/main" id="{D046FBA0-34E7-8BA0-8C70-B6AFD4D64D86}"/>
              </a:ext>
            </a:extLst>
          </p:cNvPr>
          <p:cNvPicPr>
            <a:picLocks noChangeAspect="1"/>
          </p:cNvPicPr>
          <p:nvPr userDrawn="1"/>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485414" y="748727"/>
            <a:ext cx="1226857" cy="432373"/>
          </a:xfrm>
          <a:prstGeom prst="rect">
            <a:avLst/>
          </a:prstGeom>
        </p:spPr>
      </p:pic>
    </p:spTree>
    <p:extLst>
      <p:ext uri="{BB962C8B-B14F-4D97-AF65-F5344CB8AC3E}">
        <p14:creationId xmlns:p14="http://schemas.microsoft.com/office/powerpoint/2010/main" val="303577260"/>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ver-Picture">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08188486-1E04-4170-877E-F561315E0FFC}"/>
              </a:ext>
            </a:extLst>
          </p:cNvPr>
          <p:cNvSpPr>
            <a:spLocks noGrp="1"/>
          </p:cNvSpPr>
          <p:nvPr>
            <p:ph type="pic" sz="quarter" idx="13"/>
          </p:nvPr>
        </p:nvSpPr>
        <p:spPr>
          <a:xfrm>
            <a:off x="0" y="0"/>
            <a:ext cx="12192000" cy="6858000"/>
          </a:xfrm>
          <a:prstGeom prst="rect">
            <a:avLst/>
          </a:prstGeom>
          <a:solidFill>
            <a:schemeClr val="bg1">
              <a:lumMod val="65000"/>
            </a:schemeClr>
          </a:solidFill>
        </p:spPr>
        <p:txBody>
          <a:bodyPr/>
          <a:lstStyle>
            <a:lvl1pPr>
              <a:defRPr/>
            </a:lvl1pPr>
          </a:lstStyle>
          <a:p>
            <a:r>
              <a:rPr lang="en-US"/>
              <a:t>Click icon to add picture</a:t>
            </a:r>
          </a:p>
        </p:txBody>
      </p:sp>
      <p:sp>
        <p:nvSpPr>
          <p:cNvPr id="4" name="Text Placeholder 4">
            <a:extLst>
              <a:ext uri="{FF2B5EF4-FFF2-40B4-BE49-F238E27FC236}">
                <a16:creationId xmlns:a16="http://schemas.microsoft.com/office/drawing/2014/main" id="{0BD2E969-F100-6B32-8DFD-11A45E5E43FA}"/>
              </a:ext>
            </a:extLst>
          </p:cNvPr>
          <p:cNvSpPr>
            <a:spLocks noGrp="1"/>
          </p:cNvSpPr>
          <p:nvPr>
            <p:ph type="body" sz="quarter" idx="11" hasCustomPrompt="1"/>
          </p:nvPr>
        </p:nvSpPr>
        <p:spPr>
          <a:xfrm>
            <a:off x="468775" y="4663440"/>
            <a:ext cx="6489700" cy="276999"/>
          </a:xfrm>
          <a:prstGeom prst="rect">
            <a:avLst/>
          </a:prstGeom>
        </p:spPr>
        <p:txBody>
          <a:bodyPr>
            <a:spAutoFit/>
          </a:bodyPr>
          <a:lstStyle>
            <a:lvl1pPr>
              <a:lnSpc>
                <a:spcPct val="100000"/>
              </a:lnSpc>
              <a:spcBef>
                <a:spcPct val="0"/>
              </a:spcBef>
              <a:defRPr sz="1800">
                <a:solidFill>
                  <a:schemeClr val="bg1"/>
                </a:solidFill>
                <a:latin typeface="Calibri Light" panose="020F0302020204030204" pitchFamily="34" charset="0"/>
                <a:cs typeface="Calibri Light" panose="020F0302020204030204" pitchFamily="34" charset="0"/>
              </a:defRPr>
            </a:lvl1pPr>
            <a:lvl2pPr>
              <a:buNone/>
              <a:defRPr/>
            </a:lvl2pPr>
          </a:lstStyle>
          <a:p>
            <a:pPr lvl="0"/>
            <a:r>
              <a:rPr lang="en-US">
                <a:effectLst/>
              </a:rPr>
              <a:t>Sub-description text goes here over one or two lines</a:t>
            </a:r>
            <a:endParaRPr lang="en-US"/>
          </a:p>
        </p:txBody>
      </p:sp>
      <p:sp>
        <p:nvSpPr>
          <p:cNvPr id="5" name="Text Placeholder 4">
            <a:extLst>
              <a:ext uri="{FF2B5EF4-FFF2-40B4-BE49-F238E27FC236}">
                <a16:creationId xmlns:a16="http://schemas.microsoft.com/office/drawing/2014/main" id="{2C67B491-F517-CB8D-96B1-B02A50D72325}"/>
              </a:ext>
            </a:extLst>
          </p:cNvPr>
          <p:cNvSpPr>
            <a:spLocks noGrp="1"/>
          </p:cNvSpPr>
          <p:nvPr>
            <p:ph type="body" sz="quarter" idx="12" hasCustomPrompt="1"/>
          </p:nvPr>
        </p:nvSpPr>
        <p:spPr>
          <a:xfrm>
            <a:off x="468775" y="5245390"/>
            <a:ext cx="6489700" cy="184666"/>
          </a:xfrm>
          <a:prstGeom prst="rect">
            <a:avLst/>
          </a:prstGeom>
        </p:spPr>
        <p:txBody>
          <a:bodyPr vert="horz" wrap="square" lIns="0" tIns="0" rIns="0" bIns="0" rtlCol="0">
            <a:spAutoFit/>
          </a:bodyPr>
          <a:lstStyle>
            <a:lvl1pPr>
              <a:defRPr lang="en-US" sz="1200" b="1" spc="400" baseline="0">
                <a:solidFill>
                  <a:schemeClr val="bg1"/>
                </a:solidFill>
                <a:effectLst/>
                <a:latin typeface="Calibri" panose="020F0502020204030204" pitchFamily="34" charset="0"/>
              </a:defRPr>
            </a:lvl1pPr>
          </a:lstStyle>
          <a:p>
            <a:pPr lvl="0">
              <a:lnSpc>
                <a:spcPct val="100000"/>
              </a:lnSpc>
              <a:spcBef>
                <a:spcPct val="0"/>
              </a:spcBef>
            </a:pPr>
            <a:r>
              <a:rPr lang="en-US">
                <a:effectLst/>
              </a:rPr>
              <a:t>JANUARY 2023</a:t>
            </a:r>
            <a:endParaRPr lang="en-US"/>
          </a:p>
        </p:txBody>
      </p:sp>
      <p:sp>
        <p:nvSpPr>
          <p:cNvPr id="6" name="Title 2">
            <a:extLst>
              <a:ext uri="{FF2B5EF4-FFF2-40B4-BE49-F238E27FC236}">
                <a16:creationId xmlns:a16="http://schemas.microsoft.com/office/drawing/2014/main" id="{430FF820-B532-1296-E817-DF961B67DF09}"/>
              </a:ext>
            </a:extLst>
          </p:cNvPr>
          <p:cNvSpPr>
            <a:spLocks noGrp="1"/>
          </p:cNvSpPr>
          <p:nvPr>
            <p:ph type="title"/>
          </p:nvPr>
        </p:nvSpPr>
        <p:spPr>
          <a:xfrm>
            <a:off x="466165" y="1696496"/>
            <a:ext cx="7843822" cy="2462213"/>
          </a:xfrm>
        </p:spPr>
        <p:txBody>
          <a:bodyPr vert="horz" wrap="square" lIns="0" tIns="0" rIns="0" bIns="0" rtlCol="0">
            <a:spAutoFit/>
          </a:bodyPr>
          <a:lstStyle>
            <a:lvl1pPr>
              <a:defRPr lang="en-US" sz="8000" b="0">
                <a:solidFill>
                  <a:schemeClr val="bg1"/>
                </a:solidFill>
                <a:latin typeface="Calibri Light" panose="020F0302020204030204" pitchFamily="34" charset="0"/>
                <a:cs typeface="Calibri Light" panose="020F0302020204030204" pitchFamily="34" charset="0"/>
              </a:defRPr>
            </a:lvl1pPr>
          </a:lstStyle>
          <a:p>
            <a:pPr marL="0" lvl="0" indent="0">
              <a:spcBef>
                <a:spcPct val="0"/>
              </a:spcBef>
              <a:spcAft>
                <a:spcPct val="0"/>
              </a:spcAft>
              <a:buFont typeface="Arial" panose="020B0604020202020204" pitchFamily="34" charset="0"/>
            </a:pPr>
            <a:r>
              <a:rPr lang="en-US"/>
              <a:t>Click to edit Master title style</a:t>
            </a:r>
          </a:p>
        </p:txBody>
      </p:sp>
      <p:pic>
        <p:nvPicPr>
          <p:cNvPr id="7" name="Picture 6">
            <a:extLst>
              <a:ext uri="{FF2B5EF4-FFF2-40B4-BE49-F238E27FC236}">
                <a16:creationId xmlns:a16="http://schemas.microsoft.com/office/drawing/2014/main" id="{5754D4BD-6E7A-841D-F70C-31FAEF56CD69}"/>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485414" y="740715"/>
            <a:ext cx="1226857" cy="451050"/>
          </a:xfrm>
          <a:prstGeom prst="rect">
            <a:avLst/>
          </a:prstGeom>
        </p:spPr>
      </p:pic>
    </p:spTree>
    <p:extLst>
      <p:ext uri="{BB962C8B-B14F-4D97-AF65-F5344CB8AC3E}">
        <p14:creationId xmlns:p14="http://schemas.microsoft.com/office/powerpoint/2010/main" val="2899012803"/>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ver-1/2">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339377C-8642-441F-BDC6-500DB01AD362}"/>
              </a:ext>
            </a:extLst>
          </p:cNvPr>
          <p:cNvSpPr/>
          <p:nvPr userDrawn="1"/>
        </p:nvSpPr>
        <p:spPr bwMode="auto">
          <a:xfrm>
            <a:off x="0" y="0"/>
            <a:ext cx="6096000" cy="6858000"/>
          </a:xfrm>
          <a:prstGeom prst="rect">
            <a:avLst/>
          </a:prstGeom>
          <a:solidFill>
            <a:schemeClr val="tx1"/>
          </a:solidFill>
          <a:ln>
            <a:noFill/>
          </a:ln>
          <a:effectLst/>
        </p:spPr>
        <p:txBody>
          <a:bodyPr wrap="none" rtlCol="0" anchor="ctr"/>
          <a:lstStyle/>
          <a:p>
            <a:pPr algn="ctr"/>
            <a:endParaRPr lang="en-US" sz="2400">
              <a:solidFill>
                <a:schemeClr val="bg1"/>
              </a:solidFill>
              <a:latin typeface="Calibri Light" panose="020F0302020204030204" pitchFamily="34" charset="0"/>
              <a:ea typeface="Human Sans ExtraLight" charset="0"/>
              <a:cs typeface="Human Sans ExtraLight" charset="0"/>
            </a:endParaRPr>
          </a:p>
        </p:txBody>
      </p:sp>
      <p:sp>
        <p:nvSpPr>
          <p:cNvPr id="7" name="Picture Placeholder 2">
            <a:extLst>
              <a:ext uri="{FF2B5EF4-FFF2-40B4-BE49-F238E27FC236}">
                <a16:creationId xmlns:a16="http://schemas.microsoft.com/office/drawing/2014/main" id="{11A216CA-E680-42EB-BC45-95A09D62759B}"/>
              </a:ext>
            </a:extLst>
          </p:cNvPr>
          <p:cNvSpPr>
            <a:spLocks noGrp="1"/>
          </p:cNvSpPr>
          <p:nvPr>
            <p:ph type="pic" sz="quarter" idx="13"/>
          </p:nvPr>
        </p:nvSpPr>
        <p:spPr>
          <a:xfrm>
            <a:off x="6095998" y="0"/>
            <a:ext cx="6096001" cy="6858000"/>
          </a:xfrm>
          <a:prstGeom prst="rect">
            <a:avLst/>
          </a:prstGeom>
          <a:solidFill>
            <a:schemeClr val="bg2"/>
          </a:solidFill>
        </p:spPr>
        <p:txBody>
          <a:bodyPr/>
          <a:lstStyle>
            <a:lvl1pPr>
              <a:defRPr/>
            </a:lvl1pPr>
          </a:lstStyle>
          <a:p>
            <a:r>
              <a:rPr lang="en-US"/>
              <a:t>Click icon to add picture</a:t>
            </a:r>
          </a:p>
        </p:txBody>
      </p:sp>
      <p:sp>
        <p:nvSpPr>
          <p:cNvPr id="3" name="Text Placeholder 4">
            <a:extLst>
              <a:ext uri="{FF2B5EF4-FFF2-40B4-BE49-F238E27FC236}">
                <a16:creationId xmlns:a16="http://schemas.microsoft.com/office/drawing/2014/main" id="{30094E5E-6EFF-CE7E-D775-2FA95EEE2F1D}"/>
              </a:ext>
            </a:extLst>
          </p:cNvPr>
          <p:cNvSpPr>
            <a:spLocks noGrp="1"/>
          </p:cNvSpPr>
          <p:nvPr>
            <p:ph type="body" sz="quarter" idx="11" hasCustomPrompt="1"/>
          </p:nvPr>
        </p:nvSpPr>
        <p:spPr>
          <a:xfrm>
            <a:off x="468775" y="4663440"/>
            <a:ext cx="5309027" cy="276999"/>
          </a:xfrm>
          <a:prstGeom prst="rect">
            <a:avLst/>
          </a:prstGeom>
        </p:spPr>
        <p:txBody>
          <a:bodyPr wrap="square">
            <a:spAutoFit/>
          </a:bodyPr>
          <a:lstStyle>
            <a:lvl1pPr>
              <a:lnSpc>
                <a:spcPct val="100000"/>
              </a:lnSpc>
              <a:spcBef>
                <a:spcPct val="0"/>
              </a:spcBef>
              <a:defRPr sz="1800">
                <a:solidFill>
                  <a:schemeClr val="bg1"/>
                </a:solidFill>
                <a:latin typeface="Calibri Light" panose="020F0302020204030204" pitchFamily="34" charset="0"/>
                <a:cs typeface="Calibri Light" panose="020F0302020204030204" pitchFamily="34" charset="0"/>
              </a:defRPr>
            </a:lvl1pPr>
            <a:lvl2pPr>
              <a:buNone/>
              <a:defRPr/>
            </a:lvl2pPr>
          </a:lstStyle>
          <a:p>
            <a:pPr lvl="0"/>
            <a:r>
              <a:rPr lang="en-US">
                <a:effectLst/>
              </a:rPr>
              <a:t>Sub-description text goes here over one or two lines</a:t>
            </a:r>
            <a:endParaRPr lang="en-US"/>
          </a:p>
        </p:txBody>
      </p:sp>
      <p:sp>
        <p:nvSpPr>
          <p:cNvPr id="4" name="Text Placeholder 4">
            <a:extLst>
              <a:ext uri="{FF2B5EF4-FFF2-40B4-BE49-F238E27FC236}">
                <a16:creationId xmlns:a16="http://schemas.microsoft.com/office/drawing/2014/main" id="{4E632B84-D810-D682-26F1-538579099EAB}"/>
              </a:ext>
            </a:extLst>
          </p:cNvPr>
          <p:cNvSpPr>
            <a:spLocks noGrp="1"/>
          </p:cNvSpPr>
          <p:nvPr>
            <p:ph type="body" sz="quarter" idx="12" hasCustomPrompt="1"/>
          </p:nvPr>
        </p:nvSpPr>
        <p:spPr>
          <a:xfrm>
            <a:off x="468775" y="5245390"/>
            <a:ext cx="5309027" cy="184666"/>
          </a:xfrm>
          <a:prstGeom prst="rect">
            <a:avLst/>
          </a:prstGeom>
        </p:spPr>
        <p:txBody>
          <a:bodyPr vert="horz" wrap="square" lIns="0" tIns="0" rIns="0" bIns="0" rtlCol="0">
            <a:spAutoFit/>
          </a:bodyPr>
          <a:lstStyle>
            <a:lvl1pPr>
              <a:defRPr lang="en-US" sz="1200" b="1" spc="400" baseline="0">
                <a:solidFill>
                  <a:schemeClr val="bg1"/>
                </a:solidFill>
                <a:effectLst/>
                <a:latin typeface="Calibri" panose="020F0502020204030204" pitchFamily="34" charset="0"/>
              </a:defRPr>
            </a:lvl1pPr>
          </a:lstStyle>
          <a:p>
            <a:pPr lvl="0">
              <a:lnSpc>
                <a:spcPct val="100000"/>
              </a:lnSpc>
              <a:spcBef>
                <a:spcPct val="0"/>
              </a:spcBef>
            </a:pPr>
            <a:r>
              <a:rPr lang="en-US">
                <a:effectLst/>
              </a:rPr>
              <a:t>JANUARY 2023</a:t>
            </a:r>
            <a:endParaRPr lang="en-US"/>
          </a:p>
        </p:txBody>
      </p:sp>
      <p:sp>
        <p:nvSpPr>
          <p:cNvPr id="5" name="Title 2">
            <a:extLst>
              <a:ext uri="{FF2B5EF4-FFF2-40B4-BE49-F238E27FC236}">
                <a16:creationId xmlns:a16="http://schemas.microsoft.com/office/drawing/2014/main" id="{7E6BD730-15BB-8DAE-B807-85A733E0F752}"/>
              </a:ext>
            </a:extLst>
          </p:cNvPr>
          <p:cNvSpPr>
            <a:spLocks noGrp="1"/>
          </p:cNvSpPr>
          <p:nvPr>
            <p:ph type="title"/>
          </p:nvPr>
        </p:nvSpPr>
        <p:spPr>
          <a:xfrm>
            <a:off x="466165" y="1696496"/>
            <a:ext cx="5311637" cy="1846659"/>
          </a:xfrm>
        </p:spPr>
        <p:txBody>
          <a:bodyPr vert="horz" wrap="square" lIns="0" tIns="0" rIns="0" bIns="0" rtlCol="0">
            <a:spAutoFit/>
          </a:bodyPr>
          <a:lstStyle>
            <a:lvl1pPr>
              <a:defRPr lang="en-US" sz="6000" b="0">
                <a:solidFill>
                  <a:schemeClr val="bg1"/>
                </a:solidFill>
                <a:latin typeface="Calibri Light" panose="020F0302020204030204" pitchFamily="34" charset="0"/>
                <a:cs typeface="Calibri Light" panose="020F0302020204030204" pitchFamily="34" charset="0"/>
              </a:defRPr>
            </a:lvl1pPr>
          </a:lstStyle>
          <a:p>
            <a:pPr marL="0" lvl="0" indent="0">
              <a:spcBef>
                <a:spcPct val="0"/>
              </a:spcBef>
              <a:spcAft>
                <a:spcPct val="0"/>
              </a:spcAft>
              <a:buFont typeface="Arial" panose="020B0604020202020204" pitchFamily="34" charset="0"/>
            </a:pPr>
            <a:r>
              <a:rPr lang="en-US"/>
              <a:t>Click to edit Master title style</a:t>
            </a:r>
          </a:p>
        </p:txBody>
      </p:sp>
      <p:pic>
        <p:nvPicPr>
          <p:cNvPr id="2" name="Picture 1">
            <a:extLst>
              <a:ext uri="{FF2B5EF4-FFF2-40B4-BE49-F238E27FC236}">
                <a16:creationId xmlns:a16="http://schemas.microsoft.com/office/drawing/2014/main" id="{58229A6F-36FA-05D5-E223-1581D31CE2D5}"/>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485414" y="740715"/>
            <a:ext cx="1226857" cy="451050"/>
          </a:xfrm>
          <a:prstGeom prst="rect">
            <a:avLst/>
          </a:prstGeom>
        </p:spPr>
      </p:pic>
    </p:spTree>
    <p:extLst>
      <p:ext uri="{BB962C8B-B14F-4D97-AF65-F5344CB8AC3E}">
        <p14:creationId xmlns:p14="http://schemas.microsoft.com/office/powerpoint/2010/main" val="4160433781"/>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s">
    <p:spTree>
      <p:nvGrpSpPr>
        <p:cNvPr id="1" name=""/>
        <p:cNvGrpSpPr/>
        <p:nvPr/>
      </p:nvGrpSpPr>
      <p:grpSpPr>
        <a:xfrm>
          <a:off x="0" y="0"/>
          <a:ext cx="0" cy="0"/>
          <a:chOff x="0" y="0"/>
          <a:chExt cx="0" cy="0"/>
        </a:xfrm>
      </p:grpSpPr>
      <p:sp>
        <p:nvSpPr>
          <p:cNvPr id="23" name="Title 2">
            <a:extLst>
              <a:ext uri="{FF2B5EF4-FFF2-40B4-BE49-F238E27FC236}">
                <a16:creationId xmlns:a16="http://schemas.microsoft.com/office/drawing/2014/main" id="{7D36EB9C-BBDB-7447-884B-AC6C7C7D1DA2}"/>
              </a:ext>
            </a:extLst>
          </p:cNvPr>
          <p:cNvSpPr>
            <a:spLocks noGrp="1"/>
          </p:cNvSpPr>
          <p:nvPr>
            <p:ph type="title" hasCustomPrompt="1"/>
          </p:nvPr>
        </p:nvSpPr>
        <p:spPr>
          <a:xfrm>
            <a:off x="467140" y="1191039"/>
            <a:ext cx="3024846" cy="923330"/>
          </a:xfrm>
        </p:spPr>
        <p:txBody>
          <a:bodyPr vert="horz" wrap="square" lIns="0" tIns="0" rIns="0" bIns="0" rtlCol="0" anchor="t">
            <a:spAutoFit/>
          </a:bodyPr>
          <a:lstStyle>
            <a:lvl1pPr>
              <a:defRPr lang="en-US" sz="6000" b="1" spc="0">
                <a:gradFill>
                  <a:gsLst>
                    <a:gs pos="50000">
                      <a:schemeClr val="accent2"/>
                    </a:gs>
                    <a:gs pos="70000">
                      <a:schemeClr val="accent5"/>
                    </a:gs>
                    <a:gs pos="100000">
                      <a:schemeClr val="accent4"/>
                    </a:gs>
                  </a:gsLst>
                  <a:lin ang="1200000" scaled="0"/>
                </a:gradFill>
                <a:effectLst/>
                <a:latin typeface="Calibri" panose="020F0502020204030204" pitchFamily="34" charset="0"/>
              </a:defRPr>
            </a:lvl1pPr>
          </a:lstStyle>
          <a:p>
            <a:pPr lvl="0"/>
            <a:r>
              <a:rPr lang="en-US"/>
              <a:t>Contents</a:t>
            </a:r>
          </a:p>
        </p:txBody>
      </p:sp>
      <p:sp>
        <p:nvSpPr>
          <p:cNvPr id="24" name="Text Placeholder 4">
            <a:extLst>
              <a:ext uri="{FF2B5EF4-FFF2-40B4-BE49-F238E27FC236}">
                <a16:creationId xmlns:a16="http://schemas.microsoft.com/office/drawing/2014/main" id="{ECE784D3-D287-664F-80A6-CBA29DD12FE1}"/>
              </a:ext>
            </a:extLst>
          </p:cNvPr>
          <p:cNvSpPr>
            <a:spLocks noGrp="1"/>
          </p:cNvSpPr>
          <p:nvPr>
            <p:ph type="body" sz="quarter" idx="10" hasCustomPrompt="1"/>
          </p:nvPr>
        </p:nvSpPr>
        <p:spPr>
          <a:xfrm>
            <a:off x="4324216" y="1521418"/>
            <a:ext cx="498928" cy="321627"/>
          </a:xfrm>
          <a:prstGeom prst="rect">
            <a:avLst/>
          </a:prstGeom>
        </p:spPr>
        <p:txBody>
          <a:bodyPr wrap="square" anchor="t" anchorCtr="0">
            <a:spAutoFit/>
          </a:bodyPr>
          <a:lstStyle>
            <a:lvl1pPr algn="r">
              <a:defRPr sz="2000" b="0">
                <a:solidFill>
                  <a:schemeClr val="tx1"/>
                </a:solidFill>
              </a:defRPr>
            </a:lvl1pPr>
          </a:lstStyle>
          <a:p>
            <a:pPr lvl="0"/>
            <a:r>
              <a:rPr lang="en-US"/>
              <a:t>01</a:t>
            </a:r>
          </a:p>
        </p:txBody>
      </p:sp>
      <p:sp>
        <p:nvSpPr>
          <p:cNvPr id="25" name="Text Placeholder 4">
            <a:extLst>
              <a:ext uri="{FF2B5EF4-FFF2-40B4-BE49-F238E27FC236}">
                <a16:creationId xmlns:a16="http://schemas.microsoft.com/office/drawing/2014/main" id="{29A1CE94-599A-5146-9EFB-9AEECE436784}"/>
              </a:ext>
            </a:extLst>
          </p:cNvPr>
          <p:cNvSpPr>
            <a:spLocks noGrp="1"/>
          </p:cNvSpPr>
          <p:nvPr>
            <p:ph type="body" sz="quarter" idx="11" hasCustomPrompt="1"/>
          </p:nvPr>
        </p:nvSpPr>
        <p:spPr>
          <a:xfrm>
            <a:off x="4324216" y="2214485"/>
            <a:ext cx="498928" cy="321627"/>
          </a:xfrm>
          <a:prstGeom prst="rect">
            <a:avLst/>
          </a:prstGeom>
        </p:spPr>
        <p:txBody>
          <a:bodyPr wrap="square" anchor="t" anchorCtr="0">
            <a:spAutoFit/>
          </a:bodyPr>
          <a:lstStyle>
            <a:lvl1pPr algn="r">
              <a:defRPr sz="2000" b="0">
                <a:solidFill>
                  <a:schemeClr val="tx1"/>
                </a:solidFill>
              </a:defRPr>
            </a:lvl1pPr>
          </a:lstStyle>
          <a:p>
            <a:pPr lvl="0"/>
            <a:r>
              <a:rPr lang="en-US"/>
              <a:t>02</a:t>
            </a:r>
          </a:p>
        </p:txBody>
      </p:sp>
      <p:sp>
        <p:nvSpPr>
          <p:cNvPr id="26" name="Text Placeholder 4">
            <a:extLst>
              <a:ext uri="{FF2B5EF4-FFF2-40B4-BE49-F238E27FC236}">
                <a16:creationId xmlns:a16="http://schemas.microsoft.com/office/drawing/2014/main" id="{B0E828E5-70FD-D449-B964-390D8366EA4E}"/>
              </a:ext>
            </a:extLst>
          </p:cNvPr>
          <p:cNvSpPr>
            <a:spLocks noGrp="1"/>
          </p:cNvSpPr>
          <p:nvPr>
            <p:ph type="body" sz="quarter" idx="12" hasCustomPrompt="1"/>
          </p:nvPr>
        </p:nvSpPr>
        <p:spPr>
          <a:xfrm>
            <a:off x="4324216" y="2897391"/>
            <a:ext cx="498928" cy="321627"/>
          </a:xfrm>
          <a:prstGeom prst="rect">
            <a:avLst/>
          </a:prstGeom>
        </p:spPr>
        <p:txBody>
          <a:bodyPr wrap="square" anchor="t" anchorCtr="0">
            <a:spAutoFit/>
          </a:bodyPr>
          <a:lstStyle>
            <a:lvl1pPr algn="r">
              <a:defRPr sz="2000" b="0">
                <a:solidFill>
                  <a:schemeClr val="tx1"/>
                </a:solidFill>
              </a:defRPr>
            </a:lvl1pPr>
          </a:lstStyle>
          <a:p>
            <a:pPr lvl="0"/>
            <a:r>
              <a:rPr lang="en-US"/>
              <a:t>03</a:t>
            </a:r>
          </a:p>
        </p:txBody>
      </p:sp>
      <p:sp>
        <p:nvSpPr>
          <p:cNvPr id="27" name="Text Placeholder 4">
            <a:extLst>
              <a:ext uri="{FF2B5EF4-FFF2-40B4-BE49-F238E27FC236}">
                <a16:creationId xmlns:a16="http://schemas.microsoft.com/office/drawing/2014/main" id="{23D1ADF7-7F17-9F4A-A000-26CFD756A34B}"/>
              </a:ext>
            </a:extLst>
          </p:cNvPr>
          <p:cNvSpPr>
            <a:spLocks noGrp="1"/>
          </p:cNvSpPr>
          <p:nvPr>
            <p:ph type="body" sz="quarter" idx="13" hasCustomPrompt="1"/>
          </p:nvPr>
        </p:nvSpPr>
        <p:spPr>
          <a:xfrm>
            <a:off x="4324216" y="3590458"/>
            <a:ext cx="498928" cy="321627"/>
          </a:xfrm>
          <a:prstGeom prst="rect">
            <a:avLst/>
          </a:prstGeom>
        </p:spPr>
        <p:txBody>
          <a:bodyPr wrap="square" anchor="t" anchorCtr="0">
            <a:spAutoFit/>
          </a:bodyPr>
          <a:lstStyle>
            <a:lvl1pPr algn="r">
              <a:defRPr sz="2000" b="0">
                <a:solidFill>
                  <a:schemeClr val="tx1"/>
                </a:solidFill>
              </a:defRPr>
            </a:lvl1pPr>
          </a:lstStyle>
          <a:p>
            <a:pPr lvl="0"/>
            <a:r>
              <a:rPr lang="en-US"/>
              <a:t>04</a:t>
            </a:r>
          </a:p>
        </p:txBody>
      </p:sp>
      <p:sp>
        <p:nvSpPr>
          <p:cNvPr id="28" name="Text Placeholder 4">
            <a:extLst>
              <a:ext uri="{FF2B5EF4-FFF2-40B4-BE49-F238E27FC236}">
                <a16:creationId xmlns:a16="http://schemas.microsoft.com/office/drawing/2014/main" id="{C8974FB4-0DC4-9A48-849B-3445C17323D8}"/>
              </a:ext>
            </a:extLst>
          </p:cNvPr>
          <p:cNvSpPr>
            <a:spLocks noGrp="1"/>
          </p:cNvSpPr>
          <p:nvPr>
            <p:ph type="body" sz="quarter" idx="14" hasCustomPrompt="1"/>
          </p:nvPr>
        </p:nvSpPr>
        <p:spPr>
          <a:xfrm>
            <a:off x="4324216" y="4273364"/>
            <a:ext cx="498928" cy="321627"/>
          </a:xfrm>
          <a:prstGeom prst="rect">
            <a:avLst/>
          </a:prstGeom>
        </p:spPr>
        <p:txBody>
          <a:bodyPr wrap="square" anchor="t" anchorCtr="0">
            <a:spAutoFit/>
          </a:bodyPr>
          <a:lstStyle>
            <a:lvl1pPr algn="r">
              <a:defRPr sz="2000" b="0">
                <a:solidFill>
                  <a:schemeClr val="tx1"/>
                </a:solidFill>
              </a:defRPr>
            </a:lvl1pPr>
          </a:lstStyle>
          <a:p>
            <a:pPr lvl="0"/>
            <a:r>
              <a:rPr lang="en-US"/>
              <a:t>05</a:t>
            </a:r>
          </a:p>
        </p:txBody>
      </p:sp>
      <p:sp>
        <p:nvSpPr>
          <p:cNvPr id="29" name="Text Placeholder 4">
            <a:extLst>
              <a:ext uri="{FF2B5EF4-FFF2-40B4-BE49-F238E27FC236}">
                <a16:creationId xmlns:a16="http://schemas.microsoft.com/office/drawing/2014/main" id="{3B70AEBB-A750-864B-B6BD-21B4D0EFE2A7}"/>
              </a:ext>
            </a:extLst>
          </p:cNvPr>
          <p:cNvSpPr>
            <a:spLocks noGrp="1"/>
          </p:cNvSpPr>
          <p:nvPr>
            <p:ph type="body" sz="quarter" idx="15" hasCustomPrompt="1"/>
          </p:nvPr>
        </p:nvSpPr>
        <p:spPr>
          <a:xfrm>
            <a:off x="4324216" y="4956271"/>
            <a:ext cx="498928" cy="321627"/>
          </a:xfrm>
          <a:prstGeom prst="rect">
            <a:avLst/>
          </a:prstGeom>
        </p:spPr>
        <p:txBody>
          <a:bodyPr wrap="square" anchor="t" anchorCtr="0">
            <a:spAutoFit/>
          </a:bodyPr>
          <a:lstStyle>
            <a:lvl1pPr algn="r">
              <a:defRPr sz="2000" b="0">
                <a:solidFill>
                  <a:schemeClr val="tx1"/>
                </a:solidFill>
              </a:defRPr>
            </a:lvl1pPr>
          </a:lstStyle>
          <a:p>
            <a:pPr lvl="0"/>
            <a:r>
              <a:rPr lang="en-US"/>
              <a:t>06</a:t>
            </a:r>
          </a:p>
        </p:txBody>
      </p:sp>
      <p:sp>
        <p:nvSpPr>
          <p:cNvPr id="30" name="Text Placeholder 4">
            <a:extLst>
              <a:ext uri="{FF2B5EF4-FFF2-40B4-BE49-F238E27FC236}">
                <a16:creationId xmlns:a16="http://schemas.microsoft.com/office/drawing/2014/main" id="{B6A80AC0-F1D6-7541-A91C-C279FD194827}"/>
              </a:ext>
            </a:extLst>
          </p:cNvPr>
          <p:cNvSpPr>
            <a:spLocks noGrp="1"/>
          </p:cNvSpPr>
          <p:nvPr>
            <p:ph type="body" sz="quarter" idx="16" hasCustomPrompt="1"/>
          </p:nvPr>
        </p:nvSpPr>
        <p:spPr>
          <a:xfrm>
            <a:off x="5056507" y="1521418"/>
            <a:ext cx="4554537" cy="321627"/>
          </a:xfrm>
          <a:prstGeom prst="rect">
            <a:avLst/>
          </a:prstGeom>
        </p:spPr>
        <p:txBody>
          <a:bodyPr wrap="square" anchor="t" anchorCtr="0">
            <a:spAutoFit/>
          </a:bodyPr>
          <a:lstStyle>
            <a:lvl1pPr>
              <a:defRPr sz="2000" b="0">
                <a:solidFill>
                  <a:schemeClr val="tx1"/>
                </a:solidFill>
              </a:defRPr>
            </a:lvl1pPr>
          </a:lstStyle>
          <a:p>
            <a:pPr lvl="0"/>
            <a:r>
              <a:rPr lang="en-US"/>
              <a:t>Section header here</a:t>
            </a:r>
          </a:p>
        </p:txBody>
      </p:sp>
      <p:sp>
        <p:nvSpPr>
          <p:cNvPr id="31" name="Text Placeholder 4">
            <a:extLst>
              <a:ext uri="{FF2B5EF4-FFF2-40B4-BE49-F238E27FC236}">
                <a16:creationId xmlns:a16="http://schemas.microsoft.com/office/drawing/2014/main" id="{48BEB51A-F18F-5749-809D-EC078A513A09}"/>
              </a:ext>
            </a:extLst>
          </p:cNvPr>
          <p:cNvSpPr>
            <a:spLocks noGrp="1"/>
          </p:cNvSpPr>
          <p:nvPr>
            <p:ph type="body" sz="quarter" idx="17" hasCustomPrompt="1"/>
          </p:nvPr>
        </p:nvSpPr>
        <p:spPr>
          <a:xfrm>
            <a:off x="5056507" y="2214485"/>
            <a:ext cx="4554537" cy="321627"/>
          </a:xfrm>
          <a:prstGeom prst="rect">
            <a:avLst/>
          </a:prstGeom>
        </p:spPr>
        <p:txBody>
          <a:bodyPr wrap="square" anchor="t" anchorCtr="0">
            <a:spAutoFit/>
          </a:bodyPr>
          <a:lstStyle>
            <a:lvl1pPr>
              <a:defRPr sz="2000" b="0">
                <a:solidFill>
                  <a:schemeClr val="tx1"/>
                </a:solidFill>
              </a:defRPr>
            </a:lvl1pPr>
          </a:lstStyle>
          <a:p>
            <a:pPr lvl="0"/>
            <a:r>
              <a:rPr lang="en-US"/>
              <a:t>Section header here</a:t>
            </a:r>
          </a:p>
        </p:txBody>
      </p:sp>
      <p:sp>
        <p:nvSpPr>
          <p:cNvPr id="32" name="Text Placeholder 4">
            <a:extLst>
              <a:ext uri="{FF2B5EF4-FFF2-40B4-BE49-F238E27FC236}">
                <a16:creationId xmlns:a16="http://schemas.microsoft.com/office/drawing/2014/main" id="{C6735154-D863-074C-BEF0-25E8F0836038}"/>
              </a:ext>
            </a:extLst>
          </p:cNvPr>
          <p:cNvSpPr>
            <a:spLocks noGrp="1"/>
          </p:cNvSpPr>
          <p:nvPr>
            <p:ph type="body" sz="quarter" idx="18" hasCustomPrompt="1"/>
          </p:nvPr>
        </p:nvSpPr>
        <p:spPr>
          <a:xfrm>
            <a:off x="5056507" y="2897391"/>
            <a:ext cx="4554537" cy="321627"/>
          </a:xfrm>
          <a:prstGeom prst="rect">
            <a:avLst/>
          </a:prstGeom>
        </p:spPr>
        <p:txBody>
          <a:bodyPr wrap="square" anchor="t" anchorCtr="0">
            <a:spAutoFit/>
          </a:bodyPr>
          <a:lstStyle>
            <a:lvl1pPr>
              <a:defRPr sz="2000" b="0">
                <a:solidFill>
                  <a:schemeClr val="tx1"/>
                </a:solidFill>
              </a:defRPr>
            </a:lvl1pPr>
          </a:lstStyle>
          <a:p>
            <a:pPr lvl="0"/>
            <a:r>
              <a:rPr lang="en-US"/>
              <a:t>Section header here</a:t>
            </a:r>
          </a:p>
        </p:txBody>
      </p:sp>
      <p:sp>
        <p:nvSpPr>
          <p:cNvPr id="33" name="Text Placeholder 4">
            <a:extLst>
              <a:ext uri="{FF2B5EF4-FFF2-40B4-BE49-F238E27FC236}">
                <a16:creationId xmlns:a16="http://schemas.microsoft.com/office/drawing/2014/main" id="{C373B72A-00B1-9E4F-BC7F-202B2AC57FCC}"/>
              </a:ext>
            </a:extLst>
          </p:cNvPr>
          <p:cNvSpPr>
            <a:spLocks noGrp="1"/>
          </p:cNvSpPr>
          <p:nvPr>
            <p:ph type="body" sz="quarter" idx="19" hasCustomPrompt="1"/>
          </p:nvPr>
        </p:nvSpPr>
        <p:spPr>
          <a:xfrm>
            <a:off x="5056507" y="3590458"/>
            <a:ext cx="4554537" cy="321627"/>
          </a:xfrm>
          <a:prstGeom prst="rect">
            <a:avLst/>
          </a:prstGeom>
        </p:spPr>
        <p:txBody>
          <a:bodyPr wrap="square" anchor="t" anchorCtr="0">
            <a:spAutoFit/>
          </a:bodyPr>
          <a:lstStyle>
            <a:lvl1pPr>
              <a:defRPr sz="2000" b="0">
                <a:solidFill>
                  <a:schemeClr val="tx1"/>
                </a:solidFill>
              </a:defRPr>
            </a:lvl1pPr>
          </a:lstStyle>
          <a:p>
            <a:pPr lvl="0"/>
            <a:r>
              <a:rPr lang="en-US"/>
              <a:t>Section header here</a:t>
            </a:r>
          </a:p>
        </p:txBody>
      </p:sp>
      <p:sp>
        <p:nvSpPr>
          <p:cNvPr id="34" name="Text Placeholder 4">
            <a:extLst>
              <a:ext uri="{FF2B5EF4-FFF2-40B4-BE49-F238E27FC236}">
                <a16:creationId xmlns:a16="http://schemas.microsoft.com/office/drawing/2014/main" id="{A584DDAC-74C3-8649-AA09-BE37E59266EB}"/>
              </a:ext>
            </a:extLst>
          </p:cNvPr>
          <p:cNvSpPr>
            <a:spLocks noGrp="1"/>
          </p:cNvSpPr>
          <p:nvPr>
            <p:ph type="body" sz="quarter" idx="20" hasCustomPrompt="1"/>
          </p:nvPr>
        </p:nvSpPr>
        <p:spPr>
          <a:xfrm>
            <a:off x="5056507" y="4273364"/>
            <a:ext cx="4554537" cy="321627"/>
          </a:xfrm>
          <a:prstGeom prst="rect">
            <a:avLst/>
          </a:prstGeom>
        </p:spPr>
        <p:txBody>
          <a:bodyPr wrap="square" anchor="t" anchorCtr="0">
            <a:spAutoFit/>
          </a:bodyPr>
          <a:lstStyle>
            <a:lvl1pPr>
              <a:defRPr sz="2000" b="0">
                <a:solidFill>
                  <a:schemeClr val="tx1"/>
                </a:solidFill>
              </a:defRPr>
            </a:lvl1pPr>
          </a:lstStyle>
          <a:p>
            <a:pPr lvl="0"/>
            <a:r>
              <a:rPr lang="en-US"/>
              <a:t>Section header here</a:t>
            </a:r>
          </a:p>
        </p:txBody>
      </p:sp>
      <p:sp>
        <p:nvSpPr>
          <p:cNvPr id="35" name="Text Placeholder 4">
            <a:extLst>
              <a:ext uri="{FF2B5EF4-FFF2-40B4-BE49-F238E27FC236}">
                <a16:creationId xmlns:a16="http://schemas.microsoft.com/office/drawing/2014/main" id="{4BE98457-B105-874C-9706-66BA69C1AFC7}"/>
              </a:ext>
            </a:extLst>
          </p:cNvPr>
          <p:cNvSpPr>
            <a:spLocks noGrp="1"/>
          </p:cNvSpPr>
          <p:nvPr>
            <p:ph type="body" sz="quarter" idx="21" hasCustomPrompt="1"/>
          </p:nvPr>
        </p:nvSpPr>
        <p:spPr>
          <a:xfrm>
            <a:off x="5056507" y="4956271"/>
            <a:ext cx="4554537" cy="321627"/>
          </a:xfrm>
          <a:prstGeom prst="rect">
            <a:avLst/>
          </a:prstGeom>
        </p:spPr>
        <p:txBody>
          <a:bodyPr wrap="square" anchor="t" anchorCtr="0">
            <a:spAutoFit/>
          </a:bodyPr>
          <a:lstStyle>
            <a:lvl1pPr>
              <a:defRPr sz="2000" b="0">
                <a:solidFill>
                  <a:schemeClr val="tx1"/>
                </a:solidFill>
              </a:defRPr>
            </a:lvl1pPr>
          </a:lstStyle>
          <a:p>
            <a:pPr lvl="0"/>
            <a:r>
              <a:rPr lang="en-US"/>
              <a:t>Section header here</a:t>
            </a:r>
          </a:p>
        </p:txBody>
      </p:sp>
    </p:spTree>
    <p:extLst>
      <p:ext uri="{BB962C8B-B14F-4D97-AF65-F5344CB8AC3E}">
        <p14:creationId xmlns:p14="http://schemas.microsoft.com/office/powerpoint/2010/main" val="2728875420"/>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tents-Dark">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A51F759-2C51-4E26-B317-26DFEBAE952C}"/>
              </a:ext>
            </a:extLst>
          </p:cNvPr>
          <p:cNvSpPr/>
          <p:nvPr userDrawn="1"/>
        </p:nvSpPr>
        <p:spPr bwMode="auto">
          <a:xfrm>
            <a:off x="0" y="0"/>
            <a:ext cx="12192000" cy="6858000"/>
          </a:xfrm>
          <a:prstGeom prst="rect">
            <a:avLst/>
          </a:prstGeom>
          <a:solidFill>
            <a:schemeClr val="tx1"/>
          </a:solidFill>
          <a:ln>
            <a:noFill/>
          </a:ln>
          <a:effectLst/>
        </p:spPr>
        <p:txBody>
          <a:bodyPr wrap="none" rtlCol="0" anchor="ctr"/>
          <a:lstStyle/>
          <a:p>
            <a:pPr algn="ctr"/>
            <a:endParaRPr lang="en-US" sz="2400">
              <a:solidFill>
                <a:schemeClr val="bg1"/>
              </a:solidFill>
              <a:latin typeface="Calibri Light" panose="020F0302020204030204" pitchFamily="34" charset="0"/>
              <a:ea typeface="Human Sans ExtraLight" charset="0"/>
              <a:cs typeface="Human Sans ExtraLight" charset="0"/>
            </a:endParaRPr>
          </a:p>
        </p:txBody>
      </p:sp>
      <p:pic>
        <p:nvPicPr>
          <p:cNvPr id="10" name="Graphic 9">
            <a:extLst>
              <a:ext uri="{FF2B5EF4-FFF2-40B4-BE49-F238E27FC236}">
                <a16:creationId xmlns:a16="http://schemas.microsoft.com/office/drawing/2014/main" id="{7F2C7208-C4AB-4962-96F0-F897DFFC37C9}"/>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57201" y="6438901"/>
            <a:ext cx="540540" cy="190499"/>
          </a:xfrm>
          <a:prstGeom prst="rect">
            <a:avLst/>
          </a:prstGeom>
        </p:spPr>
      </p:pic>
      <p:sp>
        <p:nvSpPr>
          <p:cNvPr id="2" name="Title 2">
            <a:extLst>
              <a:ext uri="{FF2B5EF4-FFF2-40B4-BE49-F238E27FC236}">
                <a16:creationId xmlns:a16="http://schemas.microsoft.com/office/drawing/2014/main" id="{37B4F039-C58D-468E-394C-C92CD517A82F}"/>
              </a:ext>
            </a:extLst>
          </p:cNvPr>
          <p:cNvSpPr>
            <a:spLocks noGrp="1"/>
          </p:cNvSpPr>
          <p:nvPr>
            <p:ph type="title" hasCustomPrompt="1"/>
          </p:nvPr>
        </p:nvSpPr>
        <p:spPr>
          <a:xfrm>
            <a:off x="467140" y="1191039"/>
            <a:ext cx="3024846" cy="923330"/>
          </a:xfrm>
        </p:spPr>
        <p:txBody>
          <a:bodyPr vert="horz" wrap="square" lIns="0" tIns="0" rIns="0" bIns="0" rtlCol="0" anchor="t">
            <a:spAutoFit/>
          </a:bodyPr>
          <a:lstStyle>
            <a:lvl1pPr>
              <a:defRPr lang="en-US" sz="6000" b="1" i="0" kern="1200" spc="0">
                <a:gradFill>
                  <a:gsLst>
                    <a:gs pos="50000">
                      <a:schemeClr val="accent2"/>
                    </a:gs>
                    <a:gs pos="70000">
                      <a:schemeClr val="accent5"/>
                    </a:gs>
                    <a:gs pos="100000">
                      <a:schemeClr val="accent4"/>
                    </a:gs>
                  </a:gsLst>
                  <a:lin ang="1200000" scaled="0"/>
                </a:gradFill>
                <a:effectLst/>
                <a:latin typeface="Calibri" panose="020F0502020204030204" pitchFamily="34" charset="0"/>
                <a:ea typeface="Calibri" panose="020F0502020204030204" pitchFamily="34" charset="0"/>
                <a:cs typeface="Calibri" panose="020F0502020204030204" pitchFamily="34" charset="0"/>
              </a:defRPr>
            </a:lvl1pPr>
          </a:lstStyle>
          <a:p>
            <a:pPr lvl="0" algn="l" defTabSz="914400" rtl="0" eaLnBrk="1" latinLnBrk="0" hangingPunct="1">
              <a:lnSpc>
                <a:spcPct val="100000"/>
              </a:lnSpc>
              <a:spcBef>
                <a:spcPct val="0"/>
              </a:spcBef>
              <a:buNone/>
            </a:pPr>
            <a:r>
              <a:rPr lang="en-US"/>
              <a:t>Contents</a:t>
            </a:r>
          </a:p>
        </p:txBody>
      </p:sp>
      <p:sp>
        <p:nvSpPr>
          <p:cNvPr id="7" name="Text Placeholder 4">
            <a:extLst>
              <a:ext uri="{FF2B5EF4-FFF2-40B4-BE49-F238E27FC236}">
                <a16:creationId xmlns:a16="http://schemas.microsoft.com/office/drawing/2014/main" id="{EEBDF361-F375-D313-8D06-BDA2782784FE}"/>
              </a:ext>
            </a:extLst>
          </p:cNvPr>
          <p:cNvSpPr>
            <a:spLocks noGrp="1"/>
          </p:cNvSpPr>
          <p:nvPr>
            <p:ph type="body" sz="quarter" idx="10" hasCustomPrompt="1"/>
          </p:nvPr>
        </p:nvSpPr>
        <p:spPr>
          <a:xfrm>
            <a:off x="4324216" y="1521418"/>
            <a:ext cx="498928" cy="321627"/>
          </a:xfrm>
          <a:prstGeom prst="rect">
            <a:avLst/>
          </a:prstGeom>
        </p:spPr>
        <p:txBody>
          <a:bodyPr wrap="square" anchor="t" anchorCtr="0">
            <a:spAutoFit/>
          </a:bodyPr>
          <a:lstStyle>
            <a:lvl1pPr algn="r">
              <a:defRPr sz="2000" b="0">
                <a:solidFill>
                  <a:schemeClr val="bg1"/>
                </a:solidFill>
              </a:defRPr>
            </a:lvl1pPr>
          </a:lstStyle>
          <a:p>
            <a:pPr lvl="0"/>
            <a:r>
              <a:rPr lang="en-US"/>
              <a:t>01</a:t>
            </a:r>
          </a:p>
        </p:txBody>
      </p:sp>
      <p:sp>
        <p:nvSpPr>
          <p:cNvPr id="8" name="Text Placeholder 4">
            <a:extLst>
              <a:ext uri="{FF2B5EF4-FFF2-40B4-BE49-F238E27FC236}">
                <a16:creationId xmlns:a16="http://schemas.microsoft.com/office/drawing/2014/main" id="{BBC6E842-5D88-CC5C-F1DA-808D61BEE757}"/>
              </a:ext>
            </a:extLst>
          </p:cNvPr>
          <p:cNvSpPr>
            <a:spLocks noGrp="1"/>
          </p:cNvSpPr>
          <p:nvPr>
            <p:ph type="body" sz="quarter" idx="11" hasCustomPrompt="1"/>
          </p:nvPr>
        </p:nvSpPr>
        <p:spPr>
          <a:xfrm>
            <a:off x="4324216" y="2214485"/>
            <a:ext cx="498928" cy="321627"/>
          </a:xfrm>
          <a:prstGeom prst="rect">
            <a:avLst/>
          </a:prstGeom>
        </p:spPr>
        <p:txBody>
          <a:bodyPr wrap="square" anchor="t" anchorCtr="0">
            <a:spAutoFit/>
          </a:bodyPr>
          <a:lstStyle>
            <a:lvl1pPr algn="r">
              <a:defRPr sz="2000" b="0">
                <a:solidFill>
                  <a:schemeClr val="bg1"/>
                </a:solidFill>
              </a:defRPr>
            </a:lvl1pPr>
          </a:lstStyle>
          <a:p>
            <a:pPr lvl="0"/>
            <a:r>
              <a:rPr lang="en-US"/>
              <a:t>02</a:t>
            </a:r>
          </a:p>
        </p:txBody>
      </p:sp>
      <p:sp>
        <p:nvSpPr>
          <p:cNvPr id="11" name="Text Placeholder 4">
            <a:extLst>
              <a:ext uri="{FF2B5EF4-FFF2-40B4-BE49-F238E27FC236}">
                <a16:creationId xmlns:a16="http://schemas.microsoft.com/office/drawing/2014/main" id="{CD37A923-9C8E-6CA3-1F51-1680DBD25361}"/>
              </a:ext>
            </a:extLst>
          </p:cNvPr>
          <p:cNvSpPr>
            <a:spLocks noGrp="1"/>
          </p:cNvSpPr>
          <p:nvPr>
            <p:ph type="body" sz="quarter" idx="12" hasCustomPrompt="1"/>
          </p:nvPr>
        </p:nvSpPr>
        <p:spPr>
          <a:xfrm>
            <a:off x="4324216" y="2897391"/>
            <a:ext cx="498928" cy="321627"/>
          </a:xfrm>
          <a:prstGeom prst="rect">
            <a:avLst/>
          </a:prstGeom>
        </p:spPr>
        <p:txBody>
          <a:bodyPr wrap="square" anchor="t" anchorCtr="0">
            <a:spAutoFit/>
          </a:bodyPr>
          <a:lstStyle>
            <a:lvl1pPr algn="r">
              <a:defRPr sz="2000" b="0">
                <a:solidFill>
                  <a:schemeClr val="bg1"/>
                </a:solidFill>
              </a:defRPr>
            </a:lvl1pPr>
          </a:lstStyle>
          <a:p>
            <a:pPr lvl="0"/>
            <a:r>
              <a:rPr lang="en-US"/>
              <a:t>03</a:t>
            </a:r>
          </a:p>
        </p:txBody>
      </p:sp>
      <p:sp>
        <p:nvSpPr>
          <p:cNvPr id="12" name="Text Placeholder 4">
            <a:extLst>
              <a:ext uri="{FF2B5EF4-FFF2-40B4-BE49-F238E27FC236}">
                <a16:creationId xmlns:a16="http://schemas.microsoft.com/office/drawing/2014/main" id="{3DB5EB1A-8556-A82E-AC69-301BA431D9AC}"/>
              </a:ext>
            </a:extLst>
          </p:cNvPr>
          <p:cNvSpPr>
            <a:spLocks noGrp="1"/>
          </p:cNvSpPr>
          <p:nvPr>
            <p:ph type="body" sz="quarter" idx="13" hasCustomPrompt="1"/>
          </p:nvPr>
        </p:nvSpPr>
        <p:spPr>
          <a:xfrm>
            <a:off x="4324216" y="3590458"/>
            <a:ext cx="498928" cy="321627"/>
          </a:xfrm>
          <a:prstGeom prst="rect">
            <a:avLst/>
          </a:prstGeom>
        </p:spPr>
        <p:txBody>
          <a:bodyPr wrap="square" anchor="t" anchorCtr="0">
            <a:spAutoFit/>
          </a:bodyPr>
          <a:lstStyle>
            <a:lvl1pPr algn="r">
              <a:defRPr sz="2000" b="0">
                <a:solidFill>
                  <a:schemeClr val="bg1"/>
                </a:solidFill>
              </a:defRPr>
            </a:lvl1pPr>
          </a:lstStyle>
          <a:p>
            <a:pPr lvl="0"/>
            <a:r>
              <a:rPr lang="en-US"/>
              <a:t>04</a:t>
            </a:r>
          </a:p>
        </p:txBody>
      </p:sp>
      <p:sp>
        <p:nvSpPr>
          <p:cNvPr id="24" name="Text Placeholder 4">
            <a:extLst>
              <a:ext uri="{FF2B5EF4-FFF2-40B4-BE49-F238E27FC236}">
                <a16:creationId xmlns:a16="http://schemas.microsoft.com/office/drawing/2014/main" id="{11E3B50A-6363-7824-DFC1-3035609DF678}"/>
              </a:ext>
            </a:extLst>
          </p:cNvPr>
          <p:cNvSpPr>
            <a:spLocks noGrp="1"/>
          </p:cNvSpPr>
          <p:nvPr>
            <p:ph type="body" sz="quarter" idx="14" hasCustomPrompt="1"/>
          </p:nvPr>
        </p:nvSpPr>
        <p:spPr>
          <a:xfrm>
            <a:off x="4324216" y="4273364"/>
            <a:ext cx="498928" cy="321627"/>
          </a:xfrm>
          <a:prstGeom prst="rect">
            <a:avLst/>
          </a:prstGeom>
        </p:spPr>
        <p:txBody>
          <a:bodyPr wrap="square" anchor="t" anchorCtr="0">
            <a:spAutoFit/>
          </a:bodyPr>
          <a:lstStyle>
            <a:lvl1pPr algn="r">
              <a:defRPr sz="2000" b="0">
                <a:solidFill>
                  <a:schemeClr val="bg1"/>
                </a:solidFill>
              </a:defRPr>
            </a:lvl1pPr>
          </a:lstStyle>
          <a:p>
            <a:pPr lvl="0"/>
            <a:r>
              <a:rPr lang="en-US"/>
              <a:t>05</a:t>
            </a:r>
          </a:p>
        </p:txBody>
      </p:sp>
      <p:sp>
        <p:nvSpPr>
          <p:cNvPr id="27" name="Text Placeholder 4">
            <a:extLst>
              <a:ext uri="{FF2B5EF4-FFF2-40B4-BE49-F238E27FC236}">
                <a16:creationId xmlns:a16="http://schemas.microsoft.com/office/drawing/2014/main" id="{13E6F179-1003-654A-7321-F8FE6D12AC32}"/>
              </a:ext>
            </a:extLst>
          </p:cNvPr>
          <p:cNvSpPr>
            <a:spLocks noGrp="1"/>
          </p:cNvSpPr>
          <p:nvPr>
            <p:ph type="body" sz="quarter" idx="15" hasCustomPrompt="1"/>
          </p:nvPr>
        </p:nvSpPr>
        <p:spPr>
          <a:xfrm>
            <a:off x="4324216" y="4956271"/>
            <a:ext cx="498928" cy="321627"/>
          </a:xfrm>
          <a:prstGeom prst="rect">
            <a:avLst/>
          </a:prstGeom>
        </p:spPr>
        <p:txBody>
          <a:bodyPr wrap="square" anchor="t" anchorCtr="0">
            <a:spAutoFit/>
          </a:bodyPr>
          <a:lstStyle>
            <a:lvl1pPr algn="r">
              <a:defRPr sz="2000" b="0">
                <a:solidFill>
                  <a:schemeClr val="bg1"/>
                </a:solidFill>
              </a:defRPr>
            </a:lvl1pPr>
          </a:lstStyle>
          <a:p>
            <a:pPr lvl="0"/>
            <a:r>
              <a:rPr lang="en-US"/>
              <a:t>06</a:t>
            </a:r>
          </a:p>
        </p:txBody>
      </p:sp>
      <p:sp>
        <p:nvSpPr>
          <p:cNvPr id="28" name="Text Placeholder 4">
            <a:extLst>
              <a:ext uri="{FF2B5EF4-FFF2-40B4-BE49-F238E27FC236}">
                <a16:creationId xmlns:a16="http://schemas.microsoft.com/office/drawing/2014/main" id="{9A7166E3-13D7-44C2-45BA-F8800FCD1D93}"/>
              </a:ext>
            </a:extLst>
          </p:cNvPr>
          <p:cNvSpPr>
            <a:spLocks noGrp="1"/>
          </p:cNvSpPr>
          <p:nvPr>
            <p:ph type="body" sz="quarter" idx="16" hasCustomPrompt="1"/>
          </p:nvPr>
        </p:nvSpPr>
        <p:spPr>
          <a:xfrm>
            <a:off x="5056507" y="1521418"/>
            <a:ext cx="4554537" cy="321627"/>
          </a:xfrm>
          <a:prstGeom prst="rect">
            <a:avLst/>
          </a:prstGeom>
        </p:spPr>
        <p:txBody>
          <a:bodyPr wrap="square" anchor="t" anchorCtr="0">
            <a:spAutoFit/>
          </a:bodyPr>
          <a:lstStyle>
            <a:lvl1pPr>
              <a:defRPr sz="2000" b="0">
                <a:solidFill>
                  <a:schemeClr val="bg1"/>
                </a:solidFill>
              </a:defRPr>
            </a:lvl1pPr>
          </a:lstStyle>
          <a:p>
            <a:pPr lvl="0"/>
            <a:r>
              <a:rPr lang="en-US"/>
              <a:t>Section header here</a:t>
            </a:r>
          </a:p>
        </p:txBody>
      </p:sp>
      <p:sp>
        <p:nvSpPr>
          <p:cNvPr id="29" name="Text Placeholder 4">
            <a:extLst>
              <a:ext uri="{FF2B5EF4-FFF2-40B4-BE49-F238E27FC236}">
                <a16:creationId xmlns:a16="http://schemas.microsoft.com/office/drawing/2014/main" id="{342EBD53-BF92-55A6-E85A-50AD5A80A5B1}"/>
              </a:ext>
            </a:extLst>
          </p:cNvPr>
          <p:cNvSpPr>
            <a:spLocks noGrp="1"/>
          </p:cNvSpPr>
          <p:nvPr>
            <p:ph type="body" sz="quarter" idx="17" hasCustomPrompt="1"/>
          </p:nvPr>
        </p:nvSpPr>
        <p:spPr>
          <a:xfrm>
            <a:off x="5056507" y="2214485"/>
            <a:ext cx="4554537" cy="321627"/>
          </a:xfrm>
          <a:prstGeom prst="rect">
            <a:avLst/>
          </a:prstGeom>
        </p:spPr>
        <p:txBody>
          <a:bodyPr wrap="square" anchor="t" anchorCtr="0">
            <a:spAutoFit/>
          </a:bodyPr>
          <a:lstStyle>
            <a:lvl1pPr>
              <a:defRPr sz="2000" b="0">
                <a:solidFill>
                  <a:schemeClr val="bg1"/>
                </a:solidFill>
              </a:defRPr>
            </a:lvl1pPr>
          </a:lstStyle>
          <a:p>
            <a:pPr lvl="0"/>
            <a:r>
              <a:rPr lang="en-US"/>
              <a:t>Section header here</a:t>
            </a:r>
          </a:p>
        </p:txBody>
      </p:sp>
      <p:sp>
        <p:nvSpPr>
          <p:cNvPr id="30" name="Text Placeholder 4">
            <a:extLst>
              <a:ext uri="{FF2B5EF4-FFF2-40B4-BE49-F238E27FC236}">
                <a16:creationId xmlns:a16="http://schemas.microsoft.com/office/drawing/2014/main" id="{41709A76-8AD3-E8A8-447B-E2C8D00A4A1D}"/>
              </a:ext>
            </a:extLst>
          </p:cNvPr>
          <p:cNvSpPr>
            <a:spLocks noGrp="1"/>
          </p:cNvSpPr>
          <p:nvPr>
            <p:ph type="body" sz="quarter" idx="18" hasCustomPrompt="1"/>
          </p:nvPr>
        </p:nvSpPr>
        <p:spPr>
          <a:xfrm>
            <a:off x="5056507" y="2897391"/>
            <a:ext cx="4554537" cy="321627"/>
          </a:xfrm>
          <a:prstGeom prst="rect">
            <a:avLst/>
          </a:prstGeom>
        </p:spPr>
        <p:txBody>
          <a:bodyPr wrap="square" anchor="t" anchorCtr="0">
            <a:spAutoFit/>
          </a:bodyPr>
          <a:lstStyle>
            <a:lvl1pPr>
              <a:defRPr sz="2000" b="0">
                <a:solidFill>
                  <a:schemeClr val="bg1"/>
                </a:solidFill>
              </a:defRPr>
            </a:lvl1pPr>
          </a:lstStyle>
          <a:p>
            <a:pPr lvl="0"/>
            <a:r>
              <a:rPr lang="en-US"/>
              <a:t>Section header here</a:t>
            </a:r>
          </a:p>
        </p:txBody>
      </p:sp>
      <p:sp>
        <p:nvSpPr>
          <p:cNvPr id="31" name="Text Placeholder 4">
            <a:extLst>
              <a:ext uri="{FF2B5EF4-FFF2-40B4-BE49-F238E27FC236}">
                <a16:creationId xmlns:a16="http://schemas.microsoft.com/office/drawing/2014/main" id="{FA4DA4A4-AEAC-105E-34C0-12EBA35F10E6}"/>
              </a:ext>
            </a:extLst>
          </p:cNvPr>
          <p:cNvSpPr>
            <a:spLocks noGrp="1"/>
          </p:cNvSpPr>
          <p:nvPr>
            <p:ph type="body" sz="quarter" idx="19" hasCustomPrompt="1"/>
          </p:nvPr>
        </p:nvSpPr>
        <p:spPr>
          <a:xfrm>
            <a:off x="5056507" y="3590458"/>
            <a:ext cx="4554537" cy="321627"/>
          </a:xfrm>
          <a:prstGeom prst="rect">
            <a:avLst/>
          </a:prstGeom>
        </p:spPr>
        <p:txBody>
          <a:bodyPr wrap="square" anchor="t" anchorCtr="0">
            <a:spAutoFit/>
          </a:bodyPr>
          <a:lstStyle>
            <a:lvl1pPr>
              <a:defRPr sz="2000" b="0">
                <a:solidFill>
                  <a:schemeClr val="bg1"/>
                </a:solidFill>
              </a:defRPr>
            </a:lvl1pPr>
          </a:lstStyle>
          <a:p>
            <a:pPr lvl="0"/>
            <a:r>
              <a:rPr lang="en-US"/>
              <a:t>Section header here</a:t>
            </a:r>
          </a:p>
        </p:txBody>
      </p:sp>
      <p:sp>
        <p:nvSpPr>
          <p:cNvPr id="32" name="Text Placeholder 4">
            <a:extLst>
              <a:ext uri="{FF2B5EF4-FFF2-40B4-BE49-F238E27FC236}">
                <a16:creationId xmlns:a16="http://schemas.microsoft.com/office/drawing/2014/main" id="{B6DD83F2-9BFD-E0B8-4706-D7200B45DE3C}"/>
              </a:ext>
            </a:extLst>
          </p:cNvPr>
          <p:cNvSpPr>
            <a:spLocks noGrp="1"/>
          </p:cNvSpPr>
          <p:nvPr>
            <p:ph type="body" sz="quarter" idx="20" hasCustomPrompt="1"/>
          </p:nvPr>
        </p:nvSpPr>
        <p:spPr>
          <a:xfrm>
            <a:off x="5056507" y="4273364"/>
            <a:ext cx="4554537" cy="321627"/>
          </a:xfrm>
          <a:prstGeom prst="rect">
            <a:avLst/>
          </a:prstGeom>
        </p:spPr>
        <p:txBody>
          <a:bodyPr wrap="square" anchor="t" anchorCtr="0">
            <a:spAutoFit/>
          </a:bodyPr>
          <a:lstStyle>
            <a:lvl1pPr>
              <a:defRPr sz="2000" b="0">
                <a:solidFill>
                  <a:schemeClr val="bg1"/>
                </a:solidFill>
              </a:defRPr>
            </a:lvl1pPr>
          </a:lstStyle>
          <a:p>
            <a:pPr lvl="0"/>
            <a:r>
              <a:rPr lang="en-US"/>
              <a:t>Section header here</a:t>
            </a:r>
          </a:p>
        </p:txBody>
      </p:sp>
      <p:sp>
        <p:nvSpPr>
          <p:cNvPr id="33" name="Text Placeholder 4">
            <a:extLst>
              <a:ext uri="{FF2B5EF4-FFF2-40B4-BE49-F238E27FC236}">
                <a16:creationId xmlns:a16="http://schemas.microsoft.com/office/drawing/2014/main" id="{0D94FEEB-2EA8-081B-0B69-F0ED7A8348AC}"/>
              </a:ext>
            </a:extLst>
          </p:cNvPr>
          <p:cNvSpPr>
            <a:spLocks noGrp="1"/>
          </p:cNvSpPr>
          <p:nvPr>
            <p:ph type="body" sz="quarter" idx="21" hasCustomPrompt="1"/>
          </p:nvPr>
        </p:nvSpPr>
        <p:spPr>
          <a:xfrm>
            <a:off x="5056507" y="4956271"/>
            <a:ext cx="4554537" cy="321627"/>
          </a:xfrm>
          <a:prstGeom prst="rect">
            <a:avLst/>
          </a:prstGeom>
        </p:spPr>
        <p:txBody>
          <a:bodyPr wrap="square" anchor="t" anchorCtr="0">
            <a:spAutoFit/>
          </a:bodyPr>
          <a:lstStyle>
            <a:lvl1pPr>
              <a:defRPr sz="2000" b="0">
                <a:solidFill>
                  <a:schemeClr val="bg1"/>
                </a:solidFill>
              </a:defRPr>
            </a:lvl1pPr>
          </a:lstStyle>
          <a:p>
            <a:pPr lvl="0"/>
            <a:r>
              <a:rPr lang="en-US"/>
              <a:t>Section header here</a:t>
            </a:r>
          </a:p>
        </p:txBody>
      </p:sp>
      <p:sp>
        <p:nvSpPr>
          <p:cNvPr id="3" name="TextBox 2">
            <a:extLst>
              <a:ext uri="{FF2B5EF4-FFF2-40B4-BE49-F238E27FC236}">
                <a16:creationId xmlns:a16="http://schemas.microsoft.com/office/drawing/2014/main" id="{A90CA163-9EEA-54E4-57D2-BFE989F6F9C9}"/>
              </a:ext>
            </a:extLst>
          </p:cNvPr>
          <p:cNvSpPr txBox="1"/>
          <p:nvPr userDrawn="1"/>
        </p:nvSpPr>
        <p:spPr>
          <a:xfrm>
            <a:off x="10048875" y="6406590"/>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bg1"/>
                </a:solidFill>
              </a:rPr>
              <a:t>EPAM Proprietary &amp; Confidential.</a:t>
            </a:r>
          </a:p>
        </p:txBody>
      </p:sp>
      <p:sp>
        <p:nvSpPr>
          <p:cNvPr id="5" name="Text Placeholder 3">
            <a:extLst>
              <a:ext uri="{FF2B5EF4-FFF2-40B4-BE49-F238E27FC236}">
                <a16:creationId xmlns:a16="http://schemas.microsoft.com/office/drawing/2014/main" id="{8A0B6ADF-5C55-9945-3F05-7FFC190F1FD0}"/>
              </a:ext>
            </a:extLst>
          </p:cNvPr>
          <p:cNvSpPr txBox="1"/>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smtClean="0">
                <a:solidFill>
                  <a:schemeClr val="bg1"/>
                </a:solidFill>
              </a:rPr>
              <a:pPr lvl="0"/>
              <a:t>‹#›</a:t>
            </a:fld>
            <a:endParaRPr lang="en-US" sz="1000">
              <a:solidFill>
                <a:schemeClr val="bg1"/>
              </a:solidFill>
            </a:endParaRPr>
          </a:p>
        </p:txBody>
      </p:sp>
    </p:spTree>
    <p:extLst>
      <p:ext uri="{BB962C8B-B14F-4D97-AF65-F5344CB8AC3E}">
        <p14:creationId xmlns:p14="http://schemas.microsoft.com/office/powerpoint/2010/main" val="2283510364"/>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2CC2842-970F-4D83-A7C9-C111F3E9E8F4}"/>
              </a:ext>
            </a:extLst>
          </p:cNvPr>
          <p:cNvSpPr>
            <a:spLocks noGrp="1"/>
          </p:cNvSpPr>
          <p:nvPr>
            <p:ph type="title" hasCustomPrompt="1"/>
          </p:nvPr>
        </p:nvSpPr>
        <p:spPr>
          <a:xfrm>
            <a:off x="467140" y="1191039"/>
            <a:ext cx="3024846" cy="923330"/>
          </a:xfrm>
        </p:spPr>
        <p:txBody>
          <a:bodyPr vert="horz" wrap="square" lIns="0" tIns="0" rIns="0" bIns="0" rtlCol="0" anchor="t">
            <a:spAutoFit/>
          </a:bodyPr>
          <a:lstStyle>
            <a:lvl1pPr>
              <a:defRPr lang="en-US" sz="6000" b="1" spc="0">
                <a:gradFill>
                  <a:gsLst>
                    <a:gs pos="50000">
                      <a:schemeClr val="accent2"/>
                    </a:gs>
                    <a:gs pos="70000">
                      <a:schemeClr val="accent5"/>
                    </a:gs>
                    <a:gs pos="100000">
                      <a:schemeClr val="accent4"/>
                    </a:gs>
                  </a:gsLst>
                  <a:lin ang="1200000" scaled="0"/>
                </a:gradFill>
                <a:effectLst/>
                <a:latin typeface="Calibri" panose="020F0502020204030204" pitchFamily="34" charset="0"/>
              </a:defRPr>
            </a:lvl1pPr>
          </a:lstStyle>
          <a:p>
            <a:pPr lvl="0"/>
            <a:r>
              <a:rPr lang="en-US"/>
              <a:t>Agenda</a:t>
            </a:r>
          </a:p>
        </p:txBody>
      </p:sp>
      <p:sp>
        <p:nvSpPr>
          <p:cNvPr id="17" name="Text Placeholder 4">
            <a:extLst>
              <a:ext uri="{FF2B5EF4-FFF2-40B4-BE49-F238E27FC236}">
                <a16:creationId xmlns:a16="http://schemas.microsoft.com/office/drawing/2014/main" id="{73338DC0-8609-4542-8807-E7838F7CE5D6}"/>
              </a:ext>
            </a:extLst>
          </p:cNvPr>
          <p:cNvSpPr>
            <a:spLocks noGrp="1"/>
          </p:cNvSpPr>
          <p:nvPr>
            <p:ph type="body" sz="quarter" idx="16" hasCustomPrompt="1"/>
          </p:nvPr>
        </p:nvSpPr>
        <p:spPr>
          <a:xfrm>
            <a:off x="6030496" y="1541587"/>
            <a:ext cx="4554537" cy="321627"/>
          </a:xfrm>
          <a:prstGeom prst="rect">
            <a:avLst/>
          </a:prstGeom>
        </p:spPr>
        <p:txBody>
          <a:bodyPr wrap="square" anchor="t" anchorCtr="0">
            <a:spAutoFit/>
          </a:bodyPr>
          <a:lstStyle>
            <a:lvl1pPr>
              <a:defRPr sz="2000" b="0">
                <a:solidFill>
                  <a:schemeClr val="tx1"/>
                </a:solidFill>
              </a:defRPr>
            </a:lvl1pPr>
          </a:lstStyle>
          <a:p>
            <a:pPr lvl="0"/>
            <a:r>
              <a:rPr lang="en-US"/>
              <a:t>Section header here</a:t>
            </a:r>
          </a:p>
        </p:txBody>
      </p:sp>
      <p:sp>
        <p:nvSpPr>
          <p:cNvPr id="18" name="Text Placeholder 4">
            <a:extLst>
              <a:ext uri="{FF2B5EF4-FFF2-40B4-BE49-F238E27FC236}">
                <a16:creationId xmlns:a16="http://schemas.microsoft.com/office/drawing/2014/main" id="{43948224-37C6-4D02-AFD9-C1D88C1C073C}"/>
              </a:ext>
            </a:extLst>
          </p:cNvPr>
          <p:cNvSpPr>
            <a:spLocks noGrp="1"/>
          </p:cNvSpPr>
          <p:nvPr>
            <p:ph type="body" sz="quarter" idx="17" hasCustomPrompt="1"/>
          </p:nvPr>
        </p:nvSpPr>
        <p:spPr>
          <a:xfrm>
            <a:off x="6030496" y="2231845"/>
            <a:ext cx="4554537" cy="321627"/>
          </a:xfrm>
          <a:prstGeom prst="rect">
            <a:avLst/>
          </a:prstGeom>
        </p:spPr>
        <p:txBody>
          <a:bodyPr wrap="square" anchor="t" anchorCtr="0">
            <a:spAutoFit/>
          </a:bodyPr>
          <a:lstStyle>
            <a:lvl1pPr>
              <a:defRPr sz="2000" b="0">
                <a:solidFill>
                  <a:schemeClr val="tx1"/>
                </a:solidFill>
              </a:defRPr>
            </a:lvl1pPr>
          </a:lstStyle>
          <a:p>
            <a:pPr lvl="0"/>
            <a:r>
              <a:rPr lang="en-US"/>
              <a:t>Section header here</a:t>
            </a:r>
          </a:p>
        </p:txBody>
      </p:sp>
      <p:sp>
        <p:nvSpPr>
          <p:cNvPr id="19" name="Text Placeholder 4">
            <a:extLst>
              <a:ext uri="{FF2B5EF4-FFF2-40B4-BE49-F238E27FC236}">
                <a16:creationId xmlns:a16="http://schemas.microsoft.com/office/drawing/2014/main" id="{4BDE3CEE-0230-44C2-A389-A8747AA6BB8C}"/>
              </a:ext>
            </a:extLst>
          </p:cNvPr>
          <p:cNvSpPr>
            <a:spLocks noGrp="1"/>
          </p:cNvSpPr>
          <p:nvPr>
            <p:ph type="body" sz="quarter" idx="18" hasCustomPrompt="1"/>
          </p:nvPr>
        </p:nvSpPr>
        <p:spPr>
          <a:xfrm>
            <a:off x="6030496" y="2922103"/>
            <a:ext cx="4554537" cy="321627"/>
          </a:xfrm>
          <a:prstGeom prst="rect">
            <a:avLst/>
          </a:prstGeom>
        </p:spPr>
        <p:txBody>
          <a:bodyPr wrap="square" anchor="t" anchorCtr="0">
            <a:spAutoFit/>
          </a:bodyPr>
          <a:lstStyle>
            <a:lvl1pPr>
              <a:defRPr sz="2000" b="0">
                <a:solidFill>
                  <a:schemeClr val="tx1"/>
                </a:solidFill>
              </a:defRPr>
            </a:lvl1pPr>
          </a:lstStyle>
          <a:p>
            <a:pPr lvl="0"/>
            <a:r>
              <a:rPr lang="en-US"/>
              <a:t>Section header here</a:t>
            </a:r>
          </a:p>
        </p:txBody>
      </p:sp>
      <p:sp>
        <p:nvSpPr>
          <p:cNvPr id="20" name="Text Placeholder 4">
            <a:extLst>
              <a:ext uri="{FF2B5EF4-FFF2-40B4-BE49-F238E27FC236}">
                <a16:creationId xmlns:a16="http://schemas.microsoft.com/office/drawing/2014/main" id="{76BF9761-22A6-4919-B7B5-2A027DDC6D44}"/>
              </a:ext>
            </a:extLst>
          </p:cNvPr>
          <p:cNvSpPr>
            <a:spLocks noGrp="1"/>
          </p:cNvSpPr>
          <p:nvPr>
            <p:ph type="body" sz="quarter" idx="19" hasCustomPrompt="1"/>
          </p:nvPr>
        </p:nvSpPr>
        <p:spPr>
          <a:xfrm>
            <a:off x="6030496" y="3612361"/>
            <a:ext cx="4554537" cy="321627"/>
          </a:xfrm>
          <a:prstGeom prst="rect">
            <a:avLst/>
          </a:prstGeom>
        </p:spPr>
        <p:txBody>
          <a:bodyPr wrap="square" anchor="t" anchorCtr="0">
            <a:spAutoFit/>
          </a:bodyPr>
          <a:lstStyle>
            <a:lvl1pPr>
              <a:defRPr sz="2000" b="0">
                <a:solidFill>
                  <a:schemeClr val="tx1"/>
                </a:solidFill>
              </a:defRPr>
            </a:lvl1pPr>
          </a:lstStyle>
          <a:p>
            <a:pPr lvl="0"/>
            <a:r>
              <a:rPr lang="en-US"/>
              <a:t>Section header here</a:t>
            </a:r>
          </a:p>
        </p:txBody>
      </p:sp>
      <p:sp>
        <p:nvSpPr>
          <p:cNvPr id="21" name="Text Placeholder 4">
            <a:extLst>
              <a:ext uri="{FF2B5EF4-FFF2-40B4-BE49-F238E27FC236}">
                <a16:creationId xmlns:a16="http://schemas.microsoft.com/office/drawing/2014/main" id="{1BA13C9B-9D26-4B3E-8215-17F0475C2000}"/>
              </a:ext>
            </a:extLst>
          </p:cNvPr>
          <p:cNvSpPr>
            <a:spLocks noGrp="1"/>
          </p:cNvSpPr>
          <p:nvPr>
            <p:ph type="body" sz="quarter" idx="20" hasCustomPrompt="1"/>
          </p:nvPr>
        </p:nvSpPr>
        <p:spPr>
          <a:xfrm>
            <a:off x="6030496" y="4302619"/>
            <a:ext cx="4554537" cy="321627"/>
          </a:xfrm>
          <a:prstGeom prst="rect">
            <a:avLst/>
          </a:prstGeom>
        </p:spPr>
        <p:txBody>
          <a:bodyPr wrap="square" anchor="t" anchorCtr="0">
            <a:spAutoFit/>
          </a:bodyPr>
          <a:lstStyle>
            <a:lvl1pPr>
              <a:defRPr sz="2000" b="0">
                <a:solidFill>
                  <a:schemeClr val="tx1"/>
                </a:solidFill>
              </a:defRPr>
            </a:lvl1pPr>
          </a:lstStyle>
          <a:p>
            <a:pPr lvl="0"/>
            <a:r>
              <a:rPr lang="en-US"/>
              <a:t>Section header here</a:t>
            </a:r>
          </a:p>
        </p:txBody>
      </p:sp>
      <p:sp>
        <p:nvSpPr>
          <p:cNvPr id="22" name="Text Placeholder 4">
            <a:extLst>
              <a:ext uri="{FF2B5EF4-FFF2-40B4-BE49-F238E27FC236}">
                <a16:creationId xmlns:a16="http://schemas.microsoft.com/office/drawing/2014/main" id="{64AC5FFC-6616-4F1B-B644-F0560ADC7ED3}"/>
              </a:ext>
            </a:extLst>
          </p:cNvPr>
          <p:cNvSpPr>
            <a:spLocks noGrp="1"/>
          </p:cNvSpPr>
          <p:nvPr>
            <p:ph type="body" sz="quarter" idx="21" hasCustomPrompt="1"/>
          </p:nvPr>
        </p:nvSpPr>
        <p:spPr>
          <a:xfrm>
            <a:off x="6030496" y="4992878"/>
            <a:ext cx="4554537" cy="321627"/>
          </a:xfrm>
          <a:prstGeom prst="rect">
            <a:avLst/>
          </a:prstGeom>
        </p:spPr>
        <p:txBody>
          <a:bodyPr wrap="square" anchor="t" anchorCtr="0">
            <a:spAutoFit/>
          </a:bodyPr>
          <a:lstStyle>
            <a:lvl1pPr>
              <a:defRPr sz="2000" b="0">
                <a:solidFill>
                  <a:schemeClr val="tx1"/>
                </a:solidFill>
              </a:defRPr>
            </a:lvl1pPr>
          </a:lstStyle>
          <a:p>
            <a:pPr lvl="0"/>
            <a:r>
              <a:rPr lang="en-US"/>
              <a:t>Section header here</a:t>
            </a:r>
          </a:p>
        </p:txBody>
      </p:sp>
      <p:sp>
        <p:nvSpPr>
          <p:cNvPr id="2" name="Text Placeholder 4">
            <a:extLst>
              <a:ext uri="{FF2B5EF4-FFF2-40B4-BE49-F238E27FC236}">
                <a16:creationId xmlns:a16="http://schemas.microsoft.com/office/drawing/2014/main" id="{749D503E-C57A-9E5B-19CF-94AF46BB63B3}"/>
              </a:ext>
            </a:extLst>
          </p:cNvPr>
          <p:cNvSpPr>
            <a:spLocks noGrp="1"/>
          </p:cNvSpPr>
          <p:nvPr>
            <p:ph type="body" sz="quarter" idx="10" hasCustomPrompt="1"/>
          </p:nvPr>
        </p:nvSpPr>
        <p:spPr>
          <a:xfrm>
            <a:off x="4101160" y="1541587"/>
            <a:ext cx="1679576" cy="321627"/>
          </a:xfrm>
          <a:prstGeom prst="rect">
            <a:avLst/>
          </a:prstGeom>
        </p:spPr>
        <p:txBody>
          <a:bodyPr wrap="square" anchor="t" anchorCtr="0">
            <a:spAutoFit/>
          </a:bodyPr>
          <a:lstStyle>
            <a:lvl1pPr algn="r">
              <a:defRPr sz="2000" b="0">
                <a:solidFill>
                  <a:schemeClr val="accent5"/>
                </a:solidFill>
              </a:defRPr>
            </a:lvl1pPr>
          </a:lstStyle>
          <a:p>
            <a:pPr lvl="0"/>
            <a:r>
              <a:rPr lang="en-US"/>
              <a:t>00:00 – 00:00</a:t>
            </a:r>
          </a:p>
        </p:txBody>
      </p:sp>
      <p:sp>
        <p:nvSpPr>
          <p:cNvPr id="6" name="Text Placeholder 4">
            <a:extLst>
              <a:ext uri="{FF2B5EF4-FFF2-40B4-BE49-F238E27FC236}">
                <a16:creationId xmlns:a16="http://schemas.microsoft.com/office/drawing/2014/main" id="{42BD3FFC-05D4-6AF7-0434-C1AC0298E5CD}"/>
              </a:ext>
            </a:extLst>
          </p:cNvPr>
          <p:cNvSpPr>
            <a:spLocks noGrp="1"/>
          </p:cNvSpPr>
          <p:nvPr>
            <p:ph type="body" sz="quarter" idx="24" hasCustomPrompt="1"/>
          </p:nvPr>
        </p:nvSpPr>
        <p:spPr>
          <a:xfrm>
            <a:off x="4101160" y="2234115"/>
            <a:ext cx="1679576" cy="321627"/>
          </a:xfrm>
          <a:prstGeom prst="rect">
            <a:avLst/>
          </a:prstGeom>
        </p:spPr>
        <p:txBody>
          <a:bodyPr wrap="square" anchor="t" anchorCtr="0">
            <a:spAutoFit/>
          </a:bodyPr>
          <a:lstStyle>
            <a:lvl1pPr algn="r">
              <a:defRPr sz="2000" b="0">
                <a:solidFill>
                  <a:schemeClr val="accent5"/>
                </a:solidFill>
              </a:defRPr>
            </a:lvl1pPr>
          </a:lstStyle>
          <a:p>
            <a:pPr lvl="0"/>
            <a:r>
              <a:rPr lang="en-US"/>
              <a:t>00:00 – 00:00</a:t>
            </a:r>
          </a:p>
        </p:txBody>
      </p:sp>
      <p:sp>
        <p:nvSpPr>
          <p:cNvPr id="7" name="Text Placeholder 4">
            <a:extLst>
              <a:ext uri="{FF2B5EF4-FFF2-40B4-BE49-F238E27FC236}">
                <a16:creationId xmlns:a16="http://schemas.microsoft.com/office/drawing/2014/main" id="{D0952C60-604F-9F1A-9D20-17D094CE4831}"/>
              </a:ext>
            </a:extLst>
          </p:cNvPr>
          <p:cNvSpPr>
            <a:spLocks noGrp="1"/>
          </p:cNvSpPr>
          <p:nvPr>
            <p:ph type="body" sz="quarter" idx="26" hasCustomPrompt="1"/>
          </p:nvPr>
        </p:nvSpPr>
        <p:spPr>
          <a:xfrm>
            <a:off x="4101160" y="2923806"/>
            <a:ext cx="1679576" cy="321627"/>
          </a:xfrm>
          <a:prstGeom prst="rect">
            <a:avLst/>
          </a:prstGeom>
        </p:spPr>
        <p:txBody>
          <a:bodyPr wrap="square" anchor="t" anchorCtr="0">
            <a:spAutoFit/>
          </a:bodyPr>
          <a:lstStyle>
            <a:lvl1pPr algn="r">
              <a:defRPr sz="2000" b="0">
                <a:solidFill>
                  <a:schemeClr val="accent5"/>
                </a:solidFill>
              </a:defRPr>
            </a:lvl1pPr>
          </a:lstStyle>
          <a:p>
            <a:pPr lvl="0"/>
            <a:r>
              <a:rPr lang="en-US"/>
              <a:t>00:00 – 00:00</a:t>
            </a:r>
          </a:p>
        </p:txBody>
      </p:sp>
      <p:sp>
        <p:nvSpPr>
          <p:cNvPr id="8" name="Text Placeholder 4">
            <a:extLst>
              <a:ext uri="{FF2B5EF4-FFF2-40B4-BE49-F238E27FC236}">
                <a16:creationId xmlns:a16="http://schemas.microsoft.com/office/drawing/2014/main" id="{BD164F81-CDD1-C1B4-ED55-A3321E1032B0}"/>
              </a:ext>
            </a:extLst>
          </p:cNvPr>
          <p:cNvSpPr>
            <a:spLocks noGrp="1"/>
          </p:cNvSpPr>
          <p:nvPr>
            <p:ph type="body" sz="quarter" idx="28" hasCustomPrompt="1"/>
          </p:nvPr>
        </p:nvSpPr>
        <p:spPr>
          <a:xfrm>
            <a:off x="4101160" y="3613497"/>
            <a:ext cx="1679576" cy="321627"/>
          </a:xfrm>
          <a:prstGeom prst="rect">
            <a:avLst/>
          </a:prstGeom>
        </p:spPr>
        <p:txBody>
          <a:bodyPr wrap="square" anchor="t" anchorCtr="0">
            <a:spAutoFit/>
          </a:bodyPr>
          <a:lstStyle>
            <a:lvl1pPr algn="r">
              <a:defRPr sz="2000" b="0">
                <a:solidFill>
                  <a:schemeClr val="accent5"/>
                </a:solidFill>
              </a:defRPr>
            </a:lvl1pPr>
          </a:lstStyle>
          <a:p>
            <a:pPr lvl="0"/>
            <a:r>
              <a:rPr lang="en-US"/>
              <a:t>00:00 – 00:00</a:t>
            </a:r>
          </a:p>
        </p:txBody>
      </p:sp>
      <p:sp>
        <p:nvSpPr>
          <p:cNvPr id="11" name="Text Placeholder 4">
            <a:extLst>
              <a:ext uri="{FF2B5EF4-FFF2-40B4-BE49-F238E27FC236}">
                <a16:creationId xmlns:a16="http://schemas.microsoft.com/office/drawing/2014/main" id="{7DF71D53-1D3F-D8F8-96D5-6DE13F1A9CC8}"/>
              </a:ext>
            </a:extLst>
          </p:cNvPr>
          <p:cNvSpPr>
            <a:spLocks noGrp="1"/>
          </p:cNvSpPr>
          <p:nvPr>
            <p:ph type="body" sz="quarter" idx="30" hasCustomPrompt="1"/>
          </p:nvPr>
        </p:nvSpPr>
        <p:spPr>
          <a:xfrm>
            <a:off x="4101160" y="4303188"/>
            <a:ext cx="1679576" cy="321627"/>
          </a:xfrm>
          <a:prstGeom prst="rect">
            <a:avLst/>
          </a:prstGeom>
        </p:spPr>
        <p:txBody>
          <a:bodyPr wrap="square" anchor="t" anchorCtr="0">
            <a:spAutoFit/>
          </a:bodyPr>
          <a:lstStyle>
            <a:lvl1pPr algn="r">
              <a:defRPr sz="2000" b="0">
                <a:solidFill>
                  <a:schemeClr val="accent5"/>
                </a:solidFill>
              </a:defRPr>
            </a:lvl1pPr>
          </a:lstStyle>
          <a:p>
            <a:pPr lvl="0"/>
            <a:r>
              <a:rPr lang="en-US"/>
              <a:t>00:00 – 00:00</a:t>
            </a:r>
          </a:p>
        </p:txBody>
      </p:sp>
      <p:sp>
        <p:nvSpPr>
          <p:cNvPr id="12" name="Text Placeholder 4">
            <a:extLst>
              <a:ext uri="{FF2B5EF4-FFF2-40B4-BE49-F238E27FC236}">
                <a16:creationId xmlns:a16="http://schemas.microsoft.com/office/drawing/2014/main" id="{142F11AF-BF37-8BBB-B5E7-A8655CF9477B}"/>
              </a:ext>
            </a:extLst>
          </p:cNvPr>
          <p:cNvSpPr>
            <a:spLocks noGrp="1"/>
          </p:cNvSpPr>
          <p:nvPr>
            <p:ph type="body" sz="quarter" idx="32" hasCustomPrompt="1"/>
          </p:nvPr>
        </p:nvSpPr>
        <p:spPr>
          <a:xfrm>
            <a:off x="4101160" y="4992878"/>
            <a:ext cx="1679576" cy="321627"/>
          </a:xfrm>
          <a:prstGeom prst="rect">
            <a:avLst/>
          </a:prstGeom>
        </p:spPr>
        <p:txBody>
          <a:bodyPr wrap="square" anchor="t" anchorCtr="0">
            <a:spAutoFit/>
          </a:bodyPr>
          <a:lstStyle>
            <a:lvl1pPr algn="r">
              <a:defRPr sz="2000" b="0">
                <a:solidFill>
                  <a:schemeClr val="accent5"/>
                </a:solidFill>
              </a:defRPr>
            </a:lvl1pPr>
          </a:lstStyle>
          <a:p>
            <a:pPr lvl="0"/>
            <a:r>
              <a:rPr lang="en-US"/>
              <a:t>00:00 – 00:00</a:t>
            </a:r>
          </a:p>
        </p:txBody>
      </p:sp>
    </p:spTree>
    <p:extLst>
      <p:ext uri="{BB962C8B-B14F-4D97-AF65-F5344CB8AC3E}">
        <p14:creationId xmlns:p14="http://schemas.microsoft.com/office/powerpoint/2010/main" val="3738432318"/>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Agenda-Dark">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A51F759-2C51-4E26-B317-26DFEBAE952C}"/>
              </a:ext>
            </a:extLst>
          </p:cNvPr>
          <p:cNvSpPr/>
          <p:nvPr userDrawn="1"/>
        </p:nvSpPr>
        <p:spPr bwMode="auto">
          <a:xfrm>
            <a:off x="0" y="0"/>
            <a:ext cx="12192000" cy="6858000"/>
          </a:xfrm>
          <a:prstGeom prst="rect">
            <a:avLst/>
          </a:prstGeom>
          <a:solidFill>
            <a:schemeClr val="tx1"/>
          </a:solidFill>
          <a:ln>
            <a:noFill/>
          </a:ln>
          <a:effectLst/>
        </p:spPr>
        <p:txBody>
          <a:bodyPr wrap="none" rtlCol="0" anchor="ctr"/>
          <a:lstStyle/>
          <a:p>
            <a:pPr algn="ctr"/>
            <a:endParaRPr lang="en-US" sz="2400">
              <a:solidFill>
                <a:schemeClr val="bg1"/>
              </a:solidFill>
              <a:latin typeface="Calibri Light" panose="020F0302020204030204" pitchFamily="34" charset="0"/>
              <a:ea typeface="Human Sans ExtraLight" charset="0"/>
              <a:cs typeface="Human Sans ExtraLight" charset="0"/>
            </a:endParaRPr>
          </a:p>
        </p:txBody>
      </p:sp>
      <p:sp>
        <p:nvSpPr>
          <p:cNvPr id="3" name="Title 2">
            <a:extLst>
              <a:ext uri="{FF2B5EF4-FFF2-40B4-BE49-F238E27FC236}">
                <a16:creationId xmlns:a16="http://schemas.microsoft.com/office/drawing/2014/main" id="{22CC2842-970F-4D83-A7C9-C111F3E9E8F4}"/>
              </a:ext>
            </a:extLst>
          </p:cNvPr>
          <p:cNvSpPr>
            <a:spLocks noGrp="1"/>
          </p:cNvSpPr>
          <p:nvPr>
            <p:ph type="title" hasCustomPrompt="1"/>
          </p:nvPr>
        </p:nvSpPr>
        <p:spPr>
          <a:xfrm>
            <a:off x="467140" y="1191039"/>
            <a:ext cx="3024846" cy="923330"/>
          </a:xfrm>
        </p:spPr>
        <p:txBody>
          <a:bodyPr vert="horz" wrap="square" lIns="0" tIns="0" rIns="0" bIns="0" rtlCol="0" anchor="t">
            <a:spAutoFit/>
          </a:bodyPr>
          <a:lstStyle>
            <a:lvl1pPr>
              <a:defRPr lang="en-US" sz="6000" b="1" i="0" kern="1200" spc="0">
                <a:gradFill>
                  <a:gsLst>
                    <a:gs pos="50000">
                      <a:schemeClr val="accent2"/>
                    </a:gs>
                    <a:gs pos="70000">
                      <a:schemeClr val="accent5"/>
                    </a:gs>
                    <a:gs pos="100000">
                      <a:schemeClr val="accent4"/>
                    </a:gs>
                  </a:gsLst>
                  <a:lin ang="1200000" scaled="0"/>
                </a:gradFill>
                <a:effectLst/>
                <a:latin typeface="Calibri" panose="020F0502020204030204" pitchFamily="34" charset="0"/>
                <a:ea typeface="Calibri" panose="020F0502020204030204" pitchFamily="34" charset="0"/>
                <a:cs typeface="Calibri" panose="020F0502020204030204" pitchFamily="34" charset="0"/>
              </a:defRPr>
            </a:lvl1pPr>
          </a:lstStyle>
          <a:p>
            <a:pPr lvl="0" algn="l" defTabSz="914400" rtl="0" eaLnBrk="1" latinLnBrk="0" hangingPunct="1">
              <a:lnSpc>
                <a:spcPct val="100000"/>
              </a:lnSpc>
              <a:spcBef>
                <a:spcPct val="0"/>
              </a:spcBef>
              <a:buNone/>
            </a:pPr>
            <a:r>
              <a:rPr lang="en-US"/>
              <a:t>Agenda</a:t>
            </a:r>
          </a:p>
        </p:txBody>
      </p:sp>
      <p:pic>
        <p:nvPicPr>
          <p:cNvPr id="27" name="Graphic 26">
            <a:extLst>
              <a:ext uri="{FF2B5EF4-FFF2-40B4-BE49-F238E27FC236}">
                <a16:creationId xmlns:a16="http://schemas.microsoft.com/office/drawing/2014/main" id="{404C027E-E5F6-C4D1-7BE4-B87D52F48E65}"/>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57201" y="6438901"/>
            <a:ext cx="540540" cy="190499"/>
          </a:xfrm>
          <a:prstGeom prst="rect">
            <a:avLst/>
          </a:prstGeom>
        </p:spPr>
      </p:pic>
      <p:sp>
        <p:nvSpPr>
          <p:cNvPr id="5" name="Text Placeholder 4">
            <a:extLst>
              <a:ext uri="{FF2B5EF4-FFF2-40B4-BE49-F238E27FC236}">
                <a16:creationId xmlns:a16="http://schemas.microsoft.com/office/drawing/2014/main" id="{6672B4D0-A39C-FAF6-B1FC-E8138006004A}"/>
              </a:ext>
            </a:extLst>
          </p:cNvPr>
          <p:cNvSpPr>
            <a:spLocks noGrp="1"/>
          </p:cNvSpPr>
          <p:nvPr>
            <p:ph type="body" sz="quarter" idx="16" hasCustomPrompt="1"/>
          </p:nvPr>
        </p:nvSpPr>
        <p:spPr>
          <a:xfrm>
            <a:off x="6030496" y="1541587"/>
            <a:ext cx="4554537" cy="321627"/>
          </a:xfrm>
          <a:prstGeom prst="rect">
            <a:avLst/>
          </a:prstGeom>
        </p:spPr>
        <p:txBody>
          <a:bodyPr wrap="square" anchor="t" anchorCtr="0">
            <a:spAutoFit/>
          </a:bodyPr>
          <a:lstStyle>
            <a:lvl1pPr>
              <a:defRPr sz="2000" b="0">
                <a:solidFill>
                  <a:schemeClr val="bg1"/>
                </a:solidFill>
              </a:defRPr>
            </a:lvl1pPr>
          </a:lstStyle>
          <a:p>
            <a:pPr lvl="0"/>
            <a:r>
              <a:rPr lang="en-US"/>
              <a:t>Section header here</a:t>
            </a:r>
          </a:p>
        </p:txBody>
      </p:sp>
      <p:sp>
        <p:nvSpPr>
          <p:cNvPr id="9" name="Text Placeholder 4">
            <a:extLst>
              <a:ext uri="{FF2B5EF4-FFF2-40B4-BE49-F238E27FC236}">
                <a16:creationId xmlns:a16="http://schemas.microsoft.com/office/drawing/2014/main" id="{A00A134C-93F9-0B06-D8F4-9B3C7532A426}"/>
              </a:ext>
            </a:extLst>
          </p:cNvPr>
          <p:cNvSpPr>
            <a:spLocks noGrp="1"/>
          </p:cNvSpPr>
          <p:nvPr>
            <p:ph type="body" sz="quarter" idx="17" hasCustomPrompt="1"/>
          </p:nvPr>
        </p:nvSpPr>
        <p:spPr>
          <a:xfrm>
            <a:off x="6030496" y="2231845"/>
            <a:ext cx="4554537" cy="321627"/>
          </a:xfrm>
          <a:prstGeom prst="rect">
            <a:avLst/>
          </a:prstGeom>
        </p:spPr>
        <p:txBody>
          <a:bodyPr wrap="square" anchor="t" anchorCtr="0">
            <a:spAutoFit/>
          </a:bodyPr>
          <a:lstStyle>
            <a:lvl1pPr>
              <a:defRPr sz="2000" b="0">
                <a:solidFill>
                  <a:schemeClr val="bg1"/>
                </a:solidFill>
              </a:defRPr>
            </a:lvl1pPr>
          </a:lstStyle>
          <a:p>
            <a:pPr lvl="0"/>
            <a:r>
              <a:rPr lang="en-US"/>
              <a:t>Section header here</a:t>
            </a:r>
          </a:p>
        </p:txBody>
      </p:sp>
      <p:sp>
        <p:nvSpPr>
          <p:cNvPr id="10" name="Text Placeholder 4">
            <a:extLst>
              <a:ext uri="{FF2B5EF4-FFF2-40B4-BE49-F238E27FC236}">
                <a16:creationId xmlns:a16="http://schemas.microsoft.com/office/drawing/2014/main" id="{E37B92C4-122A-5377-7B74-D58A2319E90C}"/>
              </a:ext>
            </a:extLst>
          </p:cNvPr>
          <p:cNvSpPr>
            <a:spLocks noGrp="1"/>
          </p:cNvSpPr>
          <p:nvPr>
            <p:ph type="body" sz="quarter" idx="18" hasCustomPrompt="1"/>
          </p:nvPr>
        </p:nvSpPr>
        <p:spPr>
          <a:xfrm>
            <a:off x="6030496" y="2922103"/>
            <a:ext cx="4554537" cy="321627"/>
          </a:xfrm>
          <a:prstGeom prst="rect">
            <a:avLst/>
          </a:prstGeom>
        </p:spPr>
        <p:txBody>
          <a:bodyPr wrap="square" anchor="t" anchorCtr="0">
            <a:spAutoFit/>
          </a:bodyPr>
          <a:lstStyle>
            <a:lvl1pPr>
              <a:defRPr sz="2000" b="0">
                <a:solidFill>
                  <a:schemeClr val="bg1"/>
                </a:solidFill>
              </a:defRPr>
            </a:lvl1pPr>
          </a:lstStyle>
          <a:p>
            <a:pPr lvl="0"/>
            <a:r>
              <a:rPr lang="en-US"/>
              <a:t>Section header here</a:t>
            </a:r>
          </a:p>
        </p:txBody>
      </p:sp>
      <p:sp>
        <p:nvSpPr>
          <p:cNvPr id="13" name="Text Placeholder 4">
            <a:extLst>
              <a:ext uri="{FF2B5EF4-FFF2-40B4-BE49-F238E27FC236}">
                <a16:creationId xmlns:a16="http://schemas.microsoft.com/office/drawing/2014/main" id="{D28A167B-CD8D-159B-58DB-AD9C0600F651}"/>
              </a:ext>
            </a:extLst>
          </p:cNvPr>
          <p:cNvSpPr>
            <a:spLocks noGrp="1"/>
          </p:cNvSpPr>
          <p:nvPr>
            <p:ph type="body" sz="quarter" idx="19" hasCustomPrompt="1"/>
          </p:nvPr>
        </p:nvSpPr>
        <p:spPr>
          <a:xfrm>
            <a:off x="6030496" y="3612361"/>
            <a:ext cx="4554537" cy="321627"/>
          </a:xfrm>
          <a:prstGeom prst="rect">
            <a:avLst/>
          </a:prstGeom>
        </p:spPr>
        <p:txBody>
          <a:bodyPr wrap="square" anchor="t" anchorCtr="0">
            <a:spAutoFit/>
          </a:bodyPr>
          <a:lstStyle>
            <a:lvl1pPr>
              <a:defRPr sz="2000" b="0">
                <a:solidFill>
                  <a:schemeClr val="bg1"/>
                </a:solidFill>
              </a:defRPr>
            </a:lvl1pPr>
          </a:lstStyle>
          <a:p>
            <a:pPr lvl="0"/>
            <a:r>
              <a:rPr lang="en-US"/>
              <a:t>Section header here</a:t>
            </a:r>
          </a:p>
        </p:txBody>
      </p:sp>
      <p:sp>
        <p:nvSpPr>
          <p:cNvPr id="14" name="Text Placeholder 4">
            <a:extLst>
              <a:ext uri="{FF2B5EF4-FFF2-40B4-BE49-F238E27FC236}">
                <a16:creationId xmlns:a16="http://schemas.microsoft.com/office/drawing/2014/main" id="{D3238DD8-4A7D-554B-8216-37EA1F023174}"/>
              </a:ext>
            </a:extLst>
          </p:cNvPr>
          <p:cNvSpPr>
            <a:spLocks noGrp="1"/>
          </p:cNvSpPr>
          <p:nvPr>
            <p:ph type="body" sz="quarter" idx="20" hasCustomPrompt="1"/>
          </p:nvPr>
        </p:nvSpPr>
        <p:spPr>
          <a:xfrm>
            <a:off x="6030496" y="4302619"/>
            <a:ext cx="4554537" cy="321627"/>
          </a:xfrm>
          <a:prstGeom prst="rect">
            <a:avLst/>
          </a:prstGeom>
        </p:spPr>
        <p:txBody>
          <a:bodyPr wrap="square" anchor="t" anchorCtr="0">
            <a:spAutoFit/>
          </a:bodyPr>
          <a:lstStyle>
            <a:lvl1pPr>
              <a:defRPr sz="2000" b="0">
                <a:solidFill>
                  <a:schemeClr val="bg1"/>
                </a:solidFill>
              </a:defRPr>
            </a:lvl1pPr>
          </a:lstStyle>
          <a:p>
            <a:pPr lvl="0"/>
            <a:r>
              <a:rPr lang="en-US"/>
              <a:t>Section header here</a:t>
            </a:r>
          </a:p>
        </p:txBody>
      </p:sp>
      <p:sp>
        <p:nvSpPr>
          <p:cNvPr id="15" name="Text Placeholder 4">
            <a:extLst>
              <a:ext uri="{FF2B5EF4-FFF2-40B4-BE49-F238E27FC236}">
                <a16:creationId xmlns:a16="http://schemas.microsoft.com/office/drawing/2014/main" id="{11D58AB5-54CF-F584-79F8-821E69DF6010}"/>
              </a:ext>
            </a:extLst>
          </p:cNvPr>
          <p:cNvSpPr>
            <a:spLocks noGrp="1"/>
          </p:cNvSpPr>
          <p:nvPr>
            <p:ph type="body" sz="quarter" idx="21" hasCustomPrompt="1"/>
          </p:nvPr>
        </p:nvSpPr>
        <p:spPr>
          <a:xfrm>
            <a:off x="6030496" y="4992878"/>
            <a:ext cx="4554537" cy="321627"/>
          </a:xfrm>
          <a:prstGeom prst="rect">
            <a:avLst/>
          </a:prstGeom>
        </p:spPr>
        <p:txBody>
          <a:bodyPr wrap="square" anchor="t" anchorCtr="0">
            <a:spAutoFit/>
          </a:bodyPr>
          <a:lstStyle>
            <a:lvl1pPr>
              <a:defRPr sz="2000" b="0">
                <a:solidFill>
                  <a:schemeClr val="bg1"/>
                </a:solidFill>
              </a:defRPr>
            </a:lvl1pPr>
          </a:lstStyle>
          <a:p>
            <a:pPr lvl="0"/>
            <a:r>
              <a:rPr lang="en-US"/>
              <a:t>Section header here</a:t>
            </a:r>
          </a:p>
        </p:txBody>
      </p:sp>
      <p:sp>
        <p:nvSpPr>
          <p:cNvPr id="16" name="Text Placeholder 4">
            <a:extLst>
              <a:ext uri="{FF2B5EF4-FFF2-40B4-BE49-F238E27FC236}">
                <a16:creationId xmlns:a16="http://schemas.microsoft.com/office/drawing/2014/main" id="{6367AC01-84C2-7E8C-3BF8-201856803E21}"/>
              </a:ext>
            </a:extLst>
          </p:cNvPr>
          <p:cNvSpPr>
            <a:spLocks noGrp="1"/>
          </p:cNvSpPr>
          <p:nvPr>
            <p:ph type="body" sz="quarter" idx="10" hasCustomPrompt="1"/>
          </p:nvPr>
        </p:nvSpPr>
        <p:spPr>
          <a:xfrm>
            <a:off x="4101160" y="1541587"/>
            <a:ext cx="1679576" cy="321627"/>
          </a:xfrm>
          <a:prstGeom prst="rect">
            <a:avLst/>
          </a:prstGeom>
        </p:spPr>
        <p:txBody>
          <a:bodyPr wrap="square" anchor="t" anchorCtr="0">
            <a:spAutoFit/>
          </a:bodyPr>
          <a:lstStyle>
            <a:lvl1pPr algn="r">
              <a:defRPr sz="2000" b="0">
                <a:solidFill>
                  <a:schemeClr val="accent5"/>
                </a:solidFill>
              </a:defRPr>
            </a:lvl1pPr>
          </a:lstStyle>
          <a:p>
            <a:pPr lvl="0"/>
            <a:r>
              <a:rPr lang="en-US"/>
              <a:t>00:00 – 00:00</a:t>
            </a:r>
          </a:p>
        </p:txBody>
      </p:sp>
      <p:sp>
        <p:nvSpPr>
          <p:cNvPr id="23" name="Text Placeholder 4">
            <a:extLst>
              <a:ext uri="{FF2B5EF4-FFF2-40B4-BE49-F238E27FC236}">
                <a16:creationId xmlns:a16="http://schemas.microsoft.com/office/drawing/2014/main" id="{60B1A9C8-7F43-7DB1-4F91-53075745C4B6}"/>
              </a:ext>
            </a:extLst>
          </p:cNvPr>
          <p:cNvSpPr>
            <a:spLocks noGrp="1"/>
          </p:cNvSpPr>
          <p:nvPr>
            <p:ph type="body" sz="quarter" idx="24" hasCustomPrompt="1"/>
          </p:nvPr>
        </p:nvSpPr>
        <p:spPr>
          <a:xfrm>
            <a:off x="4101160" y="2234115"/>
            <a:ext cx="1679576" cy="321627"/>
          </a:xfrm>
          <a:prstGeom prst="rect">
            <a:avLst/>
          </a:prstGeom>
        </p:spPr>
        <p:txBody>
          <a:bodyPr wrap="square" anchor="t" anchorCtr="0">
            <a:spAutoFit/>
          </a:bodyPr>
          <a:lstStyle>
            <a:lvl1pPr algn="r">
              <a:defRPr sz="2000" b="0">
                <a:solidFill>
                  <a:schemeClr val="accent5"/>
                </a:solidFill>
              </a:defRPr>
            </a:lvl1pPr>
          </a:lstStyle>
          <a:p>
            <a:pPr lvl="0"/>
            <a:r>
              <a:rPr lang="en-US"/>
              <a:t>00:00 – 00:00</a:t>
            </a:r>
          </a:p>
        </p:txBody>
      </p:sp>
      <p:sp>
        <p:nvSpPr>
          <p:cNvPr id="24" name="Text Placeholder 4">
            <a:extLst>
              <a:ext uri="{FF2B5EF4-FFF2-40B4-BE49-F238E27FC236}">
                <a16:creationId xmlns:a16="http://schemas.microsoft.com/office/drawing/2014/main" id="{46C8629B-DFA8-41AA-9C67-96D3D02BED28}"/>
              </a:ext>
            </a:extLst>
          </p:cNvPr>
          <p:cNvSpPr>
            <a:spLocks noGrp="1"/>
          </p:cNvSpPr>
          <p:nvPr>
            <p:ph type="body" sz="quarter" idx="26" hasCustomPrompt="1"/>
          </p:nvPr>
        </p:nvSpPr>
        <p:spPr>
          <a:xfrm>
            <a:off x="4101160" y="2923806"/>
            <a:ext cx="1679576" cy="321627"/>
          </a:xfrm>
          <a:prstGeom prst="rect">
            <a:avLst/>
          </a:prstGeom>
        </p:spPr>
        <p:txBody>
          <a:bodyPr wrap="square" anchor="t" anchorCtr="0">
            <a:spAutoFit/>
          </a:bodyPr>
          <a:lstStyle>
            <a:lvl1pPr algn="r">
              <a:defRPr sz="2000" b="0">
                <a:solidFill>
                  <a:schemeClr val="accent5"/>
                </a:solidFill>
              </a:defRPr>
            </a:lvl1pPr>
          </a:lstStyle>
          <a:p>
            <a:pPr lvl="0"/>
            <a:r>
              <a:rPr lang="en-US"/>
              <a:t>00:00 – 00:00</a:t>
            </a:r>
          </a:p>
        </p:txBody>
      </p:sp>
      <p:sp>
        <p:nvSpPr>
          <p:cNvPr id="26" name="Text Placeholder 4">
            <a:extLst>
              <a:ext uri="{FF2B5EF4-FFF2-40B4-BE49-F238E27FC236}">
                <a16:creationId xmlns:a16="http://schemas.microsoft.com/office/drawing/2014/main" id="{11CC2B96-A6B1-5232-3AEE-F9B7FDBBC137}"/>
              </a:ext>
            </a:extLst>
          </p:cNvPr>
          <p:cNvSpPr>
            <a:spLocks noGrp="1"/>
          </p:cNvSpPr>
          <p:nvPr>
            <p:ph type="body" sz="quarter" idx="28" hasCustomPrompt="1"/>
          </p:nvPr>
        </p:nvSpPr>
        <p:spPr>
          <a:xfrm>
            <a:off x="4101160" y="3613497"/>
            <a:ext cx="1679576" cy="321627"/>
          </a:xfrm>
          <a:prstGeom prst="rect">
            <a:avLst/>
          </a:prstGeom>
        </p:spPr>
        <p:txBody>
          <a:bodyPr wrap="square" anchor="t" anchorCtr="0">
            <a:spAutoFit/>
          </a:bodyPr>
          <a:lstStyle>
            <a:lvl1pPr algn="r">
              <a:defRPr sz="2000" b="0">
                <a:solidFill>
                  <a:schemeClr val="accent5"/>
                </a:solidFill>
              </a:defRPr>
            </a:lvl1pPr>
          </a:lstStyle>
          <a:p>
            <a:pPr lvl="0"/>
            <a:r>
              <a:rPr lang="en-US"/>
              <a:t>00:00 – 00:00</a:t>
            </a:r>
          </a:p>
        </p:txBody>
      </p:sp>
      <p:sp>
        <p:nvSpPr>
          <p:cNvPr id="30" name="Text Placeholder 4">
            <a:extLst>
              <a:ext uri="{FF2B5EF4-FFF2-40B4-BE49-F238E27FC236}">
                <a16:creationId xmlns:a16="http://schemas.microsoft.com/office/drawing/2014/main" id="{7A18B250-73F5-69E3-5878-B1D8C984F427}"/>
              </a:ext>
            </a:extLst>
          </p:cNvPr>
          <p:cNvSpPr>
            <a:spLocks noGrp="1"/>
          </p:cNvSpPr>
          <p:nvPr>
            <p:ph type="body" sz="quarter" idx="30" hasCustomPrompt="1"/>
          </p:nvPr>
        </p:nvSpPr>
        <p:spPr>
          <a:xfrm>
            <a:off x="4101160" y="4303188"/>
            <a:ext cx="1679576" cy="321627"/>
          </a:xfrm>
          <a:prstGeom prst="rect">
            <a:avLst/>
          </a:prstGeom>
        </p:spPr>
        <p:txBody>
          <a:bodyPr wrap="square" anchor="t" anchorCtr="0">
            <a:spAutoFit/>
          </a:bodyPr>
          <a:lstStyle>
            <a:lvl1pPr algn="r">
              <a:defRPr sz="2000" b="0">
                <a:solidFill>
                  <a:schemeClr val="accent5"/>
                </a:solidFill>
              </a:defRPr>
            </a:lvl1pPr>
          </a:lstStyle>
          <a:p>
            <a:pPr lvl="0"/>
            <a:r>
              <a:rPr lang="en-US"/>
              <a:t>00:00 – 00:00</a:t>
            </a:r>
          </a:p>
        </p:txBody>
      </p:sp>
      <p:sp>
        <p:nvSpPr>
          <p:cNvPr id="31" name="Text Placeholder 4">
            <a:extLst>
              <a:ext uri="{FF2B5EF4-FFF2-40B4-BE49-F238E27FC236}">
                <a16:creationId xmlns:a16="http://schemas.microsoft.com/office/drawing/2014/main" id="{462FE180-ECE1-55D7-0248-053AC1E99B1F}"/>
              </a:ext>
            </a:extLst>
          </p:cNvPr>
          <p:cNvSpPr>
            <a:spLocks noGrp="1"/>
          </p:cNvSpPr>
          <p:nvPr>
            <p:ph type="body" sz="quarter" idx="32" hasCustomPrompt="1"/>
          </p:nvPr>
        </p:nvSpPr>
        <p:spPr>
          <a:xfrm>
            <a:off x="4101160" y="4992878"/>
            <a:ext cx="1679576" cy="321627"/>
          </a:xfrm>
          <a:prstGeom prst="rect">
            <a:avLst/>
          </a:prstGeom>
        </p:spPr>
        <p:txBody>
          <a:bodyPr wrap="square" anchor="t" anchorCtr="0">
            <a:spAutoFit/>
          </a:bodyPr>
          <a:lstStyle>
            <a:lvl1pPr algn="r">
              <a:defRPr sz="2000" b="0">
                <a:solidFill>
                  <a:schemeClr val="accent5"/>
                </a:solidFill>
              </a:defRPr>
            </a:lvl1pPr>
          </a:lstStyle>
          <a:p>
            <a:pPr lvl="0"/>
            <a:r>
              <a:rPr lang="en-US"/>
              <a:t>00:00 – 00:00</a:t>
            </a:r>
          </a:p>
        </p:txBody>
      </p:sp>
      <p:sp>
        <p:nvSpPr>
          <p:cNvPr id="2" name="TextBox 1">
            <a:extLst>
              <a:ext uri="{FF2B5EF4-FFF2-40B4-BE49-F238E27FC236}">
                <a16:creationId xmlns:a16="http://schemas.microsoft.com/office/drawing/2014/main" id="{D3634F95-D03F-BB17-0BA8-0AB623989FDE}"/>
              </a:ext>
            </a:extLst>
          </p:cNvPr>
          <p:cNvSpPr txBox="1"/>
          <p:nvPr userDrawn="1"/>
        </p:nvSpPr>
        <p:spPr>
          <a:xfrm>
            <a:off x="10048875" y="6406590"/>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bg1"/>
                </a:solidFill>
              </a:rPr>
              <a:t>EPAM Proprietary &amp; Confidential.</a:t>
            </a:r>
          </a:p>
        </p:txBody>
      </p:sp>
      <p:sp>
        <p:nvSpPr>
          <p:cNvPr id="6" name="Text Placeholder 3">
            <a:extLst>
              <a:ext uri="{FF2B5EF4-FFF2-40B4-BE49-F238E27FC236}">
                <a16:creationId xmlns:a16="http://schemas.microsoft.com/office/drawing/2014/main" id="{50C2139A-0FDA-8116-257B-67457AE6A971}"/>
              </a:ext>
            </a:extLst>
          </p:cNvPr>
          <p:cNvSpPr txBox="1"/>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smtClean="0">
                <a:solidFill>
                  <a:schemeClr val="bg1"/>
                </a:solidFill>
              </a:rPr>
              <a:pPr lvl="0"/>
              <a:t>‹#›</a:t>
            </a:fld>
            <a:endParaRPr lang="en-US" sz="1000">
              <a:solidFill>
                <a:schemeClr val="bg1"/>
              </a:solidFill>
            </a:endParaRPr>
          </a:p>
        </p:txBody>
      </p:sp>
    </p:spTree>
    <p:extLst>
      <p:ext uri="{BB962C8B-B14F-4D97-AF65-F5344CB8AC3E}">
        <p14:creationId xmlns:p14="http://schemas.microsoft.com/office/powerpoint/2010/main" val="1055317438"/>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_Header_Custom_1">
    <p:bg>
      <p:bgPr>
        <a:blipFill dpi="0" rotWithShape="1">
          <a:blip r:embed="rId2">
            <a:lum/>
            <a:extLst>
              <a:ext uri="{28A0092B-C50C-407E-A947-70E740481C1C}">
                <a14:useLocalDpi xmlns:a14="http://schemas.microsoft.com/office/drawing/2010/main"/>
              </a:ext>
            </a:extLst>
          </a:blip>
          <a:stretch>
            <a:fillRect/>
          </a:stretch>
        </a:blip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919866F5-F57A-6C40-4D30-D67CB6A3D24E}"/>
              </a:ext>
            </a:extLst>
          </p:cNvPr>
          <p:cNvSpPr>
            <a:spLocks noGrp="1"/>
          </p:cNvSpPr>
          <p:nvPr>
            <p:ph type="title" hasCustomPrompt="1"/>
          </p:nvPr>
        </p:nvSpPr>
        <p:spPr>
          <a:xfrm>
            <a:off x="481265" y="1793240"/>
            <a:ext cx="5640805" cy="923330"/>
          </a:xfrm>
          <a:prstGeom prst="rect">
            <a:avLst/>
          </a:prstGeom>
        </p:spPr>
        <p:txBody>
          <a:bodyPr wrap="square">
            <a:spAutoFit/>
          </a:bodyPr>
          <a:lstStyle>
            <a:lvl1pPr>
              <a:defRPr sz="6000" b="1" i="0">
                <a:solidFill>
                  <a:schemeClr val="bg1"/>
                </a:solidFill>
                <a:latin typeface="+mj-lt"/>
                <a:cs typeface="Calibri Light" panose="020F0302020204030204" pitchFamily="34" charset="0"/>
              </a:defRPr>
            </a:lvl1pPr>
          </a:lstStyle>
          <a:p>
            <a:r>
              <a:rPr lang="en-US"/>
              <a:t>Section Header</a:t>
            </a:r>
          </a:p>
        </p:txBody>
      </p:sp>
      <p:sp>
        <p:nvSpPr>
          <p:cNvPr id="3" name="Text Placeholder 4">
            <a:extLst>
              <a:ext uri="{FF2B5EF4-FFF2-40B4-BE49-F238E27FC236}">
                <a16:creationId xmlns:a16="http://schemas.microsoft.com/office/drawing/2014/main" id="{B0EC5345-D2D0-6B03-7DDB-B62AB64329C8}"/>
              </a:ext>
            </a:extLst>
          </p:cNvPr>
          <p:cNvSpPr>
            <a:spLocks noGrp="1"/>
          </p:cNvSpPr>
          <p:nvPr>
            <p:ph type="body" sz="quarter" idx="10" hasCustomPrompt="1"/>
          </p:nvPr>
        </p:nvSpPr>
        <p:spPr>
          <a:xfrm>
            <a:off x="481265" y="1336040"/>
            <a:ext cx="498928" cy="321627"/>
          </a:xfrm>
          <a:prstGeom prst="rect">
            <a:avLst/>
          </a:prstGeom>
        </p:spPr>
        <p:txBody>
          <a:bodyPr wrap="square" anchor="t" anchorCtr="0">
            <a:spAutoFit/>
          </a:bodyPr>
          <a:lstStyle>
            <a:lvl1pPr algn="l">
              <a:defRPr sz="2000" b="1">
                <a:gradFill>
                  <a:gsLst>
                    <a:gs pos="76000">
                      <a:schemeClr val="accent5"/>
                    </a:gs>
                    <a:gs pos="0">
                      <a:schemeClr val="accent2"/>
                    </a:gs>
                    <a:gs pos="100000">
                      <a:schemeClr val="accent4"/>
                    </a:gs>
                  </a:gsLst>
                  <a:lin ang="1800000" scaled="0"/>
                </a:gradFill>
              </a:defRPr>
            </a:lvl1pPr>
          </a:lstStyle>
          <a:p>
            <a:pPr lvl="0"/>
            <a:r>
              <a:rPr lang="en-US"/>
              <a:t>01</a:t>
            </a:r>
          </a:p>
        </p:txBody>
      </p:sp>
      <p:sp>
        <p:nvSpPr>
          <p:cNvPr id="4" name="Text Placeholder 4">
            <a:extLst>
              <a:ext uri="{FF2B5EF4-FFF2-40B4-BE49-F238E27FC236}">
                <a16:creationId xmlns:a16="http://schemas.microsoft.com/office/drawing/2014/main" id="{CB32F50E-D900-4FFA-87A8-502151FBE20C}"/>
              </a:ext>
            </a:extLst>
          </p:cNvPr>
          <p:cNvSpPr>
            <a:spLocks noGrp="1"/>
          </p:cNvSpPr>
          <p:nvPr>
            <p:ph type="body" sz="quarter" idx="16" hasCustomPrompt="1"/>
          </p:nvPr>
        </p:nvSpPr>
        <p:spPr>
          <a:xfrm>
            <a:off x="481265" y="3126991"/>
            <a:ext cx="4554537" cy="289438"/>
          </a:xfrm>
          <a:prstGeom prst="rect">
            <a:avLst/>
          </a:prstGeom>
        </p:spPr>
        <p:txBody>
          <a:bodyPr wrap="square" anchor="t" anchorCtr="0">
            <a:spAutoFit/>
          </a:bodyPr>
          <a:lstStyle>
            <a:lvl1pPr>
              <a:defRPr sz="1800" b="0" i="0">
                <a:solidFill>
                  <a:schemeClr val="bg1"/>
                </a:solidFill>
                <a:latin typeface="Calibri Light" panose="020F0302020204030204" pitchFamily="34" charset="0"/>
                <a:cs typeface="Calibri Light" panose="020F0302020204030204" pitchFamily="34" charset="0"/>
              </a:defRPr>
            </a:lvl1pPr>
          </a:lstStyle>
          <a:p>
            <a:pPr lvl="0"/>
            <a:r>
              <a:rPr lang="en-US"/>
              <a:t>Section description</a:t>
            </a:r>
          </a:p>
        </p:txBody>
      </p:sp>
      <p:pic>
        <p:nvPicPr>
          <p:cNvPr id="5" name="Graphic 4">
            <a:extLst>
              <a:ext uri="{FF2B5EF4-FFF2-40B4-BE49-F238E27FC236}">
                <a16:creationId xmlns:a16="http://schemas.microsoft.com/office/drawing/2014/main" id="{7BA73176-A11D-D62A-EC12-39C3DF983B1B}"/>
              </a:ext>
            </a:extLst>
          </p:cNvPr>
          <p:cNvPicPr>
            <a:picLocks noChangeAspect="1"/>
          </p:cNvPicPr>
          <p:nvPr userDrawn="1"/>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457201" y="6438901"/>
            <a:ext cx="540540" cy="190499"/>
          </a:xfrm>
          <a:prstGeom prst="rect">
            <a:avLst/>
          </a:prstGeom>
        </p:spPr>
      </p:pic>
      <p:sp>
        <p:nvSpPr>
          <p:cNvPr id="6" name="TextBox 5">
            <a:extLst>
              <a:ext uri="{FF2B5EF4-FFF2-40B4-BE49-F238E27FC236}">
                <a16:creationId xmlns:a16="http://schemas.microsoft.com/office/drawing/2014/main" id="{DDED43E1-5036-AF03-3AFC-AC404D716E48}"/>
              </a:ext>
            </a:extLst>
          </p:cNvPr>
          <p:cNvSpPr txBox="1"/>
          <p:nvPr userDrawn="1"/>
        </p:nvSpPr>
        <p:spPr>
          <a:xfrm>
            <a:off x="10048875" y="6406590"/>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bg1"/>
                </a:solidFill>
              </a:rPr>
              <a:t>EPAM Proprietary &amp; Confidential.</a:t>
            </a:r>
          </a:p>
        </p:txBody>
      </p:sp>
      <p:sp>
        <p:nvSpPr>
          <p:cNvPr id="7" name="Text Placeholder 3">
            <a:extLst>
              <a:ext uri="{FF2B5EF4-FFF2-40B4-BE49-F238E27FC236}">
                <a16:creationId xmlns:a16="http://schemas.microsoft.com/office/drawing/2014/main" id="{B4AFFE7B-BAB3-2BE6-68C7-82413494811D}"/>
              </a:ext>
            </a:extLst>
          </p:cNvPr>
          <p:cNvSpPr txBox="1"/>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smtClean="0">
                <a:solidFill>
                  <a:schemeClr val="bg1"/>
                </a:solidFill>
              </a:rPr>
              <a:pPr lvl="0"/>
              <a:t>‹#›</a:t>
            </a:fld>
            <a:endParaRPr lang="en-US" sz="1000">
              <a:solidFill>
                <a:schemeClr val="bg1"/>
              </a:solidFill>
            </a:endParaRPr>
          </a:p>
        </p:txBody>
      </p:sp>
    </p:spTree>
    <p:extLst>
      <p:ext uri="{BB962C8B-B14F-4D97-AF65-F5344CB8AC3E}">
        <p14:creationId xmlns:p14="http://schemas.microsoft.com/office/powerpoint/2010/main" val="123442211"/>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ection_Header_Custiom_2">
    <p:bg>
      <p:bgPr>
        <a:blipFill dpi="0" rotWithShape="1">
          <a:blip r:embed="rId2">
            <a:lum/>
            <a:extLst>
              <a:ext uri="{28A0092B-C50C-407E-A947-70E740481C1C}">
                <a14:useLocalDpi xmlns:a14="http://schemas.microsoft.com/office/drawing/2010/main"/>
              </a:ext>
            </a:extLst>
          </a:blip>
          <a:stretch>
            <a:fillRect/>
          </a:stretch>
        </a:blipFill>
        <a:effectLst/>
      </p:bgPr>
    </p:bg>
    <p:spTree>
      <p:nvGrpSpPr>
        <p:cNvPr id="1" name=""/>
        <p:cNvGrpSpPr/>
        <p:nvPr/>
      </p:nvGrpSpPr>
      <p:grpSpPr>
        <a:xfrm>
          <a:off x="0" y="0"/>
          <a:ext cx="0" cy="0"/>
          <a:chOff x="0" y="0"/>
          <a:chExt cx="0" cy="0"/>
        </a:xfrm>
      </p:grpSpPr>
      <p:sp>
        <p:nvSpPr>
          <p:cNvPr id="8" name="Title 2">
            <a:extLst>
              <a:ext uri="{FF2B5EF4-FFF2-40B4-BE49-F238E27FC236}">
                <a16:creationId xmlns:a16="http://schemas.microsoft.com/office/drawing/2014/main" id="{05BDBBF2-452B-8A53-D3BC-946EEC403099}"/>
              </a:ext>
            </a:extLst>
          </p:cNvPr>
          <p:cNvSpPr>
            <a:spLocks noGrp="1"/>
          </p:cNvSpPr>
          <p:nvPr>
            <p:ph type="title" hasCustomPrompt="1"/>
          </p:nvPr>
        </p:nvSpPr>
        <p:spPr>
          <a:xfrm>
            <a:off x="481265" y="1793240"/>
            <a:ext cx="5640805" cy="923330"/>
          </a:xfrm>
          <a:prstGeom prst="rect">
            <a:avLst/>
          </a:prstGeom>
        </p:spPr>
        <p:txBody>
          <a:bodyPr vert="horz" wrap="square" lIns="0" tIns="0" rIns="0" bIns="0" rtlCol="0" anchor="t">
            <a:spAutoFit/>
          </a:bodyPr>
          <a:lstStyle>
            <a:lvl1pPr>
              <a:defRPr lang="en-US" sz="6000">
                <a:solidFill>
                  <a:schemeClr val="bg1"/>
                </a:solidFill>
                <a:latin typeface="+mj-lt"/>
                <a:cs typeface="Calibri Light" panose="020F0302020204030204" pitchFamily="34" charset="0"/>
              </a:defRPr>
            </a:lvl1pPr>
          </a:lstStyle>
          <a:p>
            <a:pPr lvl="0"/>
            <a:r>
              <a:rPr lang="en-US"/>
              <a:t>Section Header</a:t>
            </a:r>
          </a:p>
        </p:txBody>
      </p:sp>
      <p:sp>
        <p:nvSpPr>
          <p:cNvPr id="9" name="Text Placeholder 4">
            <a:extLst>
              <a:ext uri="{FF2B5EF4-FFF2-40B4-BE49-F238E27FC236}">
                <a16:creationId xmlns:a16="http://schemas.microsoft.com/office/drawing/2014/main" id="{2CA620CE-1B8B-D388-B43E-902BAFDB8F31}"/>
              </a:ext>
            </a:extLst>
          </p:cNvPr>
          <p:cNvSpPr>
            <a:spLocks noGrp="1"/>
          </p:cNvSpPr>
          <p:nvPr>
            <p:ph type="body" sz="quarter" idx="10" hasCustomPrompt="1"/>
          </p:nvPr>
        </p:nvSpPr>
        <p:spPr>
          <a:xfrm>
            <a:off x="481265" y="1336040"/>
            <a:ext cx="498928" cy="321627"/>
          </a:xfrm>
          <a:prstGeom prst="rect">
            <a:avLst/>
          </a:prstGeom>
        </p:spPr>
        <p:txBody>
          <a:bodyPr vert="horz" wrap="square" lIns="0" tIns="0" rIns="0" bIns="0" rtlCol="0" anchor="t" anchorCtr="0">
            <a:spAutoFit/>
          </a:bodyPr>
          <a:lstStyle>
            <a:lvl1pPr>
              <a:defRPr lang="en-US" sz="2000" b="1">
                <a:gradFill>
                  <a:gsLst>
                    <a:gs pos="76000">
                      <a:schemeClr val="accent5"/>
                    </a:gs>
                    <a:gs pos="0">
                      <a:schemeClr val="accent2"/>
                    </a:gs>
                    <a:gs pos="100000">
                      <a:schemeClr val="accent4"/>
                    </a:gs>
                  </a:gsLst>
                  <a:lin ang="1800000" scaled="0"/>
                </a:gradFill>
              </a:defRPr>
            </a:lvl1pPr>
          </a:lstStyle>
          <a:p>
            <a:pPr lvl="0"/>
            <a:r>
              <a:rPr lang="en-US"/>
              <a:t>01</a:t>
            </a:r>
          </a:p>
        </p:txBody>
      </p:sp>
      <p:sp>
        <p:nvSpPr>
          <p:cNvPr id="10" name="Text Placeholder 4">
            <a:extLst>
              <a:ext uri="{FF2B5EF4-FFF2-40B4-BE49-F238E27FC236}">
                <a16:creationId xmlns:a16="http://schemas.microsoft.com/office/drawing/2014/main" id="{9B21D373-42F2-86AB-3F79-81C1BE348209}"/>
              </a:ext>
            </a:extLst>
          </p:cNvPr>
          <p:cNvSpPr>
            <a:spLocks noGrp="1"/>
          </p:cNvSpPr>
          <p:nvPr>
            <p:ph type="body" sz="quarter" idx="16" hasCustomPrompt="1"/>
          </p:nvPr>
        </p:nvSpPr>
        <p:spPr>
          <a:xfrm>
            <a:off x="481265" y="3126991"/>
            <a:ext cx="4554537" cy="289438"/>
          </a:xfrm>
          <a:prstGeom prst="rect">
            <a:avLst/>
          </a:prstGeom>
        </p:spPr>
        <p:txBody>
          <a:bodyPr wrap="square" anchor="t" anchorCtr="0">
            <a:spAutoFit/>
          </a:bodyPr>
          <a:lstStyle>
            <a:lvl1pPr>
              <a:defRPr sz="1800" b="0" i="0">
                <a:solidFill>
                  <a:schemeClr val="bg1"/>
                </a:solidFill>
                <a:latin typeface="Calibri Light" panose="020F0302020204030204" pitchFamily="34" charset="0"/>
                <a:cs typeface="Calibri Light" panose="020F0302020204030204" pitchFamily="34" charset="0"/>
              </a:defRPr>
            </a:lvl1pPr>
          </a:lstStyle>
          <a:p>
            <a:pPr lvl="0"/>
            <a:r>
              <a:rPr lang="en-US"/>
              <a:t>Section description</a:t>
            </a:r>
          </a:p>
        </p:txBody>
      </p:sp>
      <p:pic>
        <p:nvPicPr>
          <p:cNvPr id="2" name="Graphic 1">
            <a:extLst>
              <a:ext uri="{FF2B5EF4-FFF2-40B4-BE49-F238E27FC236}">
                <a16:creationId xmlns:a16="http://schemas.microsoft.com/office/drawing/2014/main" id="{78720EBE-A59D-52D5-044F-DF5C07F83D76}"/>
              </a:ext>
            </a:extLst>
          </p:cNvPr>
          <p:cNvPicPr>
            <a:picLocks noChangeAspect="1"/>
          </p:cNvPicPr>
          <p:nvPr userDrawn="1"/>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457201" y="6438901"/>
            <a:ext cx="540540" cy="190499"/>
          </a:xfrm>
          <a:prstGeom prst="rect">
            <a:avLst/>
          </a:prstGeom>
        </p:spPr>
      </p:pic>
      <p:sp>
        <p:nvSpPr>
          <p:cNvPr id="3" name="TextBox 2">
            <a:extLst>
              <a:ext uri="{FF2B5EF4-FFF2-40B4-BE49-F238E27FC236}">
                <a16:creationId xmlns:a16="http://schemas.microsoft.com/office/drawing/2014/main" id="{33F31129-9154-6101-E99F-40D9C428A70F}"/>
              </a:ext>
            </a:extLst>
          </p:cNvPr>
          <p:cNvSpPr txBox="1"/>
          <p:nvPr userDrawn="1"/>
        </p:nvSpPr>
        <p:spPr>
          <a:xfrm>
            <a:off x="10048875" y="6406590"/>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bg1"/>
                </a:solidFill>
              </a:rPr>
              <a:t>EPAM Proprietary &amp; Confidential.</a:t>
            </a:r>
          </a:p>
        </p:txBody>
      </p:sp>
      <p:sp>
        <p:nvSpPr>
          <p:cNvPr id="4" name="Text Placeholder 3">
            <a:extLst>
              <a:ext uri="{FF2B5EF4-FFF2-40B4-BE49-F238E27FC236}">
                <a16:creationId xmlns:a16="http://schemas.microsoft.com/office/drawing/2014/main" id="{BF7BD8E2-6131-A98D-36C8-080B716E4D62}"/>
              </a:ext>
            </a:extLst>
          </p:cNvPr>
          <p:cNvSpPr txBox="1"/>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smtClean="0">
                <a:solidFill>
                  <a:schemeClr val="bg1"/>
                </a:solidFill>
              </a:rPr>
              <a:pPr lvl="0"/>
              <a:t>‹#›</a:t>
            </a:fld>
            <a:endParaRPr lang="en-US" sz="1000">
              <a:solidFill>
                <a:schemeClr val="bg1"/>
              </a:solidFill>
            </a:endParaRPr>
          </a:p>
        </p:txBody>
      </p:sp>
    </p:spTree>
    <p:extLst>
      <p:ext uri="{BB962C8B-B14F-4D97-AF65-F5344CB8AC3E}">
        <p14:creationId xmlns:p14="http://schemas.microsoft.com/office/powerpoint/2010/main" val="3481892280"/>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ection_Header_Custiom_3">
    <p:bg>
      <p:bgPr>
        <a:blipFill dpi="0" rotWithShape="1">
          <a:blip r:embed="rId2">
            <a:lum/>
            <a:extLst>
              <a:ext uri="{28A0092B-C50C-407E-A947-70E740481C1C}">
                <a14:useLocalDpi xmlns:a14="http://schemas.microsoft.com/office/drawing/2010/main"/>
              </a:ext>
            </a:extLst>
          </a:blip>
          <a:stretch>
            <a:fillRect/>
          </a:stretch>
        </a:blipFill>
        <a:effectLst/>
      </p:bgPr>
    </p:bg>
    <p:spTree>
      <p:nvGrpSpPr>
        <p:cNvPr id="1" name=""/>
        <p:cNvGrpSpPr/>
        <p:nvPr/>
      </p:nvGrpSpPr>
      <p:grpSpPr>
        <a:xfrm>
          <a:off x="0" y="0"/>
          <a:ext cx="0" cy="0"/>
          <a:chOff x="0" y="0"/>
          <a:chExt cx="0" cy="0"/>
        </a:xfrm>
      </p:grpSpPr>
      <p:sp>
        <p:nvSpPr>
          <p:cNvPr id="5" name="Title 2">
            <a:extLst>
              <a:ext uri="{FF2B5EF4-FFF2-40B4-BE49-F238E27FC236}">
                <a16:creationId xmlns:a16="http://schemas.microsoft.com/office/drawing/2014/main" id="{8BEA6F8A-F8D2-0E03-127C-C4C39351EE62}"/>
              </a:ext>
            </a:extLst>
          </p:cNvPr>
          <p:cNvSpPr>
            <a:spLocks noGrp="1"/>
          </p:cNvSpPr>
          <p:nvPr>
            <p:ph type="title" hasCustomPrompt="1"/>
          </p:nvPr>
        </p:nvSpPr>
        <p:spPr>
          <a:xfrm>
            <a:off x="481265" y="1793240"/>
            <a:ext cx="5640805" cy="923330"/>
          </a:xfrm>
          <a:prstGeom prst="rect">
            <a:avLst/>
          </a:prstGeom>
        </p:spPr>
        <p:txBody>
          <a:bodyPr vert="horz" wrap="square" lIns="0" tIns="0" rIns="0" bIns="0" rtlCol="0" anchor="t">
            <a:spAutoFit/>
          </a:bodyPr>
          <a:lstStyle>
            <a:lvl1pPr>
              <a:defRPr lang="en-US" sz="6000">
                <a:solidFill>
                  <a:schemeClr val="bg1"/>
                </a:solidFill>
                <a:latin typeface="+mj-lt"/>
                <a:cs typeface="Calibri Light" panose="020F0302020204030204" pitchFamily="34" charset="0"/>
              </a:defRPr>
            </a:lvl1pPr>
          </a:lstStyle>
          <a:p>
            <a:pPr lvl="0"/>
            <a:r>
              <a:rPr lang="en-US"/>
              <a:t>Section Header</a:t>
            </a:r>
          </a:p>
        </p:txBody>
      </p:sp>
      <p:sp>
        <p:nvSpPr>
          <p:cNvPr id="6" name="Text Placeholder 4">
            <a:extLst>
              <a:ext uri="{FF2B5EF4-FFF2-40B4-BE49-F238E27FC236}">
                <a16:creationId xmlns:a16="http://schemas.microsoft.com/office/drawing/2014/main" id="{F86F72EA-0ABE-9A8E-4E77-930AA5496A56}"/>
              </a:ext>
            </a:extLst>
          </p:cNvPr>
          <p:cNvSpPr>
            <a:spLocks noGrp="1"/>
          </p:cNvSpPr>
          <p:nvPr>
            <p:ph type="body" sz="quarter" idx="10" hasCustomPrompt="1"/>
          </p:nvPr>
        </p:nvSpPr>
        <p:spPr>
          <a:xfrm>
            <a:off x="481265" y="1336040"/>
            <a:ext cx="498928" cy="321627"/>
          </a:xfrm>
          <a:prstGeom prst="rect">
            <a:avLst/>
          </a:prstGeom>
        </p:spPr>
        <p:txBody>
          <a:bodyPr vert="horz" wrap="square" lIns="0" tIns="0" rIns="0" bIns="0" rtlCol="0" anchor="t" anchorCtr="0">
            <a:spAutoFit/>
          </a:bodyPr>
          <a:lstStyle>
            <a:lvl1pPr>
              <a:defRPr lang="en-US" sz="2000" b="1">
                <a:gradFill>
                  <a:gsLst>
                    <a:gs pos="76000">
                      <a:schemeClr val="accent5"/>
                    </a:gs>
                    <a:gs pos="0">
                      <a:schemeClr val="accent2"/>
                    </a:gs>
                    <a:gs pos="100000">
                      <a:schemeClr val="accent4"/>
                    </a:gs>
                  </a:gsLst>
                  <a:lin ang="1800000" scaled="0"/>
                </a:gradFill>
              </a:defRPr>
            </a:lvl1pPr>
          </a:lstStyle>
          <a:p>
            <a:pPr lvl="0"/>
            <a:r>
              <a:rPr lang="en-US"/>
              <a:t>01</a:t>
            </a:r>
          </a:p>
        </p:txBody>
      </p:sp>
      <p:sp>
        <p:nvSpPr>
          <p:cNvPr id="7" name="Text Placeholder 4">
            <a:extLst>
              <a:ext uri="{FF2B5EF4-FFF2-40B4-BE49-F238E27FC236}">
                <a16:creationId xmlns:a16="http://schemas.microsoft.com/office/drawing/2014/main" id="{A5E6E347-3D84-596D-2504-6BB7F3483113}"/>
              </a:ext>
            </a:extLst>
          </p:cNvPr>
          <p:cNvSpPr>
            <a:spLocks noGrp="1"/>
          </p:cNvSpPr>
          <p:nvPr>
            <p:ph type="body" sz="quarter" idx="16" hasCustomPrompt="1"/>
          </p:nvPr>
        </p:nvSpPr>
        <p:spPr>
          <a:xfrm>
            <a:off x="481265" y="3126991"/>
            <a:ext cx="4554537" cy="289438"/>
          </a:xfrm>
          <a:prstGeom prst="rect">
            <a:avLst/>
          </a:prstGeom>
        </p:spPr>
        <p:txBody>
          <a:bodyPr wrap="square" anchor="t" anchorCtr="0">
            <a:spAutoFit/>
          </a:bodyPr>
          <a:lstStyle>
            <a:lvl1pPr>
              <a:defRPr sz="1800" b="0" i="0">
                <a:solidFill>
                  <a:schemeClr val="bg1"/>
                </a:solidFill>
                <a:latin typeface="Calibri Light" panose="020F0302020204030204" pitchFamily="34" charset="0"/>
                <a:cs typeface="Calibri Light" panose="020F0302020204030204" pitchFamily="34" charset="0"/>
              </a:defRPr>
            </a:lvl1pPr>
          </a:lstStyle>
          <a:p>
            <a:pPr lvl="0"/>
            <a:r>
              <a:rPr lang="en-US"/>
              <a:t>Section description</a:t>
            </a:r>
          </a:p>
        </p:txBody>
      </p:sp>
      <p:pic>
        <p:nvPicPr>
          <p:cNvPr id="2" name="Graphic 1">
            <a:extLst>
              <a:ext uri="{FF2B5EF4-FFF2-40B4-BE49-F238E27FC236}">
                <a16:creationId xmlns:a16="http://schemas.microsoft.com/office/drawing/2014/main" id="{75684E56-61FE-0760-81FB-D738FF31CEDA}"/>
              </a:ext>
            </a:extLst>
          </p:cNvPr>
          <p:cNvPicPr>
            <a:picLocks noChangeAspect="1"/>
          </p:cNvPicPr>
          <p:nvPr userDrawn="1"/>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457201" y="6438901"/>
            <a:ext cx="540540" cy="190499"/>
          </a:xfrm>
          <a:prstGeom prst="rect">
            <a:avLst/>
          </a:prstGeom>
        </p:spPr>
      </p:pic>
      <p:sp>
        <p:nvSpPr>
          <p:cNvPr id="3" name="TextBox 2">
            <a:extLst>
              <a:ext uri="{FF2B5EF4-FFF2-40B4-BE49-F238E27FC236}">
                <a16:creationId xmlns:a16="http://schemas.microsoft.com/office/drawing/2014/main" id="{C4AFDEA9-4B5D-18D7-3B7C-ADC156E9EFCF}"/>
              </a:ext>
            </a:extLst>
          </p:cNvPr>
          <p:cNvSpPr txBox="1"/>
          <p:nvPr userDrawn="1"/>
        </p:nvSpPr>
        <p:spPr>
          <a:xfrm>
            <a:off x="10048875" y="6406590"/>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bg1"/>
                </a:solidFill>
              </a:rPr>
              <a:t>EPAM Proprietary &amp; Confidential.</a:t>
            </a:r>
          </a:p>
        </p:txBody>
      </p:sp>
      <p:sp>
        <p:nvSpPr>
          <p:cNvPr id="4" name="Text Placeholder 3">
            <a:extLst>
              <a:ext uri="{FF2B5EF4-FFF2-40B4-BE49-F238E27FC236}">
                <a16:creationId xmlns:a16="http://schemas.microsoft.com/office/drawing/2014/main" id="{1C818241-0582-A630-8CB0-7598682D85EA}"/>
              </a:ext>
            </a:extLst>
          </p:cNvPr>
          <p:cNvSpPr txBox="1"/>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smtClean="0">
                <a:solidFill>
                  <a:schemeClr val="bg1"/>
                </a:solidFill>
              </a:rPr>
              <a:pPr lvl="0"/>
              <a:t>‹#›</a:t>
            </a:fld>
            <a:endParaRPr lang="en-US" sz="1000">
              <a:solidFill>
                <a:schemeClr val="bg1"/>
              </a:solidFill>
            </a:endParaRPr>
          </a:p>
        </p:txBody>
      </p:sp>
    </p:spTree>
    <p:extLst>
      <p:ext uri="{BB962C8B-B14F-4D97-AF65-F5344CB8AC3E}">
        <p14:creationId xmlns:p14="http://schemas.microsoft.com/office/powerpoint/2010/main" val="1000084312"/>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ection_Header_Custiom_4">
    <p:bg>
      <p:bgPr>
        <a:blipFill dpi="0" rotWithShape="1">
          <a:blip r:embed="rId2">
            <a:lum/>
            <a:extLst>
              <a:ext uri="{28A0092B-C50C-407E-A947-70E740481C1C}">
                <a14:useLocalDpi xmlns:a14="http://schemas.microsoft.com/office/drawing/2010/main"/>
              </a:ext>
            </a:extLst>
          </a:blip>
          <a:stretch>
            <a:fillRect/>
          </a:stretch>
        </a:blipFill>
        <a:effectLst/>
      </p:bgPr>
    </p:bg>
    <p:spTree>
      <p:nvGrpSpPr>
        <p:cNvPr id="1" name=""/>
        <p:cNvGrpSpPr/>
        <p:nvPr/>
      </p:nvGrpSpPr>
      <p:grpSpPr>
        <a:xfrm>
          <a:off x="0" y="0"/>
          <a:ext cx="0" cy="0"/>
          <a:chOff x="0" y="0"/>
          <a:chExt cx="0" cy="0"/>
        </a:xfrm>
      </p:grpSpPr>
      <p:sp>
        <p:nvSpPr>
          <p:cNvPr id="5" name="Title 2">
            <a:extLst>
              <a:ext uri="{FF2B5EF4-FFF2-40B4-BE49-F238E27FC236}">
                <a16:creationId xmlns:a16="http://schemas.microsoft.com/office/drawing/2014/main" id="{48956E04-CBD7-E482-8975-949516BE35C7}"/>
              </a:ext>
            </a:extLst>
          </p:cNvPr>
          <p:cNvSpPr>
            <a:spLocks noGrp="1"/>
          </p:cNvSpPr>
          <p:nvPr>
            <p:ph type="title" hasCustomPrompt="1"/>
          </p:nvPr>
        </p:nvSpPr>
        <p:spPr>
          <a:xfrm>
            <a:off x="481265" y="1793240"/>
            <a:ext cx="5640805" cy="923330"/>
          </a:xfrm>
          <a:prstGeom prst="rect">
            <a:avLst/>
          </a:prstGeom>
        </p:spPr>
        <p:txBody>
          <a:bodyPr vert="horz" wrap="square" lIns="0" tIns="0" rIns="0" bIns="0" rtlCol="0" anchor="t">
            <a:spAutoFit/>
          </a:bodyPr>
          <a:lstStyle>
            <a:lvl1pPr>
              <a:defRPr lang="en-US" sz="6000">
                <a:solidFill>
                  <a:schemeClr val="bg1"/>
                </a:solidFill>
                <a:latin typeface="+mj-lt"/>
                <a:cs typeface="Calibri Light" panose="020F0302020204030204" pitchFamily="34" charset="0"/>
              </a:defRPr>
            </a:lvl1pPr>
          </a:lstStyle>
          <a:p>
            <a:pPr lvl="0"/>
            <a:r>
              <a:rPr lang="en-US"/>
              <a:t>Section Header</a:t>
            </a:r>
          </a:p>
        </p:txBody>
      </p:sp>
      <p:sp>
        <p:nvSpPr>
          <p:cNvPr id="6" name="Text Placeholder 4">
            <a:extLst>
              <a:ext uri="{FF2B5EF4-FFF2-40B4-BE49-F238E27FC236}">
                <a16:creationId xmlns:a16="http://schemas.microsoft.com/office/drawing/2014/main" id="{4DF04DE8-18FA-CC1C-A2E5-416F24CA0863}"/>
              </a:ext>
            </a:extLst>
          </p:cNvPr>
          <p:cNvSpPr>
            <a:spLocks noGrp="1"/>
          </p:cNvSpPr>
          <p:nvPr>
            <p:ph type="body" sz="quarter" idx="10" hasCustomPrompt="1"/>
          </p:nvPr>
        </p:nvSpPr>
        <p:spPr>
          <a:xfrm>
            <a:off x="481265" y="1336040"/>
            <a:ext cx="498928" cy="321627"/>
          </a:xfrm>
          <a:prstGeom prst="rect">
            <a:avLst/>
          </a:prstGeom>
        </p:spPr>
        <p:txBody>
          <a:bodyPr vert="horz" wrap="square" lIns="0" tIns="0" rIns="0" bIns="0" rtlCol="0" anchor="t" anchorCtr="0">
            <a:spAutoFit/>
          </a:bodyPr>
          <a:lstStyle>
            <a:lvl1pPr>
              <a:defRPr lang="en-US" sz="2000" b="1">
                <a:gradFill>
                  <a:gsLst>
                    <a:gs pos="76000">
                      <a:schemeClr val="accent5"/>
                    </a:gs>
                    <a:gs pos="0">
                      <a:schemeClr val="accent2"/>
                    </a:gs>
                    <a:gs pos="100000">
                      <a:schemeClr val="accent4"/>
                    </a:gs>
                  </a:gsLst>
                  <a:lin ang="1800000" scaled="0"/>
                </a:gradFill>
              </a:defRPr>
            </a:lvl1pPr>
          </a:lstStyle>
          <a:p>
            <a:pPr lvl="0"/>
            <a:r>
              <a:rPr lang="en-US"/>
              <a:t>01</a:t>
            </a:r>
          </a:p>
        </p:txBody>
      </p:sp>
      <p:sp>
        <p:nvSpPr>
          <p:cNvPr id="7" name="Text Placeholder 4">
            <a:extLst>
              <a:ext uri="{FF2B5EF4-FFF2-40B4-BE49-F238E27FC236}">
                <a16:creationId xmlns:a16="http://schemas.microsoft.com/office/drawing/2014/main" id="{6BD1EAAB-FF14-59B6-EB7C-E327DBE47644}"/>
              </a:ext>
            </a:extLst>
          </p:cNvPr>
          <p:cNvSpPr>
            <a:spLocks noGrp="1"/>
          </p:cNvSpPr>
          <p:nvPr>
            <p:ph type="body" sz="quarter" idx="16" hasCustomPrompt="1"/>
          </p:nvPr>
        </p:nvSpPr>
        <p:spPr>
          <a:xfrm>
            <a:off x="481265" y="3126991"/>
            <a:ext cx="4554537" cy="289438"/>
          </a:xfrm>
          <a:prstGeom prst="rect">
            <a:avLst/>
          </a:prstGeom>
        </p:spPr>
        <p:txBody>
          <a:bodyPr wrap="square" anchor="t" anchorCtr="0">
            <a:spAutoFit/>
          </a:bodyPr>
          <a:lstStyle>
            <a:lvl1pPr>
              <a:defRPr sz="1800" b="0" i="0">
                <a:solidFill>
                  <a:schemeClr val="bg1"/>
                </a:solidFill>
                <a:latin typeface="Calibri Light" panose="020F0302020204030204" pitchFamily="34" charset="0"/>
                <a:cs typeface="Calibri Light" panose="020F0302020204030204" pitchFamily="34" charset="0"/>
              </a:defRPr>
            </a:lvl1pPr>
          </a:lstStyle>
          <a:p>
            <a:pPr lvl="0"/>
            <a:r>
              <a:rPr lang="en-US"/>
              <a:t>Section description</a:t>
            </a:r>
          </a:p>
        </p:txBody>
      </p:sp>
      <p:pic>
        <p:nvPicPr>
          <p:cNvPr id="2" name="Graphic 1">
            <a:extLst>
              <a:ext uri="{FF2B5EF4-FFF2-40B4-BE49-F238E27FC236}">
                <a16:creationId xmlns:a16="http://schemas.microsoft.com/office/drawing/2014/main" id="{53ED1D57-42C1-01EC-FDEC-8930A13F028D}"/>
              </a:ext>
            </a:extLst>
          </p:cNvPr>
          <p:cNvPicPr>
            <a:picLocks noChangeAspect="1"/>
          </p:cNvPicPr>
          <p:nvPr userDrawn="1"/>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457201" y="6438901"/>
            <a:ext cx="540540" cy="190499"/>
          </a:xfrm>
          <a:prstGeom prst="rect">
            <a:avLst/>
          </a:prstGeom>
        </p:spPr>
      </p:pic>
      <p:sp>
        <p:nvSpPr>
          <p:cNvPr id="3" name="TextBox 2">
            <a:extLst>
              <a:ext uri="{FF2B5EF4-FFF2-40B4-BE49-F238E27FC236}">
                <a16:creationId xmlns:a16="http://schemas.microsoft.com/office/drawing/2014/main" id="{FA158379-42B6-CCBC-ACEF-3055CDBB2DD6}"/>
              </a:ext>
            </a:extLst>
          </p:cNvPr>
          <p:cNvSpPr txBox="1"/>
          <p:nvPr userDrawn="1"/>
        </p:nvSpPr>
        <p:spPr>
          <a:xfrm>
            <a:off x="10048875" y="6406590"/>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bg1"/>
                </a:solidFill>
              </a:rPr>
              <a:t>EPAM Proprietary &amp; Confidential.</a:t>
            </a:r>
          </a:p>
        </p:txBody>
      </p:sp>
      <p:sp>
        <p:nvSpPr>
          <p:cNvPr id="4" name="Text Placeholder 3">
            <a:extLst>
              <a:ext uri="{FF2B5EF4-FFF2-40B4-BE49-F238E27FC236}">
                <a16:creationId xmlns:a16="http://schemas.microsoft.com/office/drawing/2014/main" id="{48C1715E-3786-F104-88AB-8B85E2F6D918}"/>
              </a:ext>
            </a:extLst>
          </p:cNvPr>
          <p:cNvSpPr txBox="1"/>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smtClean="0">
                <a:solidFill>
                  <a:schemeClr val="bg1"/>
                </a:solidFill>
              </a:rPr>
              <a:pPr lvl="0"/>
              <a:t>‹#›</a:t>
            </a:fld>
            <a:endParaRPr lang="en-US" sz="1000">
              <a:solidFill>
                <a:schemeClr val="bg1"/>
              </a:solidFill>
            </a:endParaRPr>
          </a:p>
        </p:txBody>
      </p:sp>
    </p:spTree>
    <p:extLst>
      <p:ext uri="{BB962C8B-B14F-4D97-AF65-F5344CB8AC3E}">
        <p14:creationId xmlns:p14="http://schemas.microsoft.com/office/powerpoint/2010/main" val="2265591104"/>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Disclaimer">
    <p:bg>
      <p:bgPr>
        <a:blipFill dpi="0" rotWithShape="1">
          <a:blip r:embed="rId2">
            <a:lum/>
            <a:extLst>
              <a:ext uri="{28A0092B-C50C-407E-A947-70E740481C1C}">
                <a14:useLocalDpi xmlns:a14="http://schemas.microsoft.com/office/drawing/2010/main"/>
              </a:ext>
            </a:extLst>
          </a:blip>
          <a:stretch>
            <a:fillRect/>
          </a:stretch>
        </a:blip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CBC286D-0325-2652-6DE3-BC17B7921CDE}"/>
              </a:ext>
            </a:extLst>
          </p:cNvPr>
          <p:cNvSpPr txBox="1"/>
          <p:nvPr userDrawn="1"/>
        </p:nvSpPr>
        <p:spPr>
          <a:xfrm>
            <a:off x="481264" y="1667844"/>
            <a:ext cx="4403565" cy="1015663"/>
          </a:xfrm>
          <a:prstGeom prst="rect">
            <a:avLst/>
          </a:prstGeom>
        </p:spPr>
        <p:txBody>
          <a:bodyPr vert="horz" wrap="square" lIns="0" tIns="0" rIns="0" bIns="0" rtlCol="0" anchor="t">
            <a:spAutoFit/>
          </a:bodyPr>
          <a:lstStyle>
            <a:lvl1pPr>
              <a:lnSpc>
                <a:spcPct val="100000"/>
              </a:lnSpc>
              <a:spcBef>
                <a:spcPct val="0"/>
              </a:spcBef>
              <a:buNone/>
              <a:defRPr lang="en-US" sz="6000" b="1" i="0">
                <a:solidFill>
                  <a:schemeClr val="bg1"/>
                </a:solidFill>
                <a:latin typeface="+mj-lt"/>
                <a:ea typeface="Calibri" panose="020F0502020204030204" pitchFamily="34" charset="0"/>
                <a:cs typeface="Calibri Light" panose="020F0302020204030204" pitchFamily="34" charset="0"/>
              </a:defRPr>
            </a:lvl1pPr>
          </a:lstStyle>
          <a:p>
            <a:pPr lvl="0"/>
            <a:r>
              <a:rPr lang="en-US"/>
              <a:t>Disclaimer</a:t>
            </a:r>
          </a:p>
        </p:txBody>
      </p:sp>
      <p:sp>
        <p:nvSpPr>
          <p:cNvPr id="7" name="Title 4">
            <a:extLst>
              <a:ext uri="{FF2B5EF4-FFF2-40B4-BE49-F238E27FC236}">
                <a16:creationId xmlns:a16="http://schemas.microsoft.com/office/drawing/2014/main" id="{5C60129C-ED73-46C0-0FB7-BB32CA2BD978}"/>
              </a:ext>
            </a:extLst>
          </p:cNvPr>
          <p:cNvSpPr txBox="1"/>
          <p:nvPr userDrawn="1"/>
        </p:nvSpPr>
        <p:spPr>
          <a:xfrm>
            <a:off x="481263" y="2919114"/>
            <a:ext cx="6664971" cy="1050737"/>
          </a:xfrm>
          <a:prstGeom prst="rect">
            <a:avLst/>
          </a:prstGeom>
        </p:spPr>
        <p:txBody>
          <a:bodyPr wrap="square" lIns="0" tIns="0" rIns="0" bIns="0">
            <a:spAutoFit/>
          </a:bodyPr>
          <a:lstStyle>
            <a:lvl1pPr algn="l" defTabSz="914400" rtl="0" eaLnBrk="1" latinLnBrk="0" hangingPunct="1">
              <a:lnSpc>
                <a:spcPct val="100000"/>
              </a:lnSpc>
              <a:spcBef>
                <a:spcPct val="0"/>
              </a:spcBef>
              <a:buNone/>
              <a:defRPr sz="2200" b="1" i="0" kern="1200">
                <a:solidFill>
                  <a:schemeClr val="tx1"/>
                </a:solidFill>
                <a:latin typeface="+mj-lt"/>
                <a:ea typeface="Calibri" panose="020F0502020204030204" pitchFamily="34" charset="0"/>
                <a:cs typeface="Calibri" panose="020F0502020204030204" pitchFamily="34" charset="0"/>
              </a:defRPr>
            </a:lvl1pPr>
          </a:lstStyle>
          <a:p>
            <a:pPr>
              <a:lnSpc>
                <a:spcPct val="150000"/>
              </a:lnSpc>
            </a:pPr>
            <a:r>
              <a:rPr lang="en-US" sz="2400" b="0">
                <a:solidFill>
                  <a:schemeClr val="bg1"/>
                </a:solidFill>
                <a:latin typeface="Calibri Light"/>
                <a:cs typeface="Calibri Light"/>
              </a:rPr>
              <a:t>Do not share this presentation without a signed NDA.</a:t>
            </a:r>
            <a:endParaRPr lang="en-US" sz="2400">
              <a:solidFill>
                <a:schemeClr val="bg1"/>
              </a:solidFill>
              <a:latin typeface="Calibri Light"/>
              <a:cs typeface="Calibri Light"/>
            </a:endParaRPr>
          </a:p>
          <a:p>
            <a:pPr>
              <a:lnSpc>
                <a:spcPct val="150000"/>
              </a:lnSpc>
            </a:pPr>
            <a:r>
              <a:rPr lang="en-US" sz="2400" b="0">
                <a:solidFill>
                  <a:schemeClr val="bg1"/>
                </a:solidFill>
                <a:latin typeface="Calibri Light"/>
                <a:cs typeface="Calibri Light"/>
              </a:rPr>
              <a:t>Convert to PDF to protect sensitive slide notes.</a:t>
            </a:r>
            <a:endParaRPr lang="en-US" sz="2400">
              <a:solidFill>
                <a:schemeClr val="bg1"/>
              </a:solidFill>
              <a:latin typeface="Calibri Light"/>
              <a:cs typeface="Calibri Light"/>
            </a:endParaRPr>
          </a:p>
        </p:txBody>
      </p:sp>
      <p:pic>
        <p:nvPicPr>
          <p:cNvPr id="8" name="Picture 7">
            <a:extLst>
              <a:ext uri="{FF2B5EF4-FFF2-40B4-BE49-F238E27FC236}">
                <a16:creationId xmlns:a16="http://schemas.microsoft.com/office/drawing/2014/main" id="{EF3464A0-B9BD-B9A5-38BA-45F5800B2DA9}"/>
              </a:ext>
            </a:extLst>
          </p:cNvPr>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481264" y="872962"/>
            <a:ext cx="668294" cy="622205"/>
          </a:xfrm>
          <a:prstGeom prst="rect">
            <a:avLst/>
          </a:prstGeom>
        </p:spPr>
      </p:pic>
      <p:pic>
        <p:nvPicPr>
          <p:cNvPr id="2" name="Graphic 1">
            <a:extLst>
              <a:ext uri="{FF2B5EF4-FFF2-40B4-BE49-F238E27FC236}">
                <a16:creationId xmlns:a16="http://schemas.microsoft.com/office/drawing/2014/main" id="{C9E71BD3-C16B-E833-87BA-15C303776436}"/>
              </a:ext>
            </a:extLst>
          </p:cNvPr>
          <p:cNvPicPr>
            <a:picLocks noChangeAspect="1"/>
          </p:cNvPicPr>
          <p:nvPr userDrawn="1"/>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457201" y="6438901"/>
            <a:ext cx="540540" cy="190499"/>
          </a:xfrm>
          <a:prstGeom prst="rect">
            <a:avLst/>
          </a:prstGeom>
        </p:spPr>
      </p:pic>
      <p:sp>
        <p:nvSpPr>
          <p:cNvPr id="3" name="TextBox 2">
            <a:extLst>
              <a:ext uri="{FF2B5EF4-FFF2-40B4-BE49-F238E27FC236}">
                <a16:creationId xmlns:a16="http://schemas.microsoft.com/office/drawing/2014/main" id="{4D42082F-236C-033C-4BB1-ED91055E10D6}"/>
              </a:ext>
            </a:extLst>
          </p:cNvPr>
          <p:cNvSpPr txBox="1"/>
          <p:nvPr userDrawn="1"/>
        </p:nvSpPr>
        <p:spPr>
          <a:xfrm>
            <a:off x="10048875" y="6406590"/>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bg1"/>
                </a:solidFill>
              </a:rPr>
              <a:t>EPAM Proprietary &amp; Confidential.</a:t>
            </a:r>
          </a:p>
        </p:txBody>
      </p:sp>
      <p:sp>
        <p:nvSpPr>
          <p:cNvPr id="4" name="Text Placeholder 3">
            <a:extLst>
              <a:ext uri="{FF2B5EF4-FFF2-40B4-BE49-F238E27FC236}">
                <a16:creationId xmlns:a16="http://schemas.microsoft.com/office/drawing/2014/main" id="{43DDC278-1F97-461F-020F-97C4F17BCD4E}"/>
              </a:ext>
            </a:extLst>
          </p:cNvPr>
          <p:cNvSpPr txBox="1"/>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smtClean="0">
                <a:solidFill>
                  <a:schemeClr val="bg1"/>
                </a:solidFill>
              </a:rPr>
              <a:pPr lvl="0"/>
              <a:t>‹#›</a:t>
            </a:fld>
            <a:endParaRPr lang="en-US" sz="1000">
              <a:solidFill>
                <a:schemeClr val="bg1"/>
              </a:solidFill>
            </a:endParaRPr>
          </a:p>
        </p:txBody>
      </p:sp>
    </p:spTree>
    <p:extLst>
      <p:ext uri="{BB962C8B-B14F-4D97-AF65-F5344CB8AC3E}">
        <p14:creationId xmlns:p14="http://schemas.microsoft.com/office/powerpoint/2010/main" val="3699804221"/>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Divider-Light">
    <p:spTree>
      <p:nvGrpSpPr>
        <p:cNvPr id="1" name=""/>
        <p:cNvGrpSpPr/>
        <p:nvPr/>
      </p:nvGrpSpPr>
      <p:grpSpPr>
        <a:xfrm>
          <a:off x="0" y="0"/>
          <a:ext cx="0" cy="0"/>
          <a:chOff x="0" y="0"/>
          <a:chExt cx="0" cy="0"/>
        </a:xfrm>
      </p:grpSpPr>
      <p:pic>
        <p:nvPicPr>
          <p:cNvPr id="4" name="Picture 3" descr="Background pattern&#10;&#10;Description automatically generated with medium confidence">
            <a:extLst>
              <a:ext uri="{FF2B5EF4-FFF2-40B4-BE49-F238E27FC236}">
                <a16:creationId xmlns:a16="http://schemas.microsoft.com/office/drawing/2014/main" id="{93E89BDD-DFE0-2F52-8234-B4BA719C24D1}"/>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12192000" cy="6845299"/>
          </a:xfrm>
          <a:prstGeom prst="rect">
            <a:avLst/>
          </a:prstGeom>
        </p:spPr>
      </p:pic>
      <p:pic>
        <p:nvPicPr>
          <p:cNvPr id="5" name="Graphic 4">
            <a:extLst>
              <a:ext uri="{FF2B5EF4-FFF2-40B4-BE49-F238E27FC236}">
                <a16:creationId xmlns:a16="http://schemas.microsoft.com/office/drawing/2014/main" id="{BAB1331E-AD8D-C6DD-2EB9-162F1E8744C8}"/>
              </a:ext>
            </a:extLst>
          </p:cNvPr>
          <p:cNvPicPr>
            <a:picLocks noChangeAspect="1"/>
          </p:cNvPicPr>
          <p:nvPr userDrawn="1"/>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457201" y="6438901"/>
            <a:ext cx="540540" cy="190499"/>
          </a:xfrm>
          <a:prstGeom prst="rect">
            <a:avLst/>
          </a:prstGeom>
        </p:spPr>
      </p:pic>
      <p:sp>
        <p:nvSpPr>
          <p:cNvPr id="6" name="TextBox 5">
            <a:extLst>
              <a:ext uri="{FF2B5EF4-FFF2-40B4-BE49-F238E27FC236}">
                <a16:creationId xmlns:a16="http://schemas.microsoft.com/office/drawing/2014/main" id="{38E73F41-F196-FE58-99BD-8AFA2B909861}"/>
              </a:ext>
            </a:extLst>
          </p:cNvPr>
          <p:cNvSpPr txBox="1"/>
          <p:nvPr userDrawn="1"/>
        </p:nvSpPr>
        <p:spPr>
          <a:xfrm>
            <a:off x="10048875" y="6406590"/>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tx1"/>
                </a:solidFill>
              </a:rPr>
              <a:t>EPAM Proprietary &amp; Confidential.</a:t>
            </a:r>
          </a:p>
        </p:txBody>
      </p:sp>
      <p:sp>
        <p:nvSpPr>
          <p:cNvPr id="8" name="Text Placeholder 3">
            <a:extLst>
              <a:ext uri="{FF2B5EF4-FFF2-40B4-BE49-F238E27FC236}">
                <a16:creationId xmlns:a16="http://schemas.microsoft.com/office/drawing/2014/main" id="{ECA775BE-E377-94D3-AEB3-0F6AC5EABBE8}"/>
              </a:ext>
            </a:extLst>
          </p:cNvPr>
          <p:cNvSpPr txBox="1"/>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smtClean="0"/>
              <a:pPr lvl="0"/>
              <a:t>‹#›</a:t>
            </a:fld>
            <a:endParaRPr lang="en-US" sz="1000"/>
          </a:p>
        </p:txBody>
      </p:sp>
      <p:sp>
        <p:nvSpPr>
          <p:cNvPr id="2" name="Text Placeholder 7">
            <a:extLst>
              <a:ext uri="{FF2B5EF4-FFF2-40B4-BE49-F238E27FC236}">
                <a16:creationId xmlns:a16="http://schemas.microsoft.com/office/drawing/2014/main" id="{51296AC5-6772-5447-9F7F-930222E7DD10}"/>
              </a:ext>
            </a:extLst>
          </p:cNvPr>
          <p:cNvSpPr>
            <a:spLocks noGrp="1"/>
          </p:cNvSpPr>
          <p:nvPr>
            <p:ph type="body" sz="quarter" idx="10" hasCustomPrompt="1"/>
          </p:nvPr>
        </p:nvSpPr>
        <p:spPr>
          <a:xfrm>
            <a:off x="457277" y="3005339"/>
            <a:ext cx="8686800" cy="2692020"/>
          </a:xfrm>
          <a:prstGeom prst="rect">
            <a:avLst/>
          </a:prstGeom>
        </p:spPr>
        <p:txBody>
          <a:bodyPr/>
          <a:lstStyle>
            <a:lvl1pPr>
              <a:defRPr sz="1800" b="0" i="0">
                <a:solidFill>
                  <a:srgbClr val="000000"/>
                </a:solidFill>
                <a:latin typeface="Calibri Light" panose="020F0302020204030204" pitchFamily="34" charset="0"/>
                <a:cs typeface="Calibri Light" panose="020F0302020204030204" pitchFamily="34" charset="0"/>
              </a:defRPr>
            </a:lvl1pPr>
          </a:lstStyle>
          <a:p>
            <a:pPr lvl="0"/>
            <a:r>
              <a:rPr lang="en-US">
                <a:effectLst/>
              </a:rPr>
              <a:t>Section description</a:t>
            </a:r>
            <a:endParaRPr lang="en-US"/>
          </a:p>
        </p:txBody>
      </p:sp>
      <p:sp>
        <p:nvSpPr>
          <p:cNvPr id="3" name="Title 8">
            <a:extLst>
              <a:ext uri="{FF2B5EF4-FFF2-40B4-BE49-F238E27FC236}">
                <a16:creationId xmlns:a16="http://schemas.microsoft.com/office/drawing/2014/main" id="{522FF93D-C8A6-33EF-5BC7-877E52BEE05B}"/>
              </a:ext>
            </a:extLst>
          </p:cNvPr>
          <p:cNvSpPr>
            <a:spLocks noGrp="1"/>
          </p:cNvSpPr>
          <p:nvPr>
            <p:ph type="title" hasCustomPrompt="1"/>
          </p:nvPr>
        </p:nvSpPr>
        <p:spPr>
          <a:xfrm>
            <a:off x="457277" y="1751304"/>
            <a:ext cx="9601200" cy="923330"/>
          </a:xfrm>
          <a:prstGeom prst="rect">
            <a:avLst/>
          </a:prstGeom>
        </p:spPr>
        <p:txBody>
          <a:bodyPr vert="horz" wrap="square" lIns="0" tIns="0" rIns="0" bIns="0" rtlCol="0" anchor="t">
            <a:spAutoFit/>
          </a:bodyPr>
          <a:lstStyle>
            <a:lvl1pPr>
              <a:defRPr lang="en-US" sz="6000" b="1" spc="0">
                <a:gradFill>
                  <a:gsLst>
                    <a:gs pos="50000">
                      <a:schemeClr val="accent2"/>
                    </a:gs>
                    <a:gs pos="70000">
                      <a:schemeClr val="accent5"/>
                    </a:gs>
                    <a:gs pos="100000">
                      <a:schemeClr val="accent4"/>
                    </a:gs>
                  </a:gsLst>
                  <a:lin ang="1200000" scaled="0"/>
                </a:gradFill>
                <a:effectLst/>
                <a:latin typeface="Calibri" panose="020F0502020204030204" pitchFamily="34" charset="0"/>
              </a:defRPr>
            </a:lvl1pPr>
          </a:lstStyle>
          <a:p>
            <a:pPr lvl="0"/>
            <a:r>
              <a:rPr lang="en-US"/>
              <a:t>Section Header</a:t>
            </a:r>
          </a:p>
        </p:txBody>
      </p:sp>
      <p:sp>
        <p:nvSpPr>
          <p:cNvPr id="7" name="Text Placeholder 4">
            <a:extLst>
              <a:ext uri="{FF2B5EF4-FFF2-40B4-BE49-F238E27FC236}">
                <a16:creationId xmlns:a16="http://schemas.microsoft.com/office/drawing/2014/main" id="{FA81627C-09AF-5EC8-CA35-DF312ECADD9B}"/>
              </a:ext>
            </a:extLst>
          </p:cNvPr>
          <p:cNvSpPr>
            <a:spLocks noGrp="1"/>
          </p:cNvSpPr>
          <p:nvPr>
            <p:ph type="body" sz="quarter" idx="11" hasCustomPrompt="1"/>
          </p:nvPr>
        </p:nvSpPr>
        <p:spPr>
          <a:xfrm>
            <a:off x="457277" y="1356499"/>
            <a:ext cx="498928" cy="321627"/>
          </a:xfrm>
          <a:prstGeom prst="rect">
            <a:avLst/>
          </a:prstGeom>
        </p:spPr>
        <p:txBody>
          <a:bodyPr wrap="square" anchor="t" anchorCtr="0">
            <a:spAutoFit/>
          </a:bodyPr>
          <a:lstStyle>
            <a:lvl1pPr algn="l">
              <a:defRPr sz="2000" b="0">
                <a:solidFill>
                  <a:schemeClr val="tx1"/>
                </a:solidFill>
              </a:defRPr>
            </a:lvl1pPr>
          </a:lstStyle>
          <a:p>
            <a:pPr lvl="0"/>
            <a:r>
              <a:rPr lang="en-US"/>
              <a:t>01</a:t>
            </a:r>
          </a:p>
        </p:txBody>
      </p:sp>
    </p:spTree>
    <p:extLst>
      <p:ext uri="{BB962C8B-B14F-4D97-AF65-F5344CB8AC3E}">
        <p14:creationId xmlns:p14="http://schemas.microsoft.com/office/powerpoint/2010/main" val="1664196727"/>
      </p:ext>
    </p:extLst>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Divider-Light-2">
    <p:spTree>
      <p:nvGrpSpPr>
        <p:cNvPr id="1" name=""/>
        <p:cNvGrpSpPr/>
        <p:nvPr/>
      </p:nvGrpSpPr>
      <p:grpSpPr>
        <a:xfrm>
          <a:off x="0" y="0"/>
          <a:ext cx="0" cy="0"/>
          <a:chOff x="0" y="0"/>
          <a:chExt cx="0" cy="0"/>
        </a:xfrm>
      </p:grpSpPr>
      <p:pic>
        <p:nvPicPr>
          <p:cNvPr id="6" name="Picture 5" descr="Background pattern&#10;&#10;Description automatically generated">
            <a:extLst>
              <a:ext uri="{FF2B5EF4-FFF2-40B4-BE49-F238E27FC236}">
                <a16:creationId xmlns:a16="http://schemas.microsoft.com/office/drawing/2014/main" id="{8E60C0F2-79B7-EE1B-6041-90317B3CB1EF}"/>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19050" y="-1"/>
            <a:ext cx="12172950" cy="6868749"/>
          </a:xfrm>
          <a:prstGeom prst="rect">
            <a:avLst/>
          </a:prstGeom>
        </p:spPr>
      </p:pic>
      <p:pic>
        <p:nvPicPr>
          <p:cNvPr id="2" name="Graphic 1">
            <a:extLst>
              <a:ext uri="{FF2B5EF4-FFF2-40B4-BE49-F238E27FC236}">
                <a16:creationId xmlns:a16="http://schemas.microsoft.com/office/drawing/2014/main" id="{5199D6FE-5F94-4710-8291-B34381587997}"/>
              </a:ext>
            </a:extLst>
          </p:cNvPr>
          <p:cNvPicPr>
            <a:picLocks noChangeAspect="1"/>
          </p:cNvPicPr>
          <p:nvPr userDrawn="1"/>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457201" y="6438901"/>
            <a:ext cx="540540" cy="190499"/>
          </a:xfrm>
          <a:prstGeom prst="rect">
            <a:avLst/>
          </a:prstGeom>
        </p:spPr>
      </p:pic>
      <p:sp>
        <p:nvSpPr>
          <p:cNvPr id="3" name="TextBox 2">
            <a:extLst>
              <a:ext uri="{FF2B5EF4-FFF2-40B4-BE49-F238E27FC236}">
                <a16:creationId xmlns:a16="http://schemas.microsoft.com/office/drawing/2014/main" id="{C13F08F0-0194-EA75-42BA-A0773D6D3D9A}"/>
              </a:ext>
            </a:extLst>
          </p:cNvPr>
          <p:cNvSpPr txBox="1"/>
          <p:nvPr userDrawn="1"/>
        </p:nvSpPr>
        <p:spPr>
          <a:xfrm>
            <a:off x="10048875" y="6406590"/>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tx1"/>
                </a:solidFill>
              </a:rPr>
              <a:t>EPAM Proprietary &amp; Confidential.</a:t>
            </a:r>
          </a:p>
        </p:txBody>
      </p:sp>
      <p:sp>
        <p:nvSpPr>
          <p:cNvPr id="4" name="Text Placeholder 3">
            <a:extLst>
              <a:ext uri="{FF2B5EF4-FFF2-40B4-BE49-F238E27FC236}">
                <a16:creationId xmlns:a16="http://schemas.microsoft.com/office/drawing/2014/main" id="{5EBCD999-82B2-EE7A-6B7F-62E9DF0FC3BB}"/>
              </a:ext>
            </a:extLst>
          </p:cNvPr>
          <p:cNvSpPr txBox="1"/>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smtClean="0"/>
              <a:pPr lvl="0"/>
              <a:t>‹#›</a:t>
            </a:fld>
            <a:endParaRPr lang="en-US" sz="1000"/>
          </a:p>
        </p:txBody>
      </p:sp>
      <p:sp>
        <p:nvSpPr>
          <p:cNvPr id="5" name="Text Placeholder 7">
            <a:extLst>
              <a:ext uri="{FF2B5EF4-FFF2-40B4-BE49-F238E27FC236}">
                <a16:creationId xmlns:a16="http://schemas.microsoft.com/office/drawing/2014/main" id="{F60BC1F9-F5BB-BACB-98D9-6B1EA76689A5}"/>
              </a:ext>
            </a:extLst>
          </p:cNvPr>
          <p:cNvSpPr>
            <a:spLocks noGrp="1"/>
          </p:cNvSpPr>
          <p:nvPr>
            <p:ph type="body" sz="quarter" idx="10" hasCustomPrompt="1"/>
          </p:nvPr>
        </p:nvSpPr>
        <p:spPr>
          <a:xfrm>
            <a:off x="457277" y="3005339"/>
            <a:ext cx="8686800" cy="2692020"/>
          </a:xfrm>
          <a:prstGeom prst="rect">
            <a:avLst/>
          </a:prstGeom>
        </p:spPr>
        <p:txBody>
          <a:bodyPr/>
          <a:lstStyle>
            <a:lvl1pPr>
              <a:defRPr sz="1800" b="0" i="0">
                <a:solidFill>
                  <a:srgbClr val="000000"/>
                </a:solidFill>
                <a:latin typeface="Calibri Light" panose="020F0302020204030204" pitchFamily="34" charset="0"/>
                <a:cs typeface="Calibri Light" panose="020F0302020204030204" pitchFamily="34" charset="0"/>
              </a:defRPr>
            </a:lvl1pPr>
          </a:lstStyle>
          <a:p>
            <a:pPr lvl="0"/>
            <a:r>
              <a:rPr lang="en-US">
                <a:effectLst/>
              </a:rPr>
              <a:t>Section description</a:t>
            </a:r>
            <a:endParaRPr lang="en-US"/>
          </a:p>
        </p:txBody>
      </p:sp>
      <p:sp>
        <p:nvSpPr>
          <p:cNvPr id="10" name="Title 8">
            <a:extLst>
              <a:ext uri="{FF2B5EF4-FFF2-40B4-BE49-F238E27FC236}">
                <a16:creationId xmlns:a16="http://schemas.microsoft.com/office/drawing/2014/main" id="{21A2213A-A5D0-F62A-BDB3-8BB538A659C6}"/>
              </a:ext>
            </a:extLst>
          </p:cNvPr>
          <p:cNvSpPr>
            <a:spLocks noGrp="1"/>
          </p:cNvSpPr>
          <p:nvPr>
            <p:ph type="title" hasCustomPrompt="1"/>
          </p:nvPr>
        </p:nvSpPr>
        <p:spPr>
          <a:xfrm>
            <a:off x="457277" y="1751304"/>
            <a:ext cx="9601200" cy="923330"/>
          </a:xfrm>
          <a:prstGeom prst="rect">
            <a:avLst/>
          </a:prstGeom>
        </p:spPr>
        <p:txBody>
          <a:bodyPr vert="horz" wrap="square" lIns="0" tIns="0" rIns="0" bIns="0" rtlCol="0" anchor="t">
            <a:spAutoFit/>
          </a:bodyPr>
          <a:lstStyle>
            <a:lvl1pPr>
              <a:defRPr lang="en-US" sz="6000" b="1" spc="0">
                <a:gradFill>
                  <a:gsLst>
                    <a:gs pos="50000">
                      <a:schemeClr val="accent2"/>
                    </a:gs>
                    <a:gs pos="70000">
                      <a:schemeClr val="accent5"/>
                    </a:gs>
                    <a:gs pos="100000">
                      <a:schemeClr val="accent4"/>
                    </a:gs>
                  </a:gsLst>
                  <a:lin ang="1200000" scaled="0"/>
                </a:gradFill>
                <a:effectLst/>
                <a:latin typeface="Calibri" panose="020F0502020204030204" pitchFamily="34" charset="0"/>
              </a:defRPr>
            </a:lvl1pPr>
          </a:lstStyle>
          <a:p>
            <a:pPr lvl="0"/>
            <a:r>
              <a:rPr lang="en-US"/>
              <a:t>Section Header</a:t>
            </a:r>
          </a:p>
        </p:txBody>
      </p:sp>
      <p:sp>
        <p:nvSpPr>
          <p:cNvPr id="11" name="Text Placeholder 4">
            <a:extLst>
              <a:ext uri="{FF2B5EF4-FFF2-40B4-BE49-F238E27FC236}">
                <a16:creationId xmlns:a16="http://schemas.microsoft.com/office/drawing/2014/main" id="{500BD8D1-BEE3-CC7B-18BC-B2C6739412DA}"/>
              </a:ext>
            </a:extLst>
          </p:cNvPr>
          <p:cNvSpPr>
            <a:spLocks noGrp="1"/>
          </p:cNvSpPr>
          <p:nvPr>
            <p:ph type="body" sz="quarter" idx="11" hasCustomPrompt="1"/>
          </p:nvPr>
        </p:nvSpPr>
        <p:spPr>
          <a:xfrm>
            <a:off x="457277" y="1356499"/>
            <a:ext cx="498928" cy="321627"/>
          </a:xfrm>
          <a:prstGeom prst="rect">
            <a:avLst/>
          </a:prstGeom>
        </p:spPr>
        <p:txBody>
          <a:bodyPr wrap="square" anchor="t" anchorCtr="0">
            <a:spAutoFit/>
          </a:bodyPr>
          <a:lstStyle>
            <a:lvl1pPr algn="l">
              <a:defRPr sz="2000" b="0">
                <a:solidFill>
                  <a:schemeClr val="tx1"/>
                </a:solidFill>
              </a:defRPr>
            </a:lvl1pPr>
          </a:lstStyle>
          <a:p>
            <a:pPr lvl="0"/>
            <a:r>
              <a:rPr lang="en-US"/>
              <a:t>01</a:t>
            </a:r>
          </a:p>
        </p:txBody>
      </p:sp>
    </p:spTree>
    <p:extLst>
      <p:ext uri="{BB962C8B-B14F-4D97-AF65-F5344CB8AC3E}">
        <p14:creationId xmlns:p14="http://schemas.microsoft.com/office/powerpoint/2010/main" val="788098707"/>
      </p:ext>
    </p:extLst>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Divider-Light-3">
    <p:spTree>
      <p:nvGrpSpPr>
        <p:cNvPr id="1" name=""/>
        <p:cNvGrpSpPr/>
        <p:nvPr/>
      </p:nvGrpSpPr>
      <p:grpSpPr>
        <a:xfrm>
          <a:off x="0" y="0"/>
          <a:ext cx="0" cy="0"/>
          <a:chOff x="0" y="0"/>
          <a:chExt cx="0" cy="0"/>
        </a:xfrm>
      </p:grpSpPr>
      <p:pic>
        <p:nvPicPr>
          <p:cNvPr id="6" name="Picture 5" descr="Background pattern&#10;&#10;Description automatically generated">
            <a:extLst>
              <a:ext uri="{FF2B5EF4-FFF2-40B4-BE49-F238E27FC236}">
                <a16:creationId xmlns:a16="http://schemas.microsoft.com/office/drawing/2014/main" id="{47254E77-EA64-0D5B-1B56-09AF228EFA4B}"/>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19050" y="-1"/>
            <a:ext cx="12172950" cy="6868749"/>
          </a:xfrm>
          <a:prstGeom prst="rect">
            <a:avLst/>
          </a:prstGeom>
        </p:spPr>
      </p:pic>
      <p:pic>
        <p:nvPicPr>
          <p:cNvPr id="2" name="Graphic 1">
            <a:extLst>
              <a:ext uri="{FF2B5EF4-FFF2-40B4-BE49-F238E27FC236}">
                <a16:creationId xmlns:a16="http://schemas.microsoft.com/office/drawing/2014/main" id="{41AD50E6-D58E-3D8C-41A0-48F21CC758CE}"/>
              </a:ext>
            </a:extLst>
          </p:cNvPr>
          <p:cNvPicPr>
            <a:picLocks noChangeAspect="1"/>
          </p:cNvPicPr>
          <p:nvPr userDrawn="1"/>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457201" y="6438901"/>
            <a:ext cx="540540" cy="190499"/>
          </a:xfrm>
          <a:prstGeom prst="rect">
            <a:avLst/>
          </a:prstGeom>
        </p:spPr>
      </p:pic>
      <p:sp>
        <p:nvSpPr>
          <p:cNvPr id="3" name="TextBox 2">
            <a:extLst>
              <a:ext uri="{FF2B5EF4-FFF2-40B4-BE49-F238E27FC236}">
                <a16:creationId xmlns:a16="http://schemas.microsoft.com/office/drawing/2014/main" id="{3BEC493A-D2B3-E243-2D3B-B6C3183A3174}"/>
              </a:ext>
            </a:extLst>
          </p:cNvPr>
          <p:cNvSpPr txBox="1"/>
          <p:nvPr userDrawn="1"/>
        </p:nvSpPr>
        <p:spPr>
          <a:xfrm>
            <a:off x="10048875" y="6406590"/>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tx1"/>
                </a:solidFill>
              </a:rPr>
              <a:t>EPAM Proprietary &amp; Confidential.</a:t>
            </a:r>
          </a:p>
        </p:txBody>
      </p:sp>
      <p:sp>
        <p:nvSpPr>
          <p:cNvPr id="4" name="Text Placeholder 3">
            <a:extLst>
              <a:ext uri="{FF2B5EF4-FFF2-40B4-BE49-F238E27FC236}">
                <a16:creationId xmlns:a16="http://schemas.microsoft.com/office/drawing/2014/main" id="{0AF48D13-7FE0-0CB2-89F9-E7AA85593DB9}"/>
              </a:ext>
            </a:extLst>
          </p:cNvPr>
          <p:cNvSpPr txBox="1"/>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smtClean="0"/>
              <a:pPr lvl="0"/>
              <a:t>‹#›</a:t>
            </a:fld>
            <a:endParaRPr lang="en-US" sz="1000"/>
          </a:p>
        </p:txBody>
      </p:sp>
      <p:sp>
        <p:nvSpPr>
          <p:cNvPr id="5" name="Text Placeholder 7">
            <a:extLst>
              <a:ext uri="{FF2B5EF4-FFF2-40B4-BE49-F238E27FC236}">
                <a16:creationId xmlns:a16="http://schemas.microsoft.com/office/drawing/2014/main" id="{7D221B2F-F01A-3D8B-58F3-2E0CD5776910}"/>
              </a:ext>
            </a:extLst>
          </p:cNvPr>
          <p:cNvSpPr>
            <a:spLocks noGrp="1"/>
          </p:cNvSpPr>
          <p:nvPr>
            <p:ph type="body" sz="quarter" idx="10" hasCustomPrompt="1"/>
          </p:nvPr>
        </p:nvSpPr>
        <p:spPr>
          <a:xfrm>
            <a:off x="457277" y="3005339"/>
            <a:ext cx="8686800" cy="2692020"/>
          </a:xfrm>
          <a:prstGeom prst="rect">
            <a:avLst/>
          </a:prstGeom>
        </p:spPr>
        <p:txBody>
          <a:bodyPr/>
          <a:lstStyle>
            <a:lvl1pPr>
              <a:defRPr sz="1800" b="0" i="0">
                <a:solidFill>
                  <a:srgbClr val="000000"/>
                </a:solidFill>
                <a:latin typeface="Calibri Light" panose="020F0302020204030204" pitchFamily="34" charset="0"/>
                <a:cs typeface="Calibri Light" panose="020F0302020204030204" pitchFamily="34" charset="0"/>
              </a:defRPr>
            </a:lvl1pPr>
          </a:lstStyle>
          <a:p>
            <a:pPr lvl="0"/>
            <a:r>
              <a:rPr lang="en-US">
                <a:effectLst/>
              </a:rPr>
              <a:t>Section description</a:t>
            </a:r>
            <a:endParaRPr lang="en-US"/>
          </a:p>
        </p:txBody>
      </p:sp>
      <p:sp>
        <p:nvSpPr>
          <p:cNvPr id="7" name="Title 8">
            <a:extLst>
              <a:ext uri="{FF2B5EF4-FFF2-40B4-BE49-F238E27FC236}">
                <a16:creationId xmlns:a16="http://schemas.microsoft.com/office/drawing/2014/main" id="{5E154CAE-C4D8-C2A0-6BE8-461C3B8FA5B3}"/>
              </a:ext>
            </a:extLst>
          </p:cNvPr>
          <p:cNvSpPr>
            <a:spLocks noGrp="1"/>
          </p:cNvSpPr>
          <p:nvPr>
            <p:ph type="title" hasCustomPrompt="1"/>
          </p:nvPr>
        </p:nvSpPr>
        <p:spPr>
          <a:xfrm>
            <a:off x="457277" y="1751304"/>
            <a:ext cx="9601200" cy="923330"/>
          </a:xfrm>
          <a:prstGeom prst="rect">
            <a:avLst/>
          </a:prstGeom>
        </p:spPr>
        <p:txBody>
          <a:bodyPr vert="horz" wrap="square" lIns="0" tIns="0" rIns="0" bIns="0" rtlCol="0" anchor="t">
            <a:spAutoFit/>
          </a:bodyPr>
          <a:lstStyle>
            <a:lvl1pPr>
              <a:defRPr lang="en-US" sz="6000" b="1" spc="0">
                <a:gradFill>
                  <a:gsLst>
                    <a:gs pos="50000">
                      <a:schemeClr val="accent2"/>
                    </a:gs>
                    <a:gs pos="70000">
                      <a:schemeClr val="accent5"/>
                    </a:gs>
                    <a:gs pos="100000">
                      <a:schemeClr val="accent4"/>
                    </a:gs>
                  </a:gsLst>
                  <a:lin ang="1200000" scaled="0"/>
                </a:gradFill>
                <a:effectLst/>
                <a:latin typeface="Calibri" panose="020F0502020204030204" pitchFamily="34" charset="0"/>
              </a:defRPr>
            </a:lvl1pPr>
          </a:lstStyle>
          <a:p>
            <a:pPr lvl="0"/>
            <a:r>
              <a:rPr lang="en-US"/>
              <a:t>Section Header</a:t>
            </a:r>
          </a:p>
        </p:txBody>
      </p:sp>
      <p:sp>
        <p:nvSpPr>
          <p:cNvPr id="8" name="Text Placeholder 4">
            <a:extLst>
              <a:ext uri="{FF2B5EF4-FFF2-40B4-BE49-F238E27FC236}">
                <a16:creationId xmlns:a16="http://schemas.microsoft.com/office/drawing/2014/main" id="{702DE92A-A744-9D66-5950-661ECF019C8B}"/>
              </a:ext>
            </a:extLst>
          </p:cNvPr>
          <p:cNvSpPr>
            <a:spLocks noGrp="1"/>
          </p:cNvSpPr>
          <p:nvPr>
            <p:ph type="body" sz="quarter" idx="11" hasCustomPrompt="1"/>
          </p:nvPr>
        </p:nvSpPr>
        <p:spPr>
          <a:xfrm>
            <a:off x="457277" y="1356499"/>
            <a:ext cx="498928" cy="321627"/>
          </a:xfrm>
          <a:prstGeom prst="rect">
            <a:avLst/>
          </a:prstGeom>
        </p:spPr>
        <p:txBody>
          <a:bodyPr wrap="square" anchor="t" anchorCtr="0">
            <a:spAutoFit/>
          </a:bodyPr>
          <a:lstStyle>
            <a:lvl1pPr algn="l">
              <a:defRPr sz="2000" b="0">
                <a:solidFill>
                  <a:schemeClr val="tx1"/>
                </a:solidFill>
              </a:defRPr>
            </a:lvl1pPr>
          </a:lstStyle>
          <a:p>
            <a:pPr lvl="0"/>
            <a:r>
              <a:rPr lang="en-US"/>
              <a:t>01</a:t>
            </a:r>
          </a:p>
        </p:txBody>
      </p:sp>
    </p:spTree>
    <p:extLst>
      <p:ext uri="{BB962C8B-B14F-4D97-AF65-F5344CB8AC3E}">
        <p14:creationId xmlns:p14="http://schemas.microsoft.com/office/powerpoint/2010/main" val="3507112009"/>
      </p:ext>
    </p:extLst>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Divider-Light-4">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65381F3-7ADD-A798-2917-70C400E5FC03}"/>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7704668" y="2820541"/>
            <a:ext cx="4487332" cy="4037459"/>
          </a:xfrm>
          <a:prstGeom prst="rect">
            <a:avLst/>
          </a:prstGeom>
        </p:spPr>
      </p:pic>
      <p:pic>
        <p:nvPicPr>
          <p:cNvPr id="3" name="Graphic 2">
            <a:extLst>
              <a:ext uri="{FF2B5EF4-FFF2-40B4-BE49-F238E27FC236}">
                <a16:creationId xmlns:a16="http://schemas.microsoft.com/office/drawing/2014/main" id="{7ECD9392-FD78-BAFC-F25C-F397815B412D}"/>
              </a:ext>
            </a:extLst>
          </p:cNvPr>
          <p:cNvPicPr>
            <a:picLocks noChangeAspect="1"/>
          </p:cNvPicPr>
          <p:nvPr userDrawn="1"/>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457201" y="6438901"/>
            <a:ext cx="540540" cy="190499"/>
          </a:xfrm>
          <a:prstGeom prst="rect">
            <a:avLst/>
          </a:prstGeom>
        </p:spPr>
      </p:pic>
      <p:sp>
        <p:nvSpPr>
          <p:cNvPr id="4" name="TextBox 3">
            <a:extLst>
              <a:ext uri="{FF2B5EF4-FFF2-40B4-BE49-F238E27FC236}">
                <a16:creationId xmlns:a16="http://schemas.microsoft.com/office/drawing/2014/main" id="{78C8D2A9-E7E5-3BDF-6F80-BF5E11614C79}"/>
              </a:ext>
            </a:extLst>
          </p:cNvPr>
          <p:cNvSpPr txBox="1"/>
          <p:nvPr userDrawn="1"/>
        </p:nvSpPr>
        <p:spPr>
          <a:xfrm>
            <a:off x="10048875" y="6406590"/>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tx1"/>
                </a:solidFill>
              </a:rPr>
              <a:t>EPAM Proprietary &amp; Confidential.</a:t>
            </a:r>
          </a:p>
        </p:txBody>
      </p:sp>
      <p:sp>
        <p:nvSpPr>
          <p:cNvPr id="5" name="Text Placeholder 3">
            <a:extLst>
              <a:ext uri="{FF2B5EF4-FFF2-40B4-BE49-F238E27FC236}">
                <a16:creationId xmlns:a16="http://schemas.microsoft.com/office/drawing/2014/main" id="{4562172F-E23C-EEAE-BC22-38510E2D1068}"/>
              </a:ext>
            </a:extLst>
          </p:cNvPr>
          <p:cNvSpPr txBox="1"/>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smtClean="0"/>
              <a:pPr lvl="0"/>
              <a:t>‹#›</a:t>
            </a:fld>
            <a:endParaRPr lang="en-US" sz="1000"/>
          </a:p>
        </p:txBody>
      </p:sp>
      <p:sp>
        <p:nvSpPr>
          <p:cNvPr id="9" name="Text Placeholder 7">
            <a:extLst>
              <a:ext uri="{FF2B5EF4-FFF2-40B4-BE49-F238E27FC236}">
                <a16:creationId xmlns:a16="http://schemas.microsoft.com/office/drawing/2014/main" id="{5747460E-84D6-E4C7-66CE-0A88D0D3B7E5}"/>
              </a:ext>
            </a:extLst>
          </p:cNvPr>
          <p:cNvSpPr>
            <a:spLocks noGrp="1"/>
          </p:cNvSpPr>
          <p:nvPr>
            <p:ph type="body" sz="quarter" idx="10" hasCustomPrompt="1"/>
          </p:nvPr>
        </p:nvSpPr>
        <p:spPr>
          <a:xfrm>
            <a:off x="457277" y="3005339"/>
            <a:ext cx="8686800" cy="2692020"/>
          </a:xfrm>
          <a:prstGeom prst="rect">
            <a:avLst/>
          </a:prstGeom>
        </p:spPr>
        <p:txBody>
          <a:bodyPr/>
          <a:lstStyle>
            <a:lvl1pPr>
              <a:defRPr sz="1800" b="0" i="0">
                <a:solidFill>
                  <a:srgbClr val="000000"/>
                </a:solidFill>
                <a:latin typeface="Calibri Light" panose="020F0302020204030204" pitchFamily="34" charset="0"/>
                <a:cs typeface="Calibri Light" panose="020F0302020204030204" pitchFamily="34" charset="0"/>
              </a:defRPr>
            </a:lvl1pPr>
          </a:lstStyle>
          <a:p>
            <a:pPr lvl="0"/>
            <a:r>
              <a:rPr lang="en-US">
                <a:effectLst/>
              </a:rPr>
              <a:t>Section description</a:t>
            </a:r>
            <a:endParaRPr lang="en-US"/>
          </a:p>
        </p:txBody>
      </p:sp>
      <p:sp>
        <p:nvSpPr>
          <p:cNvPr id="10" name="Title 8">
            <a:extLst>
              <a:ext uri="{FF2B5EF4-FFF2-40B4-BE49-F238E27FC236}">
                <a16:creationId xmlns:a16="http://schemas.microsoft.com/office/drawing/2014/main" id="{4C926E2E-67D5-D03F-CAF1-D936DD3C015A}"/>
              </a:ext>
            </a:extLst>
          </p:cNvPr>
          <p:cNvSpPr>
            <a:spLocks noGrp="1"/>
          </p:cNvSpPr>
          <p:nvPr>
            <p:ph type="title" hasCustomPrompt="1"/>
          </p:nvPr>
        </p:nvSpPr>
        <p:spPr>
          <a:xfrm>
            <a:off x="457277" y="1751304"/>
            <a:ext cx="9601200" cy="923330"/>
          </a:xfrm>
          <a:prstGeom prst="rect">
            <a:avLst/>
          </a:prstGeom>
        </p:spPr>
        <p:txBody>
          <a:bodyPr vert="horz" wrap="square" lIns="0" tIns="0" rIns="0" bIns="0" rtlCol="0" anchor="t">
            <a:spAutoFit/>
          </a:bodyPr>
          <a:lstStyle>
            <a:lvl1pPr>
              <a:defRPr lang="en-US" sz="6000" b="1" spc="0">
                <a:gradFill>
                  <a:gsLst>
                    <a:gs pos="50000">
                      <a:schemeClr val="accent2"/>
                    </a:gs>
                    <a:gs pos="70000">
                      <a:schemeClr val="accent5"/>
                    </a:gs>
                    <a:gs pos="100000">
                      <a:schemeClr val="accent4"/>
                    </a:gs>
                  </a:gsLst>
                  <a:lin ang="1200000" scaled="0"/>
                </a:gradFill>
                <a:effectLst/>
                <a:latin typeface="Calibri" panose="020F0502020204030204" pitchFamily="34" charset="0"/>
              </a:defRPr>
            </a:lvl1pPr>
          </a:lstStyle>
          <a:p>
            <a:pPr lvl="0"/>
            <a:r>
              <a:rPr lang="en-US"/>
              <a:t>Section Header</a:t>
            </a:r>
          </a:p>
        </p:txBody>
      </p:sp>
      <p:sp>
        <p:nvSpPr>
          <p:cNvPr id="11" name="Text Placeholder 4">
            <a:extLst>
              <a:ext uri="{FF2B5EF4-FFF2-40B4-BE49-F238E27FC236}">
                <a16:creationId xmlns:a16="http://schemas.microsoft.com/office/drawing/2014/main" id="{470B9D3F-8FFD-EE49-3B30-05286E2EBB66}"/>
              </a:ext>
            </a:extLst>
          </p:cNvPr>
          <p:cNvSpPr>
            <a:spLocks noGrp="1"/>
          </p:cNvSpPr>
          <p:nvPr>
            <p:ph type="body" sz="quarter" idx="11" hasCustomPrompt="1"/>
          </p:nvPr>
        </p:nvSpPr>
        <p:spPr>
          <a:xfrm>
            <a:off x="457277" y="1356499"/>
            <a:ext cx="498928" cy="321627"/>
          </a:xfrm>
          <a:prstGeom prst="rect">
            <a:avLst/>
          </a:prstGeom>
        </p:spPr>
        <p:txBody>
          <a:bodyPr wrap="square" anchor="t" anchorCtr="0">
            <a:spAutoFit/>
          </a:bodyPr>
          <a:lstStyle>
            <a:lvl1pPr algn="l">
              <a:defRPr sz="2000" b="0">
                <a:solidFill>
                  <a:schemeClr val="tx1"/>
                </a:solidFill>
              </a:defRPr>
            </a:lvl1pPr>
          </a:lstStyle>
          <a:p>
            <a:pPr lvl="0"/>
            <a:r>
              <a:rPr lang="en-US"/>
              <a:t>01</a:t>
            </a:r>
          </a:p>
        </p:txBody>
      </p:sp>
    </p:spTree>
    <p:extLst>
      <p:ext uri="{BB962C8B-B14F-4D97-AF65-F5344CB8AC3E}">
        <p14:creationId xmlns:p14="http://schemas.microsoft.com/office/powerpoint/2010/main" val="4208550108"/>
      </p:ext>
    </p:extLst>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Divider-Light-5">
    <p:spTree>
      <p:nvGrpSpPr>
        <p:cNvPr id="1" name=""/>
        <p:cNvGrpSpPr/>
        <p:nvPr/>
      </p:nvGrpSpPr>
      <p:grpSpPr>
        <a:xfrm>
          <a:off x="0" y="0"/>
          <a:ext cx="0" cy="0"/>
          <a:chOff x="0" y="0"/>
          <a:chExt cx="0" cy="0"/>
        </a:xfrm>
      </p:grpSpPr>
      <p:pic>
        <p:nvPicPr>
          <p:cNvPr id="7" name="Picture 6" descr="Background pattern&#10;&#10;Description automatically generated">
            <a:extLst>
              <a:ext uri="{FF2B5EF4-FFF2-40B4-BE49-F238E27FC236}">
                <a16:creationId xmlns:a16="http://schemas.microsoft.com/office/drawing/2014/main" id="{35273E55-8F47-AC18-08B7-C31C53E2A276}"/>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pic>
        <p:nvPicPr>
          <p:cNvPr id="3" name="Graphic 2">
            <a:extLst>
              <a:ext uri="{FF2B5EF4-FFF2-40B4-BE49-F238E27FC236}">
                <a16:creationId xmlns:a16="http://schemas.microsoft.com/office/drawing/2014/main" id="{7ECD9392-FD78-BAFC-F25C-F397815B412D}"/>
              </a:ext>
            </a:extLst>
          </p:cNvPr>
          <p:cNvPicPr>
            <a:picLocks noChangeAspect="1"/>
          </p:cNvPicPr>
          <p:nvPr userDrawn="1"/>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457201" y="6438901"/>
            <a:ext cx="540540" cy="190499"/>
          </a:xfrm>
          <a:prstGeom prst="rect">
            <a:avLst/>
          </a:prstGeom>
        </p:spPr>
      </p:pic>
      <p:sp>
        <p:nvSpPr>
          <p:cNvPr id="4" name="TextBox 3">
            <a:extLst>
              <a:ext uri="{FF2B5EF4-FFF2-40B4-BE49-F238E27FC236}">
                <a16:creationId xmlns:a16="http://schemas.microsoft.com/office/drawing/2014/main" id="{78C8D2A9-E7E5-3BDF-6F80-BF5E11614C79}"/>
              </a:ext>
            </a:extLst>
          </p:cNvPr>
          <p:cNvSpPr txBox="1"/>
          <p:nvPr userDrawn="1"/>
        </p:nvSpPr>
        <p:spPr>
          <a:xfrm>
            <a:off x="10048875" y="6406590"/>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tx1"/>
                </a:solidFill>
              </a:rPr>
              <a:t>EPAM Proprietary &amp; Confidential.</a:t>
            </a:r>
          </a:p>
        </p:txBody>
      </p:sp>
      <p:sp>
        <p:nvSpPr>
          <p:cNvPr id="5" name="Text Placeholder 3">
            <a:extLst>
              <a:ext uri="{FF2B5EF4-FFF2-40B4-BE49-F238E27FC236}">
                <a16:creationId xmlns:a16="http://schemas.microsoft.com/office/drawing/2014/main" id="{4562172F-E23C-EEAE-BC22-38510E2D1068}"/>
              </a:ext>
            </a:extLst>
          </p:cNvPr>
          <p:cNvSpPr txBox="1"/>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smtClean="0"/>
              <a:pPr lvl="0"/>
              <a:t>‹#›</a:t>
            </a:fld>
            <a:endParaRPr lang="en-US" sz="1000"/>
          </a:p>
        </p:txBody>
      </p:sp>
      <p:sp>
        <p:nvSpPr>
          <p:cNvPr id="9" name="Text Placeholder 7">
            <a:extLst>
              <a:ext uri="{FF2B5EF4-FFF2-40B4-BE49-F238E27FC236}">
                <a16:creationId xmlns:a16="http://schemas.microsoft.com/office/drawing/2014/main" id="{CBBCDB36-A5F4-DF81-FE84-1CBB05508220}"/>
              </a:ext>
            </a:extLst>
          </p:cNvPr>
          <p:cNvSpPr>
            <a:spLocks noGrp="1"/>
          </p:cNvSpPr>
          <p:nvPr>
            <p:ph type="body" sz="quarter" idx="10" hasCustomPrompt="1"/>
          </p:nvPr>
        </p:nvSpPr>
        <p:spPr>
          <a:xfrm>
            <a:off x="457277" y="3005339"/>
            <a:ext cx="8686800" cy="2692020"/>
          </a:xfrm>
          <a:prstGeom prst="rect">
            <a:avLst/>
          </a:prstGeom>
        </p:spPr>
        <p:txBody>
          <a:bodyPr/>
          <a:lstStyle>
            <a:lvl1pPr>
              <a:defRPr sz="1800" b="0" i="0">
                <a:solidFill>
                  <a:srgbClr val="000000"/>
                </a:solidFill>
                <a:latin typeface="Calibri Light" panose="020F0302020204030204" pitchFamily="34" charset="0"/>
                <a:cs typeface="Calibri Light" panose="020F0302020204030204" pitchFamily="34" charset="0"/>
              </a:defRPr>
            </a:lvl1pPr>
          </a:lstStyle>
          <a:p>
            <a:pPr lvl="0"/>
            <a:r>
              <a:rPr lang="en-US">
                <a:effectLst/>
              </a:rPr>
              <a:t>Section description</a:t>
            </a:r>
            <a:endParaRPr lang="en-US"/>
          </a:p>
        </p:txBody>
      </p:sp>
      <p:sp>
        <p:nvSpPr>
          <p:cNvPr id="10" name="Title 8">
            <a:extLst>
              <a:ext uri="{FF2B5EF4-FFF2-40B4-BE49-F238E27FC236}">
                <a16:creationId xmlns:a16="http://schemas.microsoft.com/office/drawing/2014/main" id="{36520FD8-AF16-A7D1-FBFD-C07B1B5276AA}"/>
              </a:ext>
            </a:extLst>
          </p:cNvPr>
          <p:cNvSpPr>
            <a:spLocks noGrp="1"/>
          </p:cNvSpPr>
          <p:nvPr>
            <p:ph type="title" hasCustomPrompt="1"/>
          </p:nvPr>
        </p:nvSpPr>
        <p:spPr>
          <a:xfrm>
            <a:off x="457277" y="1751304"/>
            <a:ext cx="9601200" cy="923330"/>
          </a:xfrm>
          <a:prstGeom prst="rect">
            <a:avLst/>
          </a:prstGeom>
        </p:spPr>
        <p:txBody>
          <a:bodyPr vert="horz" wrap="square" lIns="0" tIns="0" rIns="0" bIns="0" rtlCol="0" anchor="t">
            <a:spAutoFit/>
          </a:bodyPr>
          <a:lstStyle>
            <a:lvl1pPr>
              <a:defRPr lang="en-US" sz="6000" b="1" spc="0">
                <a:gradFill>
                  <a:gsLst>
                    <a:gs pos="50000">
                      <a:schemeClr val="accent2"/>
                    </a:gs>
                    <a:gs pos="70000">
                      <a:schemeClr val="accent5"/>
                    </a:gs>
                    <a:gs pos="100000">
                      <a:schemeClr val="accent4"/>
                    </a:gs>
                  </a:gsLst>
                  <a:lin ang="1200000" scaled="0"/>
                </a:gradFill>
                <a:effectLst/>
                <a:latin typeface="Calibri" panose="020F0502020204030204" pitchFamily="34" charset="0"/>
              </a:defRPr>
            </a:lvl1pPr>
          </a:lstStyle>
          <a:p>
            <a:pPr lvl="0"/>
            <a:r>
              <a:rPr lang="en-US"/>
              <a:t>Section Header</a:t>
            </a:r>
          </a:p>
        </p:txBody>
      </p:sp>
      <p:sp>
        <p:nvSpPr>
          <p:cNvPr id="11" name="Text Placeholder 4">
            <a:extLst>
              <a:ext uri="{FF2B5EF4-FFF2-40B4-BE49-F238E27FC236}">
                <a16:creationId xmlns:a16="http://schemas.microsoft.com/office/drawing/2014/main" id="{BEA145C4-F1AE-010B-FC94-C27466A668E5}"/>
              </a:ext>
            </a:extLst>
          </p:cNvPr>
          <p:cNvSpPr>
            <a:spLocks noGrp="1"/>
          </p:cNvSpPr>
          <p:nvPr>
            <p:ph type="body" sz="quarter" idx="11" hasCustomPrompt="1"/>
          </p:nvPr>
        </p:nvSpPr>
        <p:spPr>
          <a:xfrm>
            <a:off x="457277" y="1356499"/>
            <a:ext cx="498928" cy="321627"/>
          </a:xfrm>
          <a:prstGeom prst="rect">
            <a:avLst/>
          </a:prstGeom>
        </p:spPr>
        <p:txBody>
          <a:bodyPr wrap="square" anchor="t" anchorCtr="0">
            <a:spAutoFit/>
          </a:bodyPr>
          <a:lstStyle>
            <a:lvl1pPr algn="l">
              <a:defRPr sz="2000" b="0">
                <a:solidFill>
                  <a:schemeClr val="tx1"/>
                </a:solidFill>
              </a:defRPr>
            </a:lvl1pPr>
          </a:lstStyle>
          <a:p>
            <a:pPr lvl="0"/>
            <a:r>
              <a:rPr lang="en-US"/>
              <a:t>01</a:t>
            </a:r>
          </a:p>
        </p:txBody>
      </p:sp>
    </p:spTree>
    <p:extLst>
      <p:ext uri="{BB962C8B-B14F-4D97-AF65-F5344CB8AC3E}">
        <p14:creationId xmlns:p14="http://schemas.microsoft.com/office/powerpoint/2010/main" val="2563189597"/>
      </p:ext>
    </p:extLst>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11" name="Title 1"/>
          <p:cNvSpPr>
            <a:spLocks noGrp="1"/>
          </p:cNvSpPr>
          <p:nvPr>
            <p:ph type="title"/>
          </p:nvPr>
        </p:nvSpPr>
        <p:spPr>
          <a:xfrm>
            <a:off x="457200" y="721896"/>
            <a:ext cx="11274552" cy="457200"/>
          </a:xfrm>
        </p:spPr>
        <p:txBody>
          <a:bodyPr/>
          <a:lstStyle>
            <a:lvl1pPr>
              <a:defRPr b="1">
                <a:latin typeface="+mn-lt"/>
              </a:defRPr>
            </a:lvl1pPr>
          </a:lstStyle>
          <a:p>
            <a:r>
              <a:rPr lang="en-US"/>
              <a:t>Click to edit Master title style</a:t>
            </a:r>
          </a:p>
        </p:txBody>
      </p:sp>
    </p:spTree>
    <p:extLst>
      <p:ext uri="{BB962C8B-B14F-4D97-AF65-F5344CB8AC3E}">
        <p14:creationId xmlns:p14="http://schemas.microsoft.com/office/powerpoint/2010/main" val="2469675281"/>
      </p:ext>
    </p:extLst>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UpSubtitle">
    <p:spTree>
      <p:nvGrpSpPr>
        <p:cNvPr id="1" name=""/>
        <p:cNvGrpSpPr/>
        <p:nvPr/>
      </p:nvGrpSpPr>
      <p:grpSpPr>
        <a:xfrm>
          <a:off x="0" y="0"/>
          <a:ext cx="0" cy="0"/>
          <a:chOff x="0" y="0"/>
          <a:chExt cx="0" cy="0"/>
        </a:xfrm>
      </p:grpSpPr>
      <p:sp>
        <p:nvSpPr>
          <p:cNvPr id="11" name="Title 1"/>
          <p:cNvSpPr>
            <a:spLocks noGrp="1"/>
          </p:cNvSpPr>
          <p:nvPr>
            <p:ph type="title"/>
          </p:nvPr>
        </p:nvSpPr>
        <p:spPr>
          <a:xfrm>
            <a:off x="457200" y="723900"/>
            <a:ext cx="11274552" cy="457200"/>
          </a:xfrm>
        </p:spPr>
        <p:txBody>
          <a:bodyPr/>
          <a:lstStyle>
            <a:lvl1pPr>
              <a:defRPr b="1">
                <a:latin typeface="+mn-lt"/>
              </a:defRPr>
            </a:lvl1pPr>
          </a:lstStyle>
          <a:p>
            <a:r>
              <a:rPr lang="en-US"/>
              <a:t>Click to edit Master title style</a:t>
            </a:r>
          </a:p>
        </p:txBody>
      </p:sp>
      <p:sp>
        <p:nvSpPr>
          <p:cNvPr id="12" name="Text Placeholder 10"/>
          <p:cNvSpPr>
            <a:spLocks noGrp="1"/>
          </p:cNvSpPr>
          <p:nvPr>
            <p:ph type="body" sz="quarter" idx="15" hasCustomPrompt="1"/>
          </p:nvPr>
        </p:nvSpPr>
        <p:spPr>
          <a:xfrm>
            <a:off x="457200" y="382447"/>
            <a:ext cx="3611880" cy="225706"/>
          </a:xfrm>
          <a:prstGeom prst="rect">
            <a:avLst/>
          </a:prstGeom>
        </p:spPr>
        <p:txBody>
          <a:bodyPr vert="horz" lIns="0" tIns="0" rIns="0" bIns="0" rtlCol="0">
            <a:noAutofit/>
          </a:bodyPr>
          <a:lstStyle>
            <a:lvl1pPr>
              <a:defRPr lang="en-US" sz="1000" cap="all" spc="300" baseline="0">
                <a:solidFill>
                  <a:schemeClr val="tx1"/>
                </a:solidFill>
                <a:latin typeface="Calibri" panose="020F0502020204030204" pitchFamily="34" charset="0"/>
              </a:defRPr>
            </a:lvl1pPr>
          </a:lstStyle>
          <a:p>
            <a:pPr lvl="0">
              <a:lnSpc>
                <a:spcPct val="100000"/>
              </a:lnSpc>
            </a:pPr>
            <a:r>
              <a:rPr lang="en-US"/>
              <a:t>Click to add section title</a:t>
            </a:r>
          </a:p>
        </p:txBody>
      </p:sp>
    </p:spTree>
    <p:extLst>
      <p:ext uri="{BB962C8B-B14F-4D97-AF65-F5344CB8AC3E}">
        <p14:creationId xmlns:p14="http://schemas.microsoft.com/office/powerpoint/2010/main" val="975443679"/>
      </p:ext>
    </p:extLst>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Subtitle">
    <p:spTree>
      <p:nvGrpSpPr>
        <p:cNvPr id="1" name=""/>
        <p:cNvGrpSpPr/>
        <p:nvPr/>
      </p:nvGrpSpPr>
      <p:grpSpPr>
        <a:xfrm>
          <a:off x="0" y="0"/>
          <a:ext cx="0" cy="0"/>
          <a:chOff x="0" y="0"/>
          <a:chExt cx="0" cy="0"/>
        </a:xfrm>
      </p:grpSpPr>
      <p:sp>
        <p:nvSpPr>
          <p:cNvPr id="6" name="Text Placeholder 8">
            <a:extLst>
              <a:ext uri="{FF2B5EF4-FFF2-40B4-BE49-F238E27FC236}">
                <a16:creationId xmlns:a16="http://schemas.microsoft.com/office/drawing/2014/main" id="{E4F57360-96E0-124A-8B27-F0C4589ED94D}"/>
              </a:ext>
            </a:extLst>
          </p:cNvPr>
          <p:cNvSpPr>
            <a:spLocks noGrp="1"/>
          </p:cNvSpPr>
          <p:nvPr>
            <p:ph type="body" sz="quarter" idx="11" hasCustomPrompt="1"/>
          </p:nvPr>
        </p:nvSpPr>
        <p:spPr>
          <a:xfrm>
            <a:off x="457200" y="1195614"/>
            <a:ext cx="11274552" cy="246221"/>
          </a:xfrm>
          <a:prstGeom prst="rect">
            <a:avLst/>
          </a:prstGeom>
        </p:spPr>
        <p:txBody>
          <a:bodyPr wrap="square" lIns="0" tIns="0" rIns="0" bIns="0" anchor="t" anchorCtr="0">
            <a:noAutofit/>
          </a:bodyPr>
          <a:lstStyle>
            <a:lvl1pPr marL="0" indent="0">
              <a:lnSpc>
                <a:spcPct val="100000"/>
              </a:lnSpc>
              <a:spcBef>
                <a:spcPct val="0"/>
              </a:spcBef>
              <a:buNone/>
              <a:defRPr sz="1600" b="1" i="0">
                <a:solidFill>
                  <a:schemeClr val="tx1"/>
                </a:solidFill>
              </a:defRPr>
            </a:lvl1pPr>
          </a:lstStyle>
          <a:p>
            <a:pPr lvl="0"/>
            <a:r>
              <a:rPr lang="en-US"/>
              <a:t>Edit Master text styles</a:t>
            </a:r>
          </a:p>
        </p:txBody>
      </p:sp>
      <p:sp>
        <p:nvSpPr>
          <p:cNvPr id="2" name="Title 1">
            <a:extLst>
              <a:ext uri="{FF2B5EF4-FFF2-40B4-BE49-F238E27FC236}">
                <a16:creationId xmlns:a16="http://schemas.microsoft.com/office/drawing/2014/main" id="{51B4284D-C7B7-AF33-505C-3BCE705434E9}"/>
              </a:ext>
            </a:extLst>
          </p:cNvPr>
          <p:cNvSpPr>
            <a:spLocks noGrp="1"/>
          </p:cNvSpPr>
          <p:nvPr>
            <p:ph type="title"/>
          </p:nvPr>
        </p:nvSpPr>
        <p:spPr>
          <a:xfrm>
            <a:off x="457200" y="723900"/>
            <a:ext cx="11274552" cy="457200"/>
          </a:xfrm>
        </p:spPr>
        <p:txBody>
          <a:bodyPr/>
          <a:lstStyle>
            <a:lvl1pPr>
              <a:defRPr b="1">
                <a:latin typeface="+mn-lt"/>
              </a:defRPr>
            </a:lvl1pPr>
          </a:lstStyle>
          <a:p>
            <a:r>
              <a:rPr lang="en-US"/>
              <a:t>Click to edit Master title style</a:t>
            </a:r>
          </a:p>
        </p:txBody>
      </p:sp>
      <p:sp>
        <p:nvSpPr>
          <p:cNvPr id="3" name="Text Placeholder 10">
            <a:extLst>
              <a:ext uri="{FF2B5EF4-FFF2-40B4-BE49-F238E27FC236}">
                <a16:creationId xmlns:a16="http://schemas.microsoft.com/office/drawing/2014/main" id="{8CBF3641-43B5-6FAC-E7AA-3C2E1B686848}"/>
              </a:ext>
            </a:extLst>
          </p:cNvPr>
          <p:cNvSpPr>
            <a:spLocks noGrp="1"/>
          </p:cNvSpPr>
          <p:nvPr>
            <p:ph type="body" sz="quarter" idx="15" hasCustomPrompt="1"/>
          </p:nvPr>
        </p:nvSpPr>
        <p:spPr>
          <a:xfrm>
            <a:off x="457200" y="382447"/>
            <a:ext cx="3611880" cy="225706"/>
          </a:xfrm>
          <a:prstGeom prst="rect">
            <a:avLst/>
          </a:prstGeom>
        </p:spPr>
        <p:txBody>
          <a:bodyPr vert="horz" lIns="0" tIns="0" rIns="0" bIns="0" rtlCol="0">
            <a:noAutofit/>
          </a:bodyPr>
          <a:lstStyle>
            <a:lvl1pPr>
              <a:defRPr lang="en-US" sz="1000" cap="all" spc="300" baseline="0">
                <a:solidFill>
                  <a:schemeClr val="tx1"/>
                </a:solidFill>
                <a:latin typeface="Calibri" panose="020F0502020204030204" pitchFamily="34" charset="0"/>
              </a:defRPr>
            </a:lvl1pPr>
          </a:lstStyle>
          <a:p>
            <a:pPr lvl="0">
              <a:lnSpc>
                <a:spcPct val="100000"/>
              </a:lnSpc>
            </a:pPr>
            <a:r>
              <a:rPr lang="en-US"/>
              <a:t>Click to add section title</a:t>
            </a:r>
          </a:p>
        </p:txBody>
      </p:sp>
    </p:spTree>
    <p:extLst>
      <p:ext uri="{BB962C8B-B14F-4D97-AF65-F5344CB8AC3E}">
        <p14:creationId xmlns:p14="http://schemas.microsoft.com/office/powerpoint/2010/main" val="3466530981"/>
      </p:ext>
    </p:extLst>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188648843"/>
      </p:ext>
    </p:extLst>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Dark">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6190717A-8E85-0A40-B27D-E9A4F8826E8E}"/>
              </a:ext>
            </a:extLst>
          </p:cNvPr>
          <p:cNvSpPr/>
          <p:nvPr userDrawn="1"/>
        </p:nvSpPr>
        <p:spPr bwMode="auto">
          <a:xfrm>
            <a:off x="0" y="0"/>
            <a:ext cx="12192000" cy="6858000"/>
          </a:xfrm>
          <a:prstGeom prst="rect">
            <a:avLst/>
          </a:prstGeom>
          <a:solidFill>
            <a:schemeClr val="tx1"/>
          </a:solidFill>
          <a:ln>
            <a:noFill/>
          </a:ln>
          <a:effectLst/>
        </p:spPr>
        <p:txBody>
          <a:bodyPr wrap="none" rtlCol="0" anchor="ctr"/>
          <a:lstStyle/>
          <a:p>
            <a:pPr algn="ctr"/>
            <a:endParaRPr lang="en-US" sz="2400">
              <a:solidFill>
                <a:schemeClr val="bg1"/>
              </a:solidFill>
              <a:latin typeface="Calibri Light" panose="020F0302020204030204" pitchFamily="34" charset="0"/>
              <a:ea typeface="Human Sans ExtraLight" charset="0"/>
              <a:cs typeface="Human Sans ExtraLight" charset="0"/>
            </a:endParaRPr>
          </a:p>
        </p:txBody>
      </p:sp>
      <p:sp>
        <p:nvSpPr>
          <p:cNvPr id="3" name="Title 1">
            <a:extLst>
              <a:ext uri="{FF2B5EF4-FFF2-40B4-BE49-F238E27FC236}">
                <a16:creationId xmlns:a16="http://schemas.microsoft.com/office/drawing/2014/main" id="{D0D8E0D9-9406-08F5-F3AB-192276B840AD}"/>
              </a:ext>
            </a:extLst>
          </p:cNvPr>
          <p:cNvSpPr>
            <a:spLocks noGrp="1"/>
          </p:cNvSpPr>
          <p:nvPr>
            <p:ph type="title"/>
          </p:nvPr>
        </p:nvSpPr>
        <p:spPr>
          <a:xfrm>
            <a:off x="457200" y="723900"/>
            <a:ext cx="11274552" cy="457200"/>
          </a:xfrm>
        </p:spPr>
        <p:txBody>
          <a:bodyPr/>
          <a:lstStyle>
            <a:lvl1pPr>
              <a:defRPr b="1">
                <a:solidFill>
                  <a:schemeClr val="bg1"/>
                </a:solidFill>
                <a:latin typeface="+mn-lt"/>
              </a:defRPr>
            </a:lvl1pPr>
          </a:lstStyle>
          <a:p>
            <a:r>
              <a:rPr lang="en-US"/>
              <a:t>Click to edit Master title style</a:t>
            </a:r>
          </a:p>
        </p:txBody>
      </p:sp>
      <p:sp>
        <p:nvSpPr>
          <p:cNvPr id="4" name="Text Placeholder 10">
            <a:extLst>
              <a:ext uri="{FF2B5EF4-FFF2-40B4-BE49-F238E27FC236}">
                <a16:creationId xmlns:a16="http://schemas.microsoft.com/office/drawing/2014/main" id="{23010F0C-E353-B615-EE43-DC7134E728C4}"/>
              </a:ext>
            </a:extLst>
          </p:cNvPr>
          <p:cNvSpPr>
            <a:spLocks noGrp="1"/>
          </p:cNvSpPr>
          <p:nvPr>
            <p:ph type="body" sz="quarter" idx="15" hasCustomPrompt="1"/>
          </p:nvPr>
        </p:nvSpPr>
        <p:spPr>
          <a:xfrm>
            <a:off x="457200" y="382447"/>
            <a:ext cx="3611880" cy="225706"/>
          </a:xfrm>
          <a:prstGeom prst="rect">
            <a:avLst/>
          </a:prstGeom>
        </p:spPr>
        <p:txBody>
          <a:bodyPr vert="horz" lIns="0" tIns="0" rIns="0" bIns="0" rtlCol="0">
            <a:noAutofit/>
          </a:bodyPr>
          <a:lstStyle>
            <a:lvl1pPr>
              <a:defRPr lang="en-US" sz="1000" cap="all" spc="300" baseline="0">
                <a:solidFill>
                  <a:schemeClr val="bg1"/>
                </a:solidFill>
                <a:latin typeface="Calibri" panose="020F0502020204030204" pitchFamily="34" charset="0"/>
              </a:defRPr>
            </a:lvl1pPr>
          </a:lstStyle>
          <a:p>
            <a:pPr lvl="0">
              <a:lnSpc>
                <a:spcPct val="100000"/>
              </a:lnSpc>
            </a:pPr>
            <a:r>
              <a:rPr lang="en-US"/>
              <a:t>Click to add section title</a:t>
            </a:r>
          </a:p>
        </p:txBody>
      </p:sp>
      <p:pic>
        <p:nvPicPr>
          <p:cNvPr id="5" name="Graphic 4">
            <a:extLst>
              <a:ext uri="{FF2B5EF4-FFF2-40B4-BE49-F238E27FC236}">
                <a16:creationId xmlns:a16="http://schemas.microsoft.com/office/drawing/2014/main" id="{828E7F92-C4B1-FD15-88E1-E80C3CABEB75}"/>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57201" y="6438901"/>
            <a:ext cx="540540" cy="190499"/>
          </a:xfrm>
          <a:prstGeom prst="rect">
            <a:avLst/>
          </a:prstGeom>
        </p:spPr>
      </p:pic>
      <p:sp>
        <p:nvSpPr>
          <p:cNvPr id="11" name="TextBox 10">
            <a:extLst>
              <a:ext uri="{FF2B5EF4-FFF2-40B4-BE49-F238E27FC236}">
                <a16:creationId xmlns:a16="http://schemas.microsoft.com/office/drawing/2014/main" id="{97BE634E-7C12-4735-5F97-ACA0CB41F520}"/>
              </a:ext>
            </a:extLst>
          </p:cNvPr>
          <p:cNvSpPr txBox="1"/>
          <p:nvPr userDrawn="1"/>
        </p:nvSpPr>
        <p:spPr>
          <a:xfrm>
            <a:off x="10048875" y="6406590"/>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bg1"/>
                </a:solidFill>
              </a:rPr>
              <a:t>EPAM Proprietary &amp; Confidential.</a:t>
            </a:r>
          </a:p>
        </p:txBody>
      </p:sp>
      <p:sp>
        <p:nvSpPr>
          <p:cNvPr id="13" name="Text Placeholder 3">
            <a:extLst>
              <a:ext uri="{FF2B5EF4-FFF2-40B4-BE49-F238E27FC236}">
                <a16:creationId xmlns:a16="http://schemas.microsoft.com/office/drawing/2014/main" id="{891A8E84-4915-F847-688F-F749F3B632BE}"/>
              </a:ext>
            </a:extLst>
          </p:cNvPr>
          <p:cNvSpPr txBox="1"/>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smtClean="0">
                <a:solidFill>
                  <a:schemeClr val="bg1"/>
                </a:solidFill>
              </a:rPr>
              <a:pPr lvl="0"/>
              <a:t>‹#›</a:t>
            </a:fld>
            <a:endParaRPr lang="en-US" sz="1000">
              <a:solidFill>
                <a:schemeClr val="bg1"/>
              </a:solidFill>
            </a:endParaRPr>
          </a:p>
        </p:txBody>
      </p:sp>
    </p:spTree>
    <p:extLst>
      <p:ext uri="{BB962C8B-B14F-4D97-AF65-F5344CB8AC3E}">
        <p14:creationId xmlns:p14="http://schemas.microsoft.com/office/powerpoint/2010/main" val="3967024946"/>
      </p:ext>
    </p:extLst>
  </p:cSld>
  <p:clrMapOvr>
    <a:masterClrMapping/>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Subtitle-Dark">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6190717A-8E85-0A40-B27D-E9A4F8826E8E}"/>
              </a:ext>
            </a:extLst>
          </p:cNvPr>
          <p:cNvSpPr/>
          <p:nvPr userDrawn="1"/>
        </p:nvSpPr>
        <p:spPr bwMode="auto">
          <a:xfrm>
            <a:off x="0" y="0"/>
            <a:ext cx="12192000" cy="6858000"/>
          </a:xfrm>
          <a:prstGeom prst="rect">
            <a:avLst/>
          </a:prstGeom>
          <a:solidFill>
            <a:schemeClr val="tx1"/>
          </a:solidFill>
          <a:ln>
            <a:noFill/>
          </a:ln>
          <a:effectLst/>
        </p:spPr>
        <p:txBody>
          <a:bodyPr wrap="none" rtlCol="0" anchor="ctr"/>
          <a:lstStyle/>
          <a:p>
            <a:pPr algn="ctr"/>
            <a:endParaRPr lang="en-US" sz="2400">
              <a:solidFill>
                <a:schemeClr val="bg1"/>
              </a:solidFill>
              <a:latin typeface="Calibri Light" panose="020F0302020204030204" pitchFamily="34" charset="0"/>
              <a:ea typeface="Human Sans ExtraLight" charset="0"/>
              <a:cs typeface="Human Sans ExtraLight" charset="0"/>
            </a:endParaRPr>
          </a:p>
        </p:txBody>
      </p:sp>
      <p:sp>
        <p:nvSpPr>
          <p:cNvPr id="3" name="Title 1">
            <a:extLst>
              <a:ext uri="{FF2B5EF4-FFF2-40B4-BE49-F238E27FC236}">
                <a16:creationId xmlns:a16="http://schemas.microsoft.com/office/drawing/2014/main" id="{D0D8E0D9-9406-08F5-F3AB-192276B840AD}"/>
              </a:ext>
            </a:extLst>
          </p:cNvPr>
          <p:cNvSpPr>
            <a:spLocks noGrp="1"/>
          </p:cNvSpPr>
          <p:nvPr>
            <p:ph type="title"/>
          </p:nvPr>
        </p:nvSpPr>
        <p:spPr>
          <a:xfrm>
            <a:off x="457200" y="723900"/>
            <a:ext cx="11274552" cy="457200"/>
          </a:xfrm>
        </p:spPr>
        <p:txBody>
          <a:bodyPr/>
          <a:lstStyle>
            <a:lvl1pPr>
              <a:defRPr b="1">
                <a:solidFill>
                  <a:schemeClr val="bg1"/>
                </a:solidFill>
                <a:latin typeface="+mn-lt"/>
              </a:defRPr>
            </a:lvl1pPr>
          </a:lstStyle>
          <a:p>
            <a:r>
              <a:rPr lang="en-US"/>
              <a:t>Click to edit Master title style</a:t>
            </a:r>
          </a:p>
        </p:txBody>
      </p:sp>
      <p:sp>
        <p:nvSpPr>
          <p:cNvPr id="4" name="Text Placeholder 10">
            <a:extLst>
              <a:ext uri="{FF2B5EF4-FFF2-40B4-BE49-F238E27FC236}">
                <a16:creationId xmlns:a16="http://schemas.microsoft.com/office/drawing/2014/main" id="{23010F0C-E353-B615-EE43-DC7134E728C4}"/>
              </a:ext>
            </a:extLst>
          </p:cNvPr>
          <p:cNvSpPr>
            <a:spLocks noGrp="1"/>
          </p:cNvSpPr>
          <p:nvPr>
            <p:ph type="body" sz="quarter" idx="15" hasCustomPrompt="1"/>
          </p:nvPr>
        </p:nvSpPr>
        <p:spPr>
          <a:xfrm>
            <a:off x="457200" y="382447"/>
            <a:ext cx="3611880" cy="225706"/>
          </a:xfrm>
          <a:prstGeom prst="rect">
            <a:avLst/>
          </a:prstGeom>
        </p:spPr>
        <p:txBody>
          <a:bodyPr vert="horz" lIns="0" tIns="0" rIns="0" bIns="0" rtlCol="0">
            <a:noAutofit/>
          </a:bodyPr>
          <a:lstStyle>
            <a:lvl1pPr>
              <a:defRPr lang="en-US" sz="1000" cap="all" spc="300" baseline="0">
                <a:solidFill>
                  <a:schemeClr val="bg1"/>
                </a:solidFill>
                <a:latin typeface="Calibri" panose="020F0502020204030204" pitchFamily="34" charset="0"/>
              </a:defRPr>
            </a:lvl1pPr>
          </a:lstStyle>
          <a:p>
            <a:pPr lvl="0">
              <a:lnSpc>
                <a:spcPct val="100000"/>
              </a:lnSpc>
            </a:pPr>
            <a:r>
              <a:rPr lang="en-US"/>
              <a:t>Click to add section title</a:t>
            </a:r>
          </a:p>
        </p:txBody>
      </p:sp>
      <p:pic>
        <p:nvPicPr>
          <p:cNvPr id="5" name="Graphic 4">
            <a:extLst>
              <a:ext uri="{FF2B5EF4-FFF2-40B4-BE49-F238E27FC236}">
                <a16:creationId xmlns:a16="http://schemas.microsoft.com/office/drawing/2014/main" id="{828E7F92-C4B1-FD15-88E1-E80C3CABEB75}"/>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57201" y="6438901"/>
            <a:ext cx="540540" cy="190499"/>
          </a:xfrm>
          <a:prstGeom prst="rect">
            <a:avLst/>
          </a:prstGeom>
        </p:spPr>
      </p:pic>
      <p:sp>
        <p:nvSpPr>
          <p:cNvPr id="11" name="TextBox 10">
            <a:extLst>
              <a:ext uri="{FF2B5EF4-FFF2-40B4-BE49-F238E27FC236}">
                <a16:creationId xmlns:a16="http://schemas.microsoft.com/office/drawing/2014/main" id="{97BE634E-7C12-4735-5F97-ACA0CB41F520}"/>
              </a:ext>
            </a:extLst>
          </p:cNvPr>
          <p:cNvSpPr txBox="1"/>
          <p:nvPr userDrawn="1"/>
        </p:nvSpPr>
        <p:spPr>
          <a:xfrm>
            <a:off x="10048875" y="6406590"/>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bg1"/>
                </a:solidFill>
              </a:rPr>
              <a:t>EPAM Proprietary &amp; Confidential.</a:t>
            </a:r>
          </a:p>
        </p:txBody>
      </p:sp>
      <p:sp>
        <p:nvSpPr>
          <p:cNvPr id="13" name="Text Placeholder 3">
            <a:extLst>
              <a:ext uri="{FF2B5EF4-FFF2-40B4-BE49-F238E27FC236}">
                <a16:creationId xmlns:a16="http://schemas.microsoft.com/office/drawing/2014/main" id="{891A8E84-4915-F847-688F-F749F3B632BE}"/>
              </a:ext>
            </a:extLst>
          </p:cNvPr>
          <p:cNvSpPr txBox="1"/>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smtClean="0">
                <a:solidFill>
                  <a:schemeClr val="bg1"/>
                </a:solidFill>
              </a:rPr>
              <a:pPr lvl="0"/>
              <a:t>‹#›</a:t>
            </a:fld>
            <a:endParaRPr lang="en-US" sz="1000">
              <a:solidFill>
                <a:schemeClr val="bg1"/>
              </a:solidFill>
            </a:endParaRPr>
          </a:p>
        </p:txBody>
      </p:sp>
      <p:sp>
        <p:nvSpPr>
          <p:cNvPr id="7" name="Text Placeholder 8">
            <a:extLst>
              <a:ext uri="{FF2B5EF4-FFF2-40B4-BE49-F238E27FC236}">
                <a16:creationId xmlns:a16="http://schemas.microsoft.com/office/drawing/2014/main" id="{AA4049EA-1C80-CEF2-C39E-9249C1D295FE}"/>
              </a:ext>
            </a:extLst>
          </p:cNvPr>
          <p:cNvSpPr>
            <a:spLocks noGrp="1"/>
          </p:cNvSpPr>
          <p:nvPr>
            <p:ph type="body" sz="quarter" idx="11" hasCustomPrompt="1"/>
          </p:nvPr>
        </p:nvSpPr>
        <p:spPr>
          <a:xfrm>
            <a:off x="457200" y="1195614"/>
            <a:ext cx="11274552" cy="246221"/>
          </a:xfrm>
          <a:prstGeom prst="rect">
            <a:avLst/>
          </a:prstGeom>
        </p:spPr>
        <p:txBody>
          <a:bodyPr wrap="square" lIns="0" tIns="0" rIns="0" bIns="0" anchor="t" anchorCtr="0">
            <a:noAutofit/>
          </a:bodyPr>
          <a:lstStyle>
            <a:lvl1pPr marL="0" indent="0">
              <a:lnSpc>
                <a:spcPct val="100000"/>
              </a:lnSpc>
              <a:spcBef>
                <a:spcPct val="0"/>
              </a:spcBef>
              <a:buNone/>
              <a:defRPr sz="1600" b="1" i="0">
                <a:solidFill>
                  <a:schemeClr val="bg1"/>
                </a:solidFill>
              </a:defRPr>
            </a:lvl1pPr>
          </a:lstStyle>
          <a:p>
            <a:pPr lvl="0"/>
            <a:r>
              <a:rPr lang="en-US"/>
              <a:t>Edit Master text styles</a:t>
            </a:r>
          </a:p>
        </p:txBody>
      </p:sp>
    </p:spTree>
    <p:extLst>
      <p:ext uri="{BB962C8B-B14F-4D97-AF65-F5344CB8AC3E}">
        <p14:creationId xmlns:p14="http://schemas.microsoft.com/office/powerpoint/2010/main" val="3346796493"/>
      </p:ext>
    </p:extLst>
  </p:cSld>
  <p:clrMapOvr>
    <a:masterClrMapping/>
  </p:clrMapOv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Arrow">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B17DFB89-A9BD-47AC-B57A-7869039229B5}"/>
              </a:ext>
            </a:extLst>
          </p:cNvPr>
          <p:cNvSpPr/>
          <p:nvPr userDrawn="1"/>
        </p:nvSpPr>
        <p:spPr bwMode="auto">
          <a:xfrm>
            <a:off x="0" y="0"/>
            <a:ext cx="5988049" cy="6858000"/>
          </a:xfrm>
          <a:prstGeom prst="rect">
            <a:avLst/>
          </a:prstGeom>
          <a:solidFill>
            <a:schemeClr val="tx1"/>
          </a:solidFill>
          <a:ln>
            <a:noFill/>
          </a:ln>
          <a:effectLst/>
        </p:spPr>
        <p:txBody>
          <a:bodyPr wrap="none" rtlCol="0" anchor="ctr"/>
          <a:lstStyle/>
          <a:p>
            <a:pPr algn="ctr"/>
            <a:endParaRPr lang="en-US" sz="2400">
              <a:solidFill>
                <a:schemeClr val="bg1"/>
              </a:solidFill>
              <a:latin typeface="Calibri Light" panose="020F0302020204030204" pitchFamily="34" charset="0"/>
              <a:ea typeface="Human Sans ExtraLight" charset="0"/>
              <a:cs typeface="Human Sans ExtraLight" charset="0"/>
            </a:endParaRPr>
          </a:p>
        </p:txBody>
      </p:sp>
      <p:sp>
        <p:nvSpPr>
          <p:cNvPr id="7" name="Isosceles Triangle 13">
            <a:extLst>
              <a:ext uri="{FF2B5EF4-FFF2-40B4-BE49-F238E27FC236}">
                <a16:creationId xmlns:a16="http://schemas.microsoft.com/office/drawing/2014/main" id="{33DA4BCA-E06D-9C46-8E45-43243DD633D7}"/>
              </a:ext>
            </a:extLst>
          </p:cNvPr>
          <p:cNvSpPr/>
          <p:nvPr userDrawn="1"/>
        </p:nvSpPr>
        <p:spPr>
          <a:xfrm rot="5400000" flipH="1">
            <a:off x="2835445" y="3152602"/>
            <a:ext cx="6858002" cy="552793"/>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Graphic 1">
            <a:extLst>
              <a:ext uri="{FF2B5EF4-FFF2-40B4-BE49-F238E27FC236}">
                <a16:creationId xmlns:a16="http://schemas.microsoft.com/office/drawing/2014/main" id="{9D2FFF58-70EB-C86F-9E59-1581F18B8723}"/>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57201" y="6438901"/>
            <a:ext cx="540540" cy="190499"/>
          </a:xfrm>
          <a:prstGeom prst="rect">
            <a:avLst/>
          </a:prstGeom>
        </p:spPr>
      </p:pic>
      <p:sp>
        <p:nvSpPr>
          <p:cNvPr id="6" name="Title 1">
            <a:extLst>
              <a:ext uri="{FF2B5EF4-FFF2-40B4-BE49-F238E27FC236}">
                <a16:creationId xmlns:a16="http://schemas.microsoft.com/office/drawing/2014/main" id="{BFF9120F-E29C-8B3A-D5EB-E673F7B24C97}"/>
              </a:ext>
            </a:extLst>
          </p:cNvPr>
          <p:cNvSpPr>
            <a:spLocks noGrp="1"/>
          </p:cNvSpPr>
          <p:nvPr>
            <p:ph type="title"/>
          </p:nvPr>
        </p:nvSpPr>
        <p:spPr>
          <a:xfrm>
            <a:off x="472698" y="723900"/>
            <a:ext cx="5530849" cy="457200"/>
          </a:xfrm>
        </p:spPr>
        <p:txBody>
          <a:bodyPr/>
          <a:lstStyle>
            <a:lvl1pPr>
              <a:defRPr b="1">
                <a:solidFill>
                  <a:schemeClr val="bg1"/>
                </a:solidFill>
                <a:latin typeface="+mn-lt"/>
              </a:defRPr>
            </a:lvl1pPr>
          </a:lstStyle>
          <a:p>
            <a:r>
              <a:rPr lang="en-US"/>
              <a:t>Click to edit Master title style</a:t>
            </a:r>
          </a:p>
        </p:txBody>
      </p:sp>
      <p:sp>
        <p:nvSpPr>
          <p:cNvPr id="10" name="Text Placeholder 10">
            <a:extLst>
              <a:ext uri="{FF2B5EF4-FFF2-40B4-BE49-F238E27FC236}">
                <a16:creationId xmlns:a16="http://schemas.microsoft.com/office/drawing/2014/main" id="{8A6D870D-A9F4-488C-8ECB-5016711134CD}"/>
              </a:ext>
            </a:extLst>
          </p:cNvPr>
          <p:cNvSpPr>
            <a:spLocks noGrp="1"/>
          </p:cNvSpPr>
          <p:nvPr>
            <p:ph type="body" sz="quarter" idx="15" hasCustomPrompt="1"/>
          </p:nvPr>
        </p:nvSpPr>
        <p:spPr>
          <a:xfrm>
            <a:off x="472698" y="382447"/>
            <a:ext cx="3611880" cy="225706"/>
          </a:xfrm>
          <a:prstGeom prst="rect">
            <a:avLst/>
          </a:prstGeom>
        </p:spPr>
        <p:txBody>
          <a:bodyPr vert="horz" lIns="0" tIns="0" rIns="0" bIns="0" rtlCol="0">
            <a:noAutofit/>
          </a:bodyPr>
          <a:lstStyle>
            <a:lvl1pPr>
              <a:defRPr lang="en-US" sz="1000" cap="all" spc="300" baseline="0">
                <a:solidFill>
                  <a:schemeClr val="bg1"/>
                </a:solidFill>
                <a:latin typeface="Calibri" panose="020F0502020204030204" pitchFamily="34" charset="0"/>
              </a:defRPr>
            </a:lvl1pPr>
          </a:lstStyle>
          <a:p>
            <a:pPr lvl="0">
              <a:lnSpc>
                <a:spcPct val="100000"/>
              </a:lnSpc>
            </a:pPr>
            <a:r>
              <a:rPr lang="en-US"/>
              <a:t>Click to add section title</a:t>
            </a:r>
          </a:p>
        </p:txBody>
      </p:sp>
    </p:spTree>
    <p:extLst>
      <p:ext uri="{BB962C8B-B14F-4D97-AF65-F5344CB8AC3E}">
        <p14:creationId xmlns:p14="http://schemas.microsoft.com/office/powerpoint/2010/main" val="3566072477"/>
      </p:ext>
    </p:extLst>
  </p:cSld>
  <p:clrMapOvr>
    <a:masterClrMapping/>
  </p:clrMapOv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Arrow-Ligh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B17DFB89-A9BD-47AC-B57A-7869039229B5}"/>
              </a:ext>
            </a:extLst>
          </p:cNvPr>
          <p:cNvSpPr/>
          <p:nvPr userDrawn="1"/>
        </p:nvSpPr>
        <p:spPr bwMode="auto">
          <a:xfrm>
            <a:off x="0" y="0"/>
            <a:ext cx="5988049" cy="6858000"/>
          </a:xfrm>
          <a:prstGeom prst="rect">
            <a:avLst/>
          </a:prstGeom>
          <a:solidFill>
            <a:schemeClr val="bg1">
              <a:lumMod val="95000"/>
            </a:schemeClr>
          </a:solidFill>
          <a:ln>
            <a:noFill/>
          </a:ln>
          <a:effectLst/>
        </p:spPr>
        <p:txBody>
          <a:bodyPr wrap="none" rtlCol="0" anchor="ctr"/>
          <a:lstStyle/>
          <a:p>
            <a:pPr algn="ctr"/>
            <a:endParaRPr lang="en-US" sz="2400">
              <a:solidFill>
                <a:schemeClr val="bg1"/>
              </a:solidFill>
              <a:latin typeface="Calibri Light" panose="020F0302020204030204" pitchFamily="34" charset="0"/>
              <a:ea typeface="Human Sans ExtraLight" charset="0"/>
              <a:cs typeface="Human Sans ExtraLight" charset="0"/>
            </a:endParaRPr>
          </a:p>
        </p:txBody>
      </p:sp>
      <p:sp>
        <p:nvSpPr>
          <p:cNvPr id="7" name="Isosceles Triangle 13">
            <a:extLst>
              <a:ext uri="{FF2B5EF4-FFF2-40B4-BE49-F238E27FC236}">
                <a16:creationId xmlns:a16="http://schemas.microsoft.com/office/drawing/2014/main" id="{33DA4BCA-E06D-9C46-8E45-43243DD633D7}"/>
              </a:ext>
            </a:extLst>
          </p:cNvPr>
          <p:cNvSpPr/>
          <p:nvPr userDrawn="1"/>
        </p:nvSpPr>
        <p:spPr>
          <a:xfrm rot="5400000" flipH="1">
            <a:off x="2835445" y="3152602"/>
            <a:ext cx="6858002" cy="552793"/>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1">
            <a:extLst>
              <a:ext uri="{FF2B5EF4-FFF2-40B4-BE49-F238E27FC236}">
                <a16:creationId xmlns:a16="http://schemas.microsoft.com/office/drawing/2014/main" id="{BFF9120F-E29C-8B3A-D5EB-E673F7B24C97}"/>
              </a:ext>
            </a:extLst>
          </p:cNvPr>
          <p:cNvSpPr>
            <a:spLocks noGrp="1"/>
          </p:cNvSpPr>
          <p:nvPr>
            <p:ph type="title"/>
          </p:nvPr>
        </p:nvSpPr>
        <p:spPr>
          <a:xfrm>
            <a:off x="472698" y="723900"/>
            <a:ext cx="5530849" cy="457200"/>
          </a:xfrm>
        </p:spPr>
        <p:txBody>
          <a:bodyPr/>
          <a:lstStyle>
            <a:lvl1pPr>
              <a:defRPr b="1">
                <a:solidFill>
                  <a:schemeClr val="tx1"/>
                </a:solidFill>
                <a:latin typeface="+mn-lt"/>
              </a:defRPr>
            </a:lvl1pPr>
          </a:lstStyle>
          <a:p>
            <a:r>
              <a:rPr lang="en-US"/>
              <a:t>Click to edit Master title style</a:t>
            </a:r>
          </a:p>
        </p:txBody>
      </p:sp>
      <p:sp>
        <p:nvSpPr>
          <p:cNvPr id="10" name="Text Placeholder 10">
            <a:extLst>
              <a:ext uri="{FF2B5EF4-FFF2-40B4-BE49-F238E27FC236}">
                <a16:creationId xmlns:a16="http://schemas.microsoft.com/office/drawing/2014/main" id="{8A6D870D-A9F4-488C-8ECB-5016711134CD}"/>
              </a:ext>
            </a:extLst>
          </p:cNvPr>
          <p:cNvSpPr>
            <a:spLocks noGrp="1"/>
          </p:cNvSpPr>
          <p:nvPr>
            <p:ph type="body" sz="quarter" idx="15" hasCustomPrompt="1"/>
          </p:nvPr>
        </p:nvSpPr>
        <p:spPr>
          <a:xfrm>
            <a:off x="472698" y="382447"/>
            <a:ext cx="3611880" cy="225706"/>
          </a:xfrm>
          <a:prstGeom prst="rect">
            <a:avLst/>
          </a:prstGeom>
        </p:spPr>
        <p:txBody>
          <a:bodyPr vert="horz" lIns="0" tIns="0" rIns="0" bIns="0" rtlCol="0">
            <a:noAutofit/>
          </a:bodyPr>
          <a:lstStyle>
            <a:lvl1pPr>
              <a:defRPr lang="en-US" sz="1000" cap="all" spc="300" baseline="0">
                <a:solidFill>
                  <a:schemeClr val="tx1"/>
                </a:solidFill>
                <a:latin typeface="Calibri" panose="020F0502020204030204" pitchFamily="34" charset="0"/>
              </a:defRPr>
            </a:lvl1pPr>
          </a:lstStyle>
          <a:p>
            <a:pPr lvl="0">
              <a:lnSpc>
                <a:spcPct val="100000"/>
              </a:lnSpc>
            </a:pPr>
            <a:r>
              <a:rPr lang="en-US"/>
              <a:t>Click to add section title</a:t>
            </a:r>
          </a:p>
        </p:txBody>
      </p:sp>
      <p:pic>
        <p:nvPicPr>
          <p:cNvPr id="3" name="Graphic 2">
            <a:extLst>
              <a:ext uri="{FF2B5EF4-FFF2-40B4-BE49-F238E27FC236}">
                <a16:creationId xmlns:a16="http://schemas.microsoft.com/office/drawing/2014/main" id="{99CE1444-B151-5430-2753-A94BFE598634}"/>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57201" y="6438901"/>
            <a:ext cx="540540" cy="190499"/>
          </a:xfrm>
          <a:prstGeom prst="rect">
            <a:avLst/>
          </a:prstGeom>
        </p:spPr>
      </p:pic>
    </p:spTree>
    <p:extLst>
      <p:ext uri="{BB962C8B-B14F-4D97-AF65-F5344CB8AC3E}">
        <p14:creationId xmlns:p14="http://schemas.microsoft.com/office/powerpoint/2010/main" val="3683544808"/>
      </p:ext>
    </p:extLst>
  </p:cSld>
  <p:clrMapOvr>
    <a:masterClrMapping/>
  </p:clrMapOv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Arrow-Two">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C7891C23-3EE8-0CED-28FE-170D18A2D615}"/>
              </a:ext>
            </a:extLst>
          </p:cNvPr>
          <p:cNvGrpSpPr/>
          <p:nvPr userDrawn="1"/>
        </p:nvGrpSpPr>
        <p:grpSpPr>
          <a:xfrm>
            <a:off x="3909694" y="-2"/>
            <a:ext cx="4653972" cy="6858002"/>
            <a:chOff x="3300840" y="-2"/>
            <a:chExt cx="4653972" cy="6858002"/>
          </a:xfrm>
          <a:solidFill>
            <a:schemeClr val="bg1">
              <a:lumMod val="95000"/>
            </a:schemeClr>
          </a:solidFill>
        </p:grpSpPr>
        <p:sp>
          <p:nvSpPr>
            <p:cNvPr id="10" name="Rectangle 9">
              <a:extLst>
                <a:ext uri="{FF2B5EF4-FFF2-40B4-BE49-F238E27FC236}">
                  <a16:creationId xmlns:a16="http://schemas.microsoft.com/office/drawing/2014/main" id="{3E4E5E53-9F1A-D61C-9EEB-E1510482E5BF}"/>
                </a:ext>
              </a:extLst>
            </p:cNvPr>
            <p:cNvSpPr/>
            <p:nvPr userDrawn="1"/>
          </p:nvSpPr>
          <p:spPr bwMode="auto">
            <a:xfrm>
              <a:off x="3300840" y="0"/>
              <a:ext cx="4110732" cy="6858000"/>
            </a:xfrm>
            <a:prstGeom prst="rect">
              <a:avLst/>
            </a:prstGeom>
            <a:grpFill/>
            <a:ln>
              <a:noFill/>
            </a:ln>
            <a:effectLst/>
          </p:spPr>
          <p:txBody>
            <a:bodyPr wrap="none" rtlCol="0" anchor="ctr"/>
            <a:lstStyle/>
            <a:p>
              <a:pPr algn="ctr"/>
              <a:endParaRPr lang="en-US" sz="2400">
                <a:solidFill>
                  <a:schemeClr val="bg1"/>
                </a:solidFill>
                <a:latin typeface="Calibri Light" panose="020F0302020204030204" pitchFamily="34" charset="0"/>
                <a:ea typeface="Human Sans ExtraLight" charset="0"/>
                <a:cs typeface="Human Sans ExtraLight" charset="0"/>
              </a:endParaRPr>
            </a:p>
          </p:txBody>
        </p:sp>
        <p:sp>
          <p:nvSpPr>
            <p:cNvPr id="13" name="Isosceles Triangle 13">
              <a:extLst>
                <a:ext uri="{FF2B5EF4-FFF2-40B4-BE49-F238E27FC236}">
                  <a16:creationId xmlns:a16="http://schemas.microsoft.com/office/drawing/2014/main" id="{DF41968F-990C-67B1-0475-04E0249E281A}"/>
                </a:ext>
              </a:extLst>
            </p:cNvPr>
            <p:cNvSpPr/>
            <p:nvPr userDrawn="1"/>
          </p:nvSpPr>
          <p:spPr>
            <a:xfrm rot="5400000" flipH="1">
              <a:off x="4249415" y="3152602"/>
              <a:ext cx="6858002" cy="552793"/>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 name="Rectangle 4">
            <a:extLst>
              <a:ext uri="{FF2B5EF4-FFF2-40B4-BE49-F238E27FC236}">
                <a16:creationId xmlns:a16="http://schemas.microsoft.com/office/drawing/2014/main" id="{B17DFB89-A9BD-47AC-B57A-7869039229B5}"/>
              </a:ext>
            </a:extLst>
          </p:cNvPr>
          <p:cNvSpPr/>
          <p:nvPr userDrawn="1"/>
        </p:nvSpPr>
        <p:spPr bwMode="auto">
          <a:xfrm>
            <a:off x="-1" y="0"/>
            <a:ext cx="4076701" cy="6858000"/>
          </a:xfrm>
          <a:prstGeom prst="rect">
            <a:avLst/>
          </a:prstGeom>
          <a:solidFill>
            <a:schemeClr val="tx1"/>
          </a:solidFill>
          <a:ln>
            <a:noFill/>
          </a:ln>
          <a:effectLst/>
        </p:spPr>
        <p:txBody>
          <a:bodyPr wrap="none" rtlCol="0" anchor="ctr"/>
          <a:lstStyle/>
          <a:p>
            <a:pPr algn="ctr"/>
            <a:endParaRPr lang="en-US" sz="2400">
              <a:solidFill>
                <a:schemeClr val="bg1"/>
              </a:solidFill>
              <a:latin typeface="Calibri Light" panose="020F0302020204030204" pitchFamily="34" charset="0"/>
              <a:ea typeface="Human Sans ExtraLight" charset="0"/>
              <a:cs typeface="Human Sans ExtraLight" charset="0"/>
            </a:endParaRPr>
          </a:p>
        </p:txBody>
      </p:sp>
      <p:pic>
        <p:nvPicPr>
          <p:cNvPr id="8" name="Graphic 7">
            <a:extLst>
              <a:ext uri="{FF2B5EF4-FFF2-40B4-BE49-F238E27FC236}">
                <a16:creationId xmlns:a16="http://schemas.microsoft.com/office/drawing/2014/main" id="{EE036E7A-2B84-45D1-985C-C2AD71420C46}"/>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57201" y="6438901"/>
            <a:ext cx="540540" cy="190499"/>
          </a:xfrm>
          <a:prstGeom prst="rect">
            <a:avLst/>
          </a:prstGeom>
        </p:spPr>
      </p:pic>
      <p:sp>
        <p:nvSpPr>
          <p:cNvPr id="7" name="Isosceles Triangle 13">
            <a:extLst>
              <a:ext uri="{FF2B5EF4-FFF2-40B4-BE49-F238E27FC236}">
                <a16:creationId xmlns:a16="http://schemas.microsoft.com/office/drawing/2014/main" id="{33DA4BCA-E06D-9C46-8E45-43243DD633D7}"/>
              </a:ext>
            </a:extLst>
          </p:cNvPr>
          <p:cNvSpPr/>
          <p:nvPr userDrawn="1"/>
        </p:nvSpPr>
        <p:spPr>
          <a:xfrm rot="5400000" flipH="1">
            <a:off x="936060" y="3152602"/>
            <a:ext cx="6858002" cy="552793"/>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1">
            <a:extLst>
              <a:ext uri="{FF2B5EF4-FFF2-40B4-BE49-F238E27FC236}">
                <a16:creationId xmlns:a16="http://schemas.microsoft.com/office/drawing/2014/main" id="{180E4AD9-5B60-F04F-FEE1-80647A0EADEE}"/>
              </a:ext>
            </a:extLst>
          </p:cNvPr>
          <p:cNvSpPr>
            <a:spLocks noGrp="1"/>
          </p:cNvSpPr>
          <p:nvPr>
            <p:ph type="title"/>
          </p:nvPr>
        </p:nvSpPr>
        <p:spPr>
          <a:xfrm>
            <a:off x="457200" y="723900"/>
            <a:ext cx="2586789" cy="457200"/>
          </a:xfrm>
        </p:spPr>
        <p:txBody>
          <a:bodyPr/>
          <a:lstStyle>
            <a:lvl1pPr>
              <a:defRPr b="1">
                <a:solidFill>
                  <a:schemeClr val="bg1"/>
                </a:solidFill>
                <a:latin typeface="+mn-lt"/>
              </a:defRPr>
            </a:lvl1pPr>
          </a:lstStyle>
          <a:p>
            <a:r>
              <a:rPr lang="en-US"/>
              <a:t>Click to edit Master title style</a:t>
            </a:r>
          </a:p>
        </p:txBody>
      </p:sp>
      <p:sp>
        <p:nvSpPr>
          <p:cNvPr id="4" name="Text Placeholder 10">
            <a:extLst>
              <a:ext uri="{FF2B5EF4-FFF2-40B4-BE49-F238E27FC236}">
                <a16:creationId xmlns:a16="http://schemas.microsoft.com/office/drawing/2014/main" id="{B189EAA6-8653-D9C5-4653-C4B7BB2BB328}"/>
              </a:ext>
            </a:extLst>
          </p:cNvPr>
          <p:cNvSpPr>
            <a:spLocks noGrp="1"/>
          </p:cNvSpPr>
          <p:nvPr>
            <p:ph type="body" sz="quarter" idx="15" hasCustomPrompt="1"/>
          </p:nvPr>
        </p:nvSpPr>
        <p:spPr>
          <a:xfrm>
            <a:off x="457200" y="382447"/>
            <a:ext cx="3611880" cy="225706"/>
          </a:xfrm>
          <a:prstGeom prst="rect">
            <a:avLst/>
          </a:prstGeom>
        </p:spPr>
        <p:txBody>
          <a:bodyPr vert="horz" lIns="0" tIns="0" rIns="0" bIns="0" rtlCol="0">
            <a:noAutofit/>
          </a:bodyPr>
          <a:lstStyle>
            <a:lvl1pPr>
              <a:defRPr lang="en-US" sz="1000" cap="all" spc="300" baseline="0">
                <a:solidFill>
                  <a:schemeClr val="bg1"/>
                </a:solidFill>
                <a:latin typeface="Calibri" panose="020F0502020204030204" pitchFamily="34" charset="0"/>
              </a:defRPr>
            </a:lvl1pPr>
          </a:lstStyle>
          <a:p>
            <a:pPr lvl="0">
              <a:lnSpc>
                <a:spcPct val="100000"/>
              </a:lnSpc>
            </a:pPr>
            <a:r>
              <a:rPr lang="en-US"/>
              <a:t>Click to add section title</a:t>
            </a:r>
          </a:p>
        </p:txBody>
      </p:sp>
    </p:spTree>
    <p:extLst>
      <p:ext uri="{BB962C8B-B14F-4D97-AF65-F5344CB8AC3E}">
        <p14:creationId xmlns:p14="http://schemas.microsoft.com/office/powerpoint/2010/main" val="889386264"/>
      </p:ext>
    </p:extLst>
  </p:cSld>
  <p:clrMapOvr>
    <a:masterClrMapping/>
  </p:clrMapOv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ase Study-1/6">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63D721A-127A-4DBE-B738-ABA4893319BC}"/>
              </a:ext>
            </a:extLst>
          </p:cNvPr>
          <p:cNvSpPr/>
          <p:nvPr userDrawn="1"/>
        </p:nvSpPr>
        <p:spPr bwMode="auto">
          <a:xfrm flipH="1">
            <a:off x="9820274" y="0"/>
            <a:ext cx="2371723" cy="6858000"/>
          </a:xfrm>
          <a:prstGeom prst="rect">
            <a:avLst/>
          </a:prstGeom>
          <a:solidFill>
            <a:schemeClr val="bg1">
              <a:lumMod val="95000"/>
            </a:schemeClr>
          </a:solidFill>
          <a:ln>
            <a:noFill/>
          </a:ln>
          <a:effectLst/>
        </p:spPr>
        <p:txBody>
          <a:bodyPr wrap="none" rtlCol="0" anchor="ctr"/>
          <a:lstStyle/>
          <a:p>
            <a:pPr algn="ctr"/>
            <a:endParaRPr lang="en-US" sz="2400">
              <a:solidFill>
                <a:schemeClr val="bg1"/>
              </a:solidFill>
              <a:latin typeface="Calibri Light" panose="020F0302020204030204" pitchFamily="34" charset="0"/>
              <a:ea typeface="Human Sans ExtraLight" charset="0"/>
              <a:cs typeface="Human Sans ExtraLight" charset="0"/>
            </a:endParaRPr>
          </a:p>
        </p:txBody>
      </p:sp>
      <p:sp>
        <p:nvSpPr>
          <p:cNvPr id="3" name="Title 1">
            <a:extLst>
              <a:ext uri="{FF2B5EF4-FFF2-40B4-BE49-F238E27FC236}">
                <a16:creationId xmlns:a16="http://schemas.microsoft.com/office/drawing/2014/main" id="{30894D8D-7B75-A627-E4B9-1C694A55CED1}"/>
              </a:ext>
            </a:extLst>
          </p:cNvPr>
          <p:cNvSpPr>
            <a:spLocks noGrp="1"/>
          </p:cNvSpPr>
          <p:nvPr>
            <p:ph type="title"/>
          </p:nvPr>
        </p:nvSpPr>
        <p:spPr>
          <a:xfrm>
            <a:off x="457200" y="723900"/>
            <a:ext cx="8252847" cy="457200"/>
          </a:xfrm>
        </p:spPr>
        <p:txBody>
          <a:bodyPr/>
          <a:lstStyle>
            <a:lvl1pPr>
              <a:defRPr b="1">
                <a:solidFill>
                  <a:schemeClr val="tx1"/>
                </a:solidFill>
                <a:latin typeface="+mn-lt"/>
              </a:defRPr>
            </a:lvl1pPr>
          </a:lstStyle>
          <a:p>
            <a:r>
              <a:rPr lang="en-US"/>
              <a:t>Click to edit Master title style</a:t>
            </a:r>
          </a:p>
        </p:txBody>
      </p:sp>
      <p:sp>
        <p:nvSpPr>
          <p:cNvPr id="4" name="Text Placeholder 10">
            <a:extLst>
              <a:ext uri="{FF2B5EF4-FFF2-40B4-BE49-F238E27FC236}">
                <a16:creationId xmlns:a16="http://schemas.microsoft.com/office/drawing/2014/main" id="{E205EF53-7E88-FC61-2AD6-524C99515525}"/>
              </a:ext>
            </a:extLst>
          </p:cNvPr>
          <p:cNvSpPr>
            <a:spLocks noGrp="1"/>
          </p:cNvSpPr>
          <p:nvPr>
            <p:ph type="body" sz="quarter" idx="15" hasCustomPrompt="1"/>
          </p:nvPr>
        </p:nvSpPr>
        <p:spPr>
          <a:xfrm>
            <a:off x="457200" y="382447"/>
            <a:ext cx="3611880" cy="225706"/>
          </a:xfrm>
          <a:prstGeom prst="rect">
            <a:avLst/>
          </a:prstGeom>
        </p:spPr>
        <p:txBody>
          <a:bodyPr vert="horz" lIns="0" tIns="0" rIns="0" bIns="0" rtlCol="0">
            <a:noAutofit/>
          </a:bodyPr>
          <a:lstStyle>
            <a:lvl1pPr>
              <a:defRPr lang="en-US" sz="1000" cap="all" spc="300" baseline="0">
                <a:solidFill>
                  <a:schemeClr val="tx1"/>
                </a:solidFill>
                <a:latin typeface="Calibri" panose="020F0502020204030204" pitchFamily="34" charset="0"/>
              </a:defRPr>
            </a:lvl1pPr>
          </a:lstStyle>
          <a:p>
            <a:pPr lvl="0">
              <a:lnSpc>
                <a:spcPct val="100000"/>
              </a:lnSpc>
            </a:pPr>
            <a:r>
              <a:rPr lang="en-US"/>
              <a:t>Click to add section title</a:t>
            </a:r>
          </a:p>
        </p:txBody>
      </p:sp>
      <p:sp>
        <p:nvSpPr>
          <p:cNvPr id="5" name="TextBox 4">
            <a:extLst>
              <a:ext uri="{FF2B5EF4-FFF2-40B4-BE49-F238E27FC236}">
                <a16:creationId xmlns:a16="http://schemas.microsoft.com/office/drawing/2014/main" id="{AD091D4E-6AE3-3F04-D0A0-8C96044CC29F}"/>
              </a:ext>
            </a:extLst>
          </p:cNvPr>
          <p:cNvSpPr txBox="1"/>
          <p:nvPr userDrawn="1"/>
        </p:nvSpPr>
        <p:spPr>
          <a:xfrm>
            <a:off x="10048875" y="6406590"/>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tx1"/>
                </a:solidFill>
              </a:rPr>
              <a:t>EPAM Proprietary &amp; Confidential.</a:t>
            </a:r>
          </a:p>
        </p:txBody>
      </p:sp>
      <p:sp>
        <p:nvSpPr>
          <p:cNvPr id="6" name="Text Placeholder 3">
            <a:extLst>
              <a:ext uri="{FF2B5EF4-FFF2-40B4-BE49-F238E27FC236}">
                <a16:creationId xmlns:a16="http://schemas.microsoft.com/office/drawing/2014/main" id="{5678EB0A-0FF2-079E-6368-97511A388F28}"/>
              </a:ext>
            </a:extLst>
          </p:cNvPr>
          <p:cNvSpPr txBox="1"/>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smtClean="0"/>
              <a:pPr lvl="0"/>
              <a:t>‹#›</a:t>
            </a:fld>
            <a:endParaRPr lang="en-US" sz="1000"/>
          </a:p>
        </p:txBody>
      </p:sp>
    </p:spTree>
    <p:extLst>
      <p:ext uri="{BB962C8B-B14F-4D97-AF65-F5344CB8AC3E}">
        <p14:creationId xmlns:p14="http://schemas.microsoft.com/office/powerpoint/2010/main" val="3184073854"/>
      </p:ext>
    </p:extLst>
  </p:cSld>
  <p:clrMapOvr>
    <a:masterClrMapping/>
  </p:clrMapOvr>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ase Study-1/6 Blac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63D721A-127A-4DBE-B738-ABA4893319BC}"/>
              </a:ext>
            </a:extLst>
          </p:cNvPr>
          <p:cNvSpPr/>
          <p:nvPr userDrawn="1"/>
        </p:nvSpPr>
        <p:spPr bwMode="auto">
          <a:xfrm flipH="1">
            <a:off x="9820275" y="0"/>
            <a:ext cx="2371722" cy="6858000"/>
          </a:xfrm>
          <a:prstGeom prst="rect">
            <a:avLst/>
          </a:prstGeom>
          <a:solidFill>
            <a:schemeClr val="tx1"/>
          </a:solidFill>
          <a:ln>
            <a:noFill/>
          </a:ln>
          <a:effectLst/>
        </p:spPr>
        <p:txBody>
          <a:bodyPr wrap="none" rtlCol="0" anchor="ctr"/>
          <a:lstStyle/>
          <a:p>
            <a:pPr algn="ctr"/>
            <a:endParaRPr lang="en-US" sz="2400">
              <a:solidFill>
                <a:schemeClr val="bg1"/>
              </a:solidFill>
              <a:latin typeface="Calibri Light" panose="020F0302020204030204" pitchFamily="34" charset="0"/>
              <a:ea typeface="Human Sans ExtraLight" charset="0"/>
              <a:cs typeface="Human Sans ExtraLight" charset="0"/>
            </a:endParaRPr>
          </a:p>
        </p:txBody>
      </p:sp>
      <p:sp>
        <p:nvSpPr>
          <p:cNvPr id="3" name="TextBox 2">
            <a:extLst>
              <a:ext uri="{FF2B5EF4-FFF2-40B4-BE49-F238E27FC236}">
                <a16:creationId xmlns:a16="http://schemas.microsoft.com/office/drawing/2014/main" id="{B1E6AE37-FC1E-5269-1E83-C3E9928ED250}"/>
              </a:ext>
            </a:extLst>
          </p:cNvPr>
          <p:cNvSpPr txBox="1"/>
          <p:nvPr userDrawn="1"/>
        </p:nvSpPr>
        <p:spPr>
          <a:xfrm>
            <a:off x="10048875" y="6406590"/>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bg1"/>
                </a:solidFill>
              </a:rPr>
              <a:t>EPAM Proprietary &amp; Confidential.</a:t>
            </a:r>
          </a:p>
        </p:txBody>
      </p:sp>
      <p:sp>
        <p:nvSpPr>
          <p:cNvPr id="4" name="Text Placeholder 3">
            <a:extLst>
              <a:ext uri="{FF2B5EF4-FFF2-40B4-BE49-F238E27FC236}">
                <a16:creationId xmlns:a16="http://schemas.microsoft.com/office/drawing/2014/main" id="{607A8488-5F43-686E-E10B-16D16E352EED}"/>
              </a:ext>
            </a:extLst>
          </p:cNvPr>
          <p:cNvSpPr txBox="1"/>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smtClean="0">
                <a:solidFill>
                  <a:schemeClr val="bg1"/>
                </a:solidFill>
              </a:rPr>
              <a:pPr lvl="0"/>
              <a:t>‹#›</a:t>
            </a:fld>
            <a:endParaRPr lang="en-US" sz="1000">
              <a:solidFill>
                <a:schemeClr val="bg1"/>
              </a:solidFill>
            </a:endParaRPr>
          </a:p>
        </p:txBody>
      </p:sp>
      <p:sp>
        <p:nvSpPr>
          <p:cNvPr id="5" name="Title 1">
            <a:extLst>
              <a:ext uri="{FF2B5EF4-FFF2-40B4-BE49-F238E27FC236}">
                <a16:creationId xmlns:a16="http://schemas.microsoft.com/office/drawing/2014/main" id="{7B7DE099-ACDF-D41B-FBC3-5EE9A76F4C28}"/>
              </a:ext>
            </a:extLst>
          </p:cNvPr>
          <p:cNvSpPr>
            <a:spLocks noGrp="1"/>
          </p:cNvSpPr>
          <p:nvPr>
            <p:ph type="title"/>
          </p:nvPr>
        </p:nvSpPr>
        <p:spPr>
          <a:xfrm>
            <a:off x="457200" y="723900"/>
            <a:ext cx="7450138" cy="457200"/>
          </a:xfrm>
        </p:spPr>
        <p:txBody>
          <a:bodyPr/>
          <a:lstStyle>
            <a:lvl1pPr>
              <a:defRPr b="1">
                <a:solidFill>
                  <a:schemeClr val="tx1"/>
                </a:solidFill>
                <a:latin typeface="+mn-lt"/>
              </a:defRPr>
            </a:lvl1pPr>
          </a:lstStyle>
          <a:p>
            <a:r>
              <a:rPr lang="en-US"/>
              <a:t>Click to edit Master title style</a:t>
            </a:r>
          </a:p>
        </p:txBody>
      </p:sp>
      <p:sp>
        <p:nvSpPr>
          <p:cNvPr id="6" name="Text Placeholder 10">
            <a:extLst>
              <a:ext uri="{FF2B5EF4-FFF2-40B4-BE49-F238E27FC236}">
                <a16:creationId xmlns:a16="http://schemas.microsoft.com/office/drawing/2014/main" id="{AF7055BE-CD0F-6E9E-5992-4C7B9EF5FAB5}"/>
              </a:ext>
            </a:extLst>
          </p:cNvPr>
          <p:cNvSpPr>
            <a:spLocks noGrp="1"/>
          </p:cNvSpPr>
          <p:nvPr>
            <p:ph type="body" sz="quarter" idx="15" hasCustomPrompt="1"/>
          </p:nvPr>
        </p:nvSpPr>
        <p:spPr>
          <a:xfrm>
            <a:off x="457200" y="382446"/>
            <a:ext cx="3600000" cy="255227"/>
          </a:xfrm>
          <a:prstGeom prst="rect">
            <a:avLst/>
          </a:prstGeom>
        </p:spPr>
        <p:txBody>
          <a:bodyPr vert="horz" lIns="0" tIns="0" rIns="0" bIns="0" rtlCol="0">
            <a:noAutofit/>
          </a:bodyPr>
          <a:lstStyle>
            <a:lvl1pPr>
              <a:defRPr lang="en-US" sz="1000" cap="all" spc="300" baseline="0">
                <a:solidFill>
                  <a:schemeClr val="tx1"/>
                </a:solidFill>
                <a:latin typeface="Calibri" panose="020F0502020204030204" pitchFamily="34" charset="0"/>
              </a:defRPr>
            </a:lvl1pPr>
          </a:lstStyle>
          <a:p>
            <a:pPr lvl="0">
              <a:lnSpc>
                <a:spcPct val="100000"/>
              </a:lnSpc>
            </a:pPr>
            <a:r>
              <a:rPr lang="en-US"/>
              <a:t>Click to add section title</a:t>
            </a:r>
          </a:p>
        </p:txBody>
      </p:sp>
    </p:spTree>
    <p:extLst>
      <p:ext uri="{BB962C8B-B14F-4D97-AF65-F5344CB8AC3E}">
        <p14:creationId xmlns:p14="http://schemas.microsoft.com/office/powerpoint/2010/main" val="1373901659"/>
      </p:ext>
    </p:extLst>
  </p:cSld>
  <p:clrMapOvr>
    <a:masterClrMapping/>
  </p:clrMapOvr>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ase Study-1/6-Dark">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50FD50C-06F7-21CC-1F6A-D75586A5063A}"/>
              </a:ext>
            </a:extLst>
          </p:cNvPr>
          <p:cNvSpPr/>
          <p:nvPr userDrawn="1"/>
        </p:nvSpPr>
        <p:spPr bwMode="auto">
          <a:xfrm>
            <a:off x="5166" y="0"/>
            <a:ext cx="12192000" cy="6858000"/>
          </a:xfrm>
          <a:prstGeom prst="rect">
            <a:avLst/>
          </a:prstGeom>
          <a:solidFill>
            <a:schemeClr val="tx1"/>
          </a:solidFill>
          <a:ln>
            <a:noFill/>
          </a:ln>
          <a:effectLst/>
        </p:spPr>
        <p:txBody>
          <a:bodyPr wrap="none" rtlCol="0" anchor="ctr"/>
          <a:lstStyle/>
          <a:p>
            <a:pPr algn="ctr"/>
            <a:endParaRPr lang="en-US" sz="2400">
              <a:solidFill>
                <a:schemeClr val="bg1"/>
              </a:solidFill>
              <a:latin typeface="Calibri Light" panose="020F0302020204030204" pitchFamily="34" charset="0"/>
              <a:ea typeface="Human Sans ExtraLight" charset="0"/>
              <a:cs typeface="Human Sans ExtraLight" charset="0"/>
            </a:endParaRPr>
          </a:p>
        </p:txBody>
      </p:sp>
      <p:pic>
        <p:nvPicPr>
          <p:cNvPr id="8" name="Graphic 7">
            <a:extLst>
              <a:ext uri="{FF2B5EF4-FFF2-40B4-BE49-F238E27FC236}">
                <a16:creationId xmlns:a16="http://schemas.microsoft.com/office/drawing/2014/main" id="{56866651-9DE6-3C00-E38E-CCE80D604993}"/>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62367" y="6438901"/>
            <a:ext cx="540540" cy="190499"/>
          </a:xfrm>
          <a:prstGeom prst="rect">
            <a:avLst/>
          </a:prstGeom>
        </p:spPr>
      </p:pic>
      <p:sp>
        <p:nvSpPr>
          <p:cNvPr id="2" name="Rectangle 1">
            <a:extLst>
              <a:ext uri="{FF2B5EF4-FFF2-40B4-BE49-F238E27FC236}">
                <a16:creationId xmlns:a16="http://schemas.microsoft.com/office/drawing/2014/main" id="{263D721A-127A-4DBE-B738-ABA4893319BC}"/>
              </a:ext>
            </a:extLst>
          </p:cNvPr>
          <p:cNvSpPr/>
          <p:nvPr userDrawn="1"/>
        </p:nvSpPr>
        <p:spPr bwMode="auto">
          <a:xfrm flipH="1">
            <a:off x="9820274" y="0"/>
            <a:ext cx="2371723" cy="6858000"/>
          </a:xfrm>
          <a:prstGeom prst="rect">
            <a:avLst/>
          </a:prstGeom>
          <a:solidFill>
            <a:schemeClr val="tx1">
              <a:lumMod val="85000"/>
              <a:lumOff val="15000"/>
            </a:schemeClr>
          </a:solidFill>
          <a:ln>
            <a:noFill/>
          </a:ln>
          <a:effectLst/>
        </p:spPr>
        <p:txBody>
          <a:bodyPr wrap="none" rtlCol="0" anchor="ctr"/>
          <a:lstStyle/>
          <a:p>
            <a:pPr algn="ctr"/>
            <a:endParaRPr lang="en-US" sz="2400">
              <a:solidFill>
                <a:schemeClr val="bg1"/>
              </a:solidFill>
              <a:latin typeface="Calibri Light" panose="020F0302020204030204" pitchFamily="34" charset="0"/>
              <a:ea typeface="Human Sans ExtraLight" charset="0"/>
              <a:cs typeface="Human Sans ExtraLight" charset="0"/>
            </a:endParaRPr>
          </a:p>
        </p:txBody>
      </p:sp>
      <p:sp>
        <p:nvSpPr>
          <p:cNvPr id="3" name="Title 1">
            <a:extLst>
              <a:ext uri="{FF2B5EF4-FFF2-40B4-BE49-F238E27FC236}">
                <a16:creationId xmlns:a16="http://schemas.microsoft.com/office/drawing/2014/main" id="{30894D8D-7B75-A627-E4B9-1C694A55CED1}"/>
              </a:ext>
            </a:extLst>
          </p:cNvPr>
          <p:cNvSpPr>
            <a:spLocks noGrp="1"/>
          </p:cNvSpPr>
          <p:nvPr>
            <p:ph type="title"/>
          </p:nvPr>
        </p:nvSpPr>
        <p:spPr>
          <a:xfrm>
            <a:off x="457200" y="723900"/>
            <a:ext cx="8252847" cy="457200"/>
          </a:xfrm>
        </p:spPr>
        <p:txBody>
          <a:bodyPr/>
          <a:lstStyle>
            <a:lvl1pPr>
              <a:defRPr b="1">
                <a:solidFill>
                  <a:schemeClr val="bg1"/>
                </a:solidFill>
                <a:latin typeface="+mn-lt"/>
              </a:defRPr>
            </a:lvl1pPr>
          </a:lstStyle>
          <a:p>
            <a:r>
              <a:rPr lang="en-US"/>
              <a:t>Click to edit Master title style</a:t>
            </a:r>
          </a:p>
        </p:txBody>
      </p:sp>
      <p:sp>
        <p:nvSpPr>
          <p:cNvPr id="4" name="Text Placeholder 10">
            <a:extLst>
              <a:ext uri="{FF2B5EF4-FFF2-40B4-BE49-F238E27FC236}">
                <a16:creationId xmlns:a16="http://schemas.microsoft.com/office/drawing/2014/main" id="{E205EF53-7E88-FC61-2AD6-524C99515525}"/>
              </a:ext>
            </a:extLst>
          </p:cNvPr>
          <p:cNvSpPr>
            <a:spLocks noGrp="1"/>
          </p:cNvSpPr>
          <p:nvPr>
            <p:ph type="body" sz="quarter" idx="15" hasCustomPrompt="1"/>
          </p:nvPr>
        </p:nvSpPr>
        <p:spPr>
          <a:xfrm>
            <a:off x="457200" y="382447"/>
            <a:ext cx="3611880" cy="225706"/>
          </a:xfrm>
          <a:prstGeom prst="rect">
            <a:avLst/>
          </a:prstGeom>
        </p:spPr>
        <p:txBody>
          <a:bodyPr vert="horz" lIns="0" tIns="0" rIns="0" bIns="0" rtlCol="0">
            <a:noAutofit/>
          </a:bodyPr>
          <a:lstStyle>
            <a:lvl1pPr>
              <a:defRPr lang="en-US" sz="1000" cap="all" spc="300" baseline="0">
                <a:solidFill>
                  <a:schemeClr val="bg1"/>
                </a:solidFill>
                <a:latin typeface="Calibri" panose="020F0502020204030204" pitchFamily="34" charset="0"/>
              </a:defRPr>
            </a:lvl1pPr>
          </a:lstStyle>
          <a:p>
            <a:pPr lvl="0">
              <a:lnSpc>
                <a:spcPct val="100000"/>
              </a:lnSpc>
            </a:pPr>
            <a:r>
              <a:rPr lang="en-US"/>
              <a:t>Click to add section title</a:t>
            </a:r>
          </a:p>
        </p:txBody>
      </p:sp>
      <p:sp>
        <p:nvSpPr>
          <p:cNvPr id="11" name="TextBox 10">
            <a:extLst>
              <a:ext uri="{FF2B5EF4-FFF2-40B4-BE49-F238E27FC236}">
                <a16:creationId xmlns:a16="http://schemas.microsoft.com/office/drawing/2014/main" id="{07BD1CA3-DE0B-7A9B-CE98-826ACE3DFEBF}"/>
              </a:ext>
            </a:extLst>
          </p:cNvPr>
          <p:cNvSpPr txBox="1"/>
          <p:nvPr userDrawn="1"/>
        </p:nvSpPr>
        <p:spPr>
          <a:xfrm>
            <a:off x="10048875" y="6406590"/>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bg1"/>
                </a:solidFill>
              </a:rPr>
              <a:t>EPAM Proprietary &amp; Confidential.</a:t>
            </a:r>
          </a:p>
        </p:txBody>
      </p:sp>
      <p:sp>
        <p:nvSpPr>
          <p:cNvPr id="12" name="Text Placeholder 3">
            <a:extLst>
              <a:ext uri="{FF2B5EF4-FFF2-40B4-BE49-F238E27FC236}">
                <a16:creationId xmlns:a16="http://schemas.microsoft.com/office/drawing/2014/main" id="{05F033AD-4765-5FA3-B45B-9232B4A16A8B}"/>
              </a:ext>
            </a:extLst>
          </p:cNvPr>
          <p:cNvSpPr txBox="1"/>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smtClean="0">
                <a:solidFill>
                  <a:schemeClr val="bg1"/>
                </a:solidFill>
              </a:rPr>
              <a:pPr lvl="0"/>
              <a:t>‹#›</a:t>
            </a:fld>
            <a:endParaRPr lang="en-US" sz="1000">
              <a:solidFill>
                <a:schemeClr val="bg1"/>
              </a:solidFill>
            </a:endParaRPr>
          </a:p>
        </p:txBody>
      </p:sp>
    </p:spTree>
    <p:extLst>
      <p:ext uri="{BB962C8B-B14F-4D97-AF65-F5344CB8AC3E}">
        <p14:creationId xmlns:p14="http://schemas.microsoft.com/office/powerpoint/2010/main" val="2459995531"/>
      </p:ext>
    </p:extLst>
  </p:cSld>
  <p:clrMapOvr>
    <a:masterClrMapping/>
  </p:clrMapOvr>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ase Study-1/3">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63D721A-127A-4DBE-B738-ABA4893319BC}"/>
              </a:ext>
            </a:extLst>
          </p:cNvPr>
          <p:cNvSpPr/>
          <p:nvPr userDrawn="1"/>
        </p:nvSpPr>
        <p:spPr bwMode="auto">
          <a:xfrm flipH="1">
            <a:off x="7907337" y="0"/>
            <a:ext cx="4284661" cy="6858000"/>
          </a:xfrm>
          <a:prstGeom prst="rect">
            <a:avLst/>
          </a:prstGeom>
          <a:solidFill>
            <a:schemeClr val="bg1">
              <a:lumMod val="95000"/>
            </a:schemeClr>
          </a:solidFill>
          <a:ln>
            <a:noFill/>
          </a:ln>
          <a:effectLst/>
        </p:spPr>
        <p:txBody>
          <a:bodyPr wrap="none" rtlCol="0" anchor="ctr"/>
          <a:lstStyle/>
          <a:p>
            <a:pPr algn="ctr"/>
            <a:endParaRPr lang="en-US" sz="2400">
              <a:solidFill>
                <a:schemeClr val="bg1"/>
              </a:solidFill>
              <a:latin typeface="Calibri Light" panose="020F0302020204030204" pitchFamily="34" charset="0"/>
              <a:ea typeface="Human Sans ExtraLight" charset="0"/>
              <a:cs typeface="Human Sans ExtraLight" charset="0"/>
            </a:endParaRPr>
          </a:p>
        </p:txBody>
      </p:sp>
      <p:sp>
        <p:nvSpPr>
          <p:cNvPr id="3" name="Title 1">
            <a:extLst>
              <a:ext uri="{FF2B5EF4-FFF2-40B4-BE49-F238E27FC236}">
                <a16:creationId xmlns:a16="http://schemas.microsoft.com/office/drawing/2014/main" id="{AC395CC0-872C-69F3-88ED-BEF3B6BA983A}"/>
              </a:ext>
            </a:extLst>
          </p:cNvPr>
          <p:cNvSpPr>
            <a:spLocks noGrp="1"/>
          </p:cNvSpPr>
          <p:nvPr>
            <p:ph type="title"/>
          </p:nvPr>
        </p:nvSpPr>
        <p:spPr>
          <a:xfrm>
            <a:off x="457200" y="723900"/>
            <a:ext cx="5530849" cy="457200"/>
          </a:xfrm>
        </p:spPr>
        <p:txBody>
          <a:bodyPr/>
          <a:lstStyle>
            <a:lvl1pPr>
              <a:defRPr b="1">
                <a:solidFill>
                  <a:schemeClr val="tx1"/>
                </a:solidFill>
                <a:latin typeface="+mn-lt"/>
              </a:defRPr>
            </a:lvl1pPr>
          </a:lstStyle>
          <a:p>
            <a:r>
              <a:rPr lang="en-US"/>
              <a:t>Click to edit Master title style</a:t>
            </a:r>
          </a:p>
        </p:txBody>
      </p:sp>
      <p:sp>
        <p:nvSpPr>
          <p:cNvPr id="4" name="Text Placeholder 10">
            <a:extLst>
              <a:ext uri="{FF2B5EF4-FFF2-40B4-BE49-F238E27FC236}">
                <a16:creationId xmlns:a16="http://schemas.microsoft.com/office/drawing/2014/main" id="{84DF7A43-01BC-022E-268E-6B2F50E13A7E}"/>
              </a:ext>
            </a:extLst>
          </p:cNvPr>
          <p:cNvSpPr>
            <a:spLocks noGrp="1"/>
          </p:cNvSpPr>
          <p:nvPr>
            <p:ph type="body" sz="quarter" idx="15" hasCustomPrompt="1"/>
          </p:nvPr>
        </p:nvSpPr>
        <p:spPr>
          <a:xfrm>
            <a:off x="457200" y="382447"/>
            <a:ext cx="3611880" cy="225706"/>
          </a:xfrm>
          <a:prstGeom prst="rect">
            <a:avLst/>
          </a:prstGeom>
        </p:spPr>
        <p:txBody>
          <a:bodyPr vert="horz" lIns="0" tIns="0" rIns="0" bIns="0" rtlCol="0">
            <a:noAutofit/>
          </a:bodyPr>
          <a:lstStyle>
            <a:lvl1pPr>
              <a:defRPr lang="en-US" sz="1000" cap="all" spc="300" baseline="0">
                <a:solidFill>
                  <a:schemeClr val="tx1"/>
                </a:solidFill>
                <a:latin typeface="Calibri" panose="020F0502020204030204" pitchFamily="34" charset="0"/>
              </a:defRPr>
            </a:lvl1pPr>
          </a:lstStyle>
          <a:p>
            <a:pPr lvl="0">
              <a:lnSpc>
                <a:spcPct val="100000"/>
              </a:lnSpc>
            </a:pPr>
            <a:r>
              <a:rPr lang="en-US"/>
              <a:t>Click to add section title</a:t>
            </a:r>
          </a:p>
        </p:txBody>
      </p:sp>
      <p:sp>
        <p:nvSpPr>
          <p:cNvPr id="5" name="TextBox 4">
            <a:extLst>
              <a:ext uri="{FF2B5EF4-FFF2-40B4-BE49-F238E27FC236}">
                <a16:creationId xmlns:a16="http://schemas.microsoft.com/office/drawing/2014/main" id="{1FF6CAB9-3229-A377-2782-A27CB6B30495}"/>
              </a:ext>
            </a:extLst>
          </p:cNvPr>
          <p:cNvSpPr txBox="1"/>
          <p:nvPr userDrawn="1"/>
        </p:nvSpPr>
        <p:spPr>
          <a:xfrm>
            <a:off x="10048875" y="6406590"/>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tx1"/>
                </a:solidFill>
              </a:rPr>
              <a:t>EPAM Proprietary &amp; Confidential.</a:t>
            </a:r>
          </a:p>
        </p:txBody>
      </p:sp>
      <p:sp>
        <p:nvSpPr>
          <p:cNvPr id="6" name="Text Placeholder 3">
            <a:extLst>
              <a:ext uri="{FF2B5EF4-FFF2-40B4-BE49-F238E27FC236}">
                <a16:creationId xmlns:a16="http://schemas.microsoft.com/office/drawing/2014/main" id="{1B5412B9-D91D-8002-0693-897E81DD8C82}"/>
              </a:ext>
            </a:extLst>
          </p:cNvPr>
          <p:cNvSpPr txBox="1"/>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smtClean="0"/>
              <a:pPr lvl="0"/>
              <a:t>‹#›</a:t>
            </a:fld>
            <a:endParaRPr lang="en-US" sz="1000"/>
          </a:p>
        </p:txBody>
      </p:sp>
    </p:spTree>
    <p:extLst>
      <p:ext uri="{BB962C8B-B14F-4D97-AF65-F5344CB8AC3E}">
        <p14:creationId xmlns:p14="http://schemas.microsoft.com/office/powerpoint/2010/main" val="809395805"/>
      </p:ext>
    </p:extLst>
  </p:cSld>
  <p:clrMapOvr>
    <a:masterClrMapping/>
  </p:clrMapOvr>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ase Study-1/3-Dark">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F441E88-7FE8-D22E-100F-B090659320A1}"/>
              </a:ext>
            </a:extLst>
          </p:cNvPr>
          <p:cNvSpPr/>
          <p:nvPr userDrawn="1"/>
        </p:nvSpPr>
        <p:spPr bwMode="auto">
          <a:xfrm>
            <a:off x="0" y="0"/>
            <a:ext cx="12192000" cy="6858000"/>
          </a:xfrm>
          <a:prstGeom prst="rect">
            <a:avLst/>
          </a:prstGeom>
          <a:solidFill>
            <a:schemeClr val="tx1"/>
          </a:solidFill>
          <a:ln>
            <a:noFill/>
          </a:ln>
          <a:effectLst/>
        </p:spPr>
        <p:txBody>
          <a:bodyPr wrap="none" rtlCol="0" anchor="ctr"/>
          <a:lstStyle/>
          <a:p>
            <a:pPr algn="ctr"/>
            <a:endParaRPr lang="en-US" sz="2400">
              <a:solidFill>
                <a:schemeClr val="bg1"/>
              </a:solidFill>
              <a:latin typeface="Calibri Light" panose="020F0302020204030204" pitchFamily="34" charset="0"/>
              <a:ea typeface="Human Sans ExtraLight" charset="0"/>
              <a:cs typeface="Human Sans ExtraLight" charset="0"/>
            </a:endParaRPr>
          </a:p>
        </p:txBody>
      </p:sp>
      <p:pic>
        <p:nvPicPr>
          <p:cNvPr id="8" name="Graphic 7">
            <a:extLst>
              <a:ext uri="{FF2B5EF4-FFF2-40B4-BE49-F238E27FC236}">
                <a16:creationId xmlns:a16="http://schemas.microsoft.com/office/drawing/2014/main" id="{BFA5AB7F-48A8-2636-3278-4702BB8C5753}"/>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57201" y="6438901"/>
            <a:ext cx="540540" cy="190499"/>
          </a:xfrm>
          <a:prstGeom prst="rect">
            <a:avLst/>
          </a:prstGeom>
        </p:spPr>
      </p:pic>
      <p:sp>
        <p:nvSpPr>
          <p:cNvPr id="2" name="Rectangle 1">
            <a:extLst>
              <a:ext uri="{FF2B5EF4-FFF2-40B4-BE49-F238E27FC236}">
                <a16:creationId xmlns:a16="http://schemas.microsoft.com/office/drawing/2014/main" id="{263D721A-127A-4DBE-B738-ABA4893319BC}"/>
              </a:ext>
            </a:extLst>
          </p:cNvPr>
          <p:cNvSpPr/>
          <p:nvPr userDrawn="1"/>
        </p:nvSpPr>
        <p:spPr bwMode="auto">
          <a:xfrm flipH="1">
            <a:off x="7907337" y="0"/>
            <a:ext cx="4284661" cy="6858000"/>
          </a:xfrm>
          <a:prstGeom prst="rect">
            <a:avLst/>
          </a:prstGeom>
          <a:solidFill>
            <a:schemeClr val="tx1">
              <a:lumMod val="85000"/>
              <a:lumOff val="15000"/>
            </a:schemeClr>
          </a:solidFill>
          <a:ln>
            <a:noFill/>
          </a:ln>
          <a:effectLst/>
        </p:spPr>
        <p:txBody>
          <a:bodyPr wrap="none" rtlCol="0" anchor="ctr"/>
          <a:lstStyle/>
          <a:p>
            <a:pPr algn="ctr"/>
            <a:endParaRPr lang="en-US" sz="2400">
              <a:solidFill>
                <a:schemeClr val="bg1"/>
              </a:solidFill>
              <a:latin typeface="Calibri Light" panose="020F0302020204030204" pitchFamily="34" charset="0"/>
              <a:ea typeface="Human Sans ExtraLight" charset="0"/>
              <a:cs typeface="Human Sans ExtraLight" charset="0"/>
            </a:endParaRPr>
          </a:p>
        </p:txBody>
      </p:sp>
      <p:sp>
        <p:nvSpPr>
          <p:cNvPr id="3" name="Title 1">
            <a:extLst>
              <a:ext uri="{FF2B5EF4-FFF2-40B4-BE49-F238E27FC236}">
                <a16:creationId xmlns:a16="http://schemas.microsoft.com/office/drawing/2014/main" id="{AC395CC0-872C-69F3-88ED-BEF3B6BA983A}"/>
              </a:ext>
            </a:extLst>
          </p:cNvPr>
          <p:cNvSpPr>
            <a:spLocks noGrp="1"/>
          </p:cNvSpPr>
          <p:nvPr>
            <p:ph type="title"/>
          </p:nvPr>
        </p:nvSpPr>
        <p:spPr>
          <a:xfrm>
            <a:off x="457200" y="723900"/>
            <a:ext cx="5530849" cy="457200"/>
          </a:xfrm>
        </p:spPr>
        <p:txBody>
          <a:bodyPr/>
          <a:lstStyle>
            <a:lvl1pPr>
              <a:defRPr b="1">
                <a:solidFill>
                  <a:schemeClr val="bg1"/>
                </a:solidFill>
                <a:latin typeface="+mn-lt"/>
              </a:defRPr>
            </a:lvl1pPr>
          </a:lstStyle>
          <a:p>
            <a:r>
              <a:rPr lang="en-US"/>
              <a:t>Click to edit Master title style</a:t>
            </a:r>
          </a:p>
        </p:txBody>
      </p:sp>
      <p:sp>
        <p:nvSpPr>
          <p:cNvPr id="4" name="Text Placeholder 10">
            <a:extLst>
              <a:ext uri="{FF2B5EF4-FFF2-40B4-BE49-F238E27FC236}">
                <a16:creationId xmlns:a16="http://schemas.microsoft.com/office/drawing/2014/main" id="{84DF7A43-01BC-022E-268E-6B2F50E13A7E}"/>
              </a:ext>
            </a:extLst>
          </p:cNvPr>
          <p:cNvSpPr>
            <a:spLocks noGrp="1"/>
          </p:cNvSpPr>
          <p:nvPr>
            <p:ph type="body" sz="quarter" idx="15" hasCustomPrompt="1"/>
          </p:nvPr>
        </p:nvSpPr>
        <p:spPr>
          <a:xfrm>
            <a:off x="457200" y="382447"/>
            <a:ext cx="3611880" cy="225706"/>
          </a:xfrm>
          <a:prstGeom prst="rect">
            <a:avLst/>
          </a:prstGeom>
        </p:spPr>
        <p:txBody>
          <a:bodyPr vert="horz" lIns="0" tIns="0" rIns="0" bIns="0" rtlCol="0">
            <a:noAutofit/>
          </a:bodyPr>
          <a:lstStyle>
            <a:lvl1pPr>
              <a:defRPr lang="en-US" sz="1000" cap="all" spc="300" baseline="0">
                <a:solidFill>
                  <a:schemeClr val="bg1"/>
                </a:solidFill>
                <a:latin typeface="Calibri" panose="020F0502020204030204" pitchFamily="34" charset="0"/>
              </a:defRPr>
            </a:lvl1pPr>
          </a:lstStyle>
          <a:p>
            <a:pPr lvl="0">
              <a:lnSpc>
                <a:spcPct val="100000"/>
              </a:lnSpc>
            </a:pPr>
            <a:r>
              <a:rPr lang="en-US"/>
              <a:t>Click to add section title</a:t>
            </a:r>
          </a:p>
        </p:txBody>
      </p:sp>
      <p:sp>
        <p:nvSpPr>
          <p:cNvPr id="11" name="TextBox 10">
            <a:extLst>
              <a:ext uri="{FF2B5EF4-FFF2-40B4-BE49-F238E27FC236}">
                <a16:creationId xmlns:a16="http://schemas.microsoft.com/office/drawing/2014/main" id="{64ACC802-5D81-6EBD-4496-14A01AE49DBC}"/>
              </a:ext>
            </a:extLst>
          </p:cNvPr>
          <p:cNvSpPr txBox="1"/>
          <p:nvPr userDrawn="1"/>
        </p:nvSpPr>
        <p:spPr>
          <a:xfrm>
            <a:off x="10048875" y="6406590"/>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bg1"/>
                </a:solidFill>
              </a:rPr>
              <a:t>EPAM Proprietary &amp; Confidential.</a:t>
            </a:r>
          </a:p>
        </p:txBody>
      </p:sp>
      <p:sp>
        <p:nvSpPr>
          <p:cNvPr id="12" name="Text Placeholder 3">
            <a:extLst>
              <a:ext uri="{FF2B5EF4-FFF2-40B4-BE49-F238E27FC236}">
                <a16:creationId xmlns:a16="http://schemas.microsoft.com/office/drawing/2014/main" id="{E233E5D9-D527-CAC4-3B1E-44AA802D7240}"/>
              </a:ext>
            </a:extLst>
          </p:cNvPr>
          <p:cNvSpPr txBox="1"/>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smtClean="0">
                <a:solidFill>
                  <a:schemeClr val="bg1"/>
                </a:solidFill>
              </a:rPr>
              <a:pPr lvl="0"/>
              <a:t>‹#›</a:t>
            </a:fld>
            <a:endParaRPr lang="en-US" sz="1000">
              <a:solidFill>
                <a:schemeClr val="bg1"/>
              </a:solidFill>
            </a:endParaRPr>
          </a:p>
        </p:txBody>
      </p:sp>
    </p:spTree>
    <p:extLst>
      <p:ext uri="{BB962C8B-B14F-4D97-AF65-F5344CB8AC3E}">
        <p14:creationId xmlns:p14="http://schemas.microsoft.com/office/powerpoint/2010/main" val="2309063029"/>
      </p:ext>
    </p:extLst>
  </p:cSld>
  <p:clrMapOvr>
    <a:masterClrMapping/>
  </p:clrMapOvr>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ase Study-1/3 Blac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63D721A-127A-4DBE-B738-ABA4893319BC}"/>
              </a:ext>
            </a:extLst>
          </p:cNvPr>
          <p:cNvSpPr/>
          <p:nvPr userDrawn="1"/>
        </p:nvSpPr>
        <p:spPr bwMode="auto">
          <a:xfrm flipH="1">
            <a:off x="7907337" y="0"/>
            <a:ext cx="4284660" cy="6858000"/>
          </a:xfrm>
          <a:prstGeom prst="rect">
            <a:avLst/>
          </a:prstGeom>
          <a:solidFill>
            <a:schemeClr val="tx1"/>
          </a:solidFill>
          <a:ln>
            <a:noFill/>
          </a:ln>
          <a:effectLst/>
        </p:spPr>
        <p:txBody>
          <a:bodyPr wrap="none" rtlCol="0" anchor="ctr"/>
          <a:lstStyle/>
          <a:p>
            <a:pPr algn="ctr"/>
            <a:endParaRPr lang="en-US" sz="2400">
              <a:solidFill>
                <a:schemeClr val="bg1"/>
              </a:solidFill>
              <a:latin typeface="Calibri Light" panose="020F0302020204030204" pitchFamily="34" charset="0"/>
              <a:ea typeface="Human Sans ExtraLight" charset="0"/>
              <a:cs typeface="Human Sans ExtraLight" charset="0"/>
            </a:endParaRPr>
          </a:p>
        </p:txBody>
      </p:sp>
      <p:sp>
        <p:nvSpPr>
          <p:cNvPr id="3" name="TextBox 2">
            <a:extLst>
              <a:ext uri="{FF2B5EF4-FFF2-40B4-BE49-F238E27FC236}">
                <a16:creationId xmlns:a16="http://schemas.microsoft.com/office/drawing/2014/main" id="{C79FDF51-3B9F-C5D8-7A84-09B7B6CB9E8B}"/>
              </a:ext>
            </a:extLst>
          </p:cNvPr>
          <p:cNvSpPr txBox="1"/>
          <p:nvPr userDrawn="1"/>
        </p:nvSpPr>
        <p:spPr>
          <a:xfrm>
            <a:off x="10048875" y="6406590"/>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bg1"/>
                </a:solidFill>
              </a:rPr>
              <a:t>EPAM Proprietary &amp; Confidential.</a:t>
            </a:r>
          </a:p>
        </p:txBody>
      </p:sp>
      <p:sp>
        <p:nvSpPr>
          <p:cNvPr id="4" name="Text Placeholder 3">
            <a:extLst>
              <a:ext uri="{FF2B5EF4-FFF2-40B4-BE49-F238E27FC236}">
                <a16:creationId xmlns:a16="http://schemas.microsoft.com/office/drawing/2014/main" id="{AFD3A15A-582D-3DDB-CC40-43726E84CA43}"/>
              </a:ext>
            </a:extLst>
          </p:cNvPr>
          <p:cNvSpPr txBox="1"/>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smtClean="0">
                <a:solidFill>
                  <a:schemeClr val="bg1"/>
                </a:solidFill>
              </a:rPr>
              <a:pPr lvl="0"/>
              <a:t>‹#›</a:t>
            </a:fld>
            <a:endParaRPr lang="en-US" sz="1000">
              <a:solidFill>
                <a:schemeClr val="bg1"/>
              </a:solidFill>
            </a:endParaRPr>
          </a:p>
        </p:txBody>
      </p:sp>
      <p:sp>
        <p:nvSpPr>
          <p:cNvPr id="5" name="Title 1">
            <a:extLst>
              <a:ext uri="{FF2B5EF4-FFF2-40B4-BE49-F238E27FC236}">
                <a16:creationId xmlns:a16="http://schemas.microsoft.com/office/drawing/2014/main" id="{7D8F2DF5-DE6F-E2FC-0057-63CC04174C3F}"/>
              </a:ext>
            </a:extLst>
          </p:cNvPr>
          <p:cNvSpPr>
            <a:spLocks noGrp="1"/>
          </p:cNvSpPr>
          <p:nvPr>
            <p:ph type="title"/>
          </p:nvPr>
        </p:nvSpPr>
        <p:spPr>
          <a:xfrm>
            <a:off x="457200" y="723900"/>
            <a:ext cx="5764213" cy="457200"/>
          </a:xfrm>
        </p:spPr>
        <p:txBody>
          <a:bodyPr/>
          <a:lstStyle>
            <a:lvl1pPr>
              <a:defRPr b="1">
                <a:solidFill>
                  <a:schemeClr val="tx1"/>
                </a:solidFill>
                <a:latin typeface="+mn-lt"/>
              </a:defRPr>
            </a:lvl1pPr>
          </a:lstStyle>
          <a:p>
            <a:r>
              <a:rPr lang="en-US"/>
              <a:t>Click to edit Master title style</a:t>
            </a:r>
          </a:p>
        </p:txBody>
      </p:sp>
      <p:sp>
        <p:nvSpPr>
          <p:cNvPr id="6" name="Text Placeholder 10">
            <a:extLst>
              <a:ext uri="{FF2B5EF4-FFF2-40B4-BE49-F238E27FC236}">
                <a16:creationId xmlns:a16="http://schemas.microsoft.com/office/drawing/2014/main" id="{74897430-924B-CB14-9A94-8DB20A76C701}"/>
              </a:ext>
            </a:extLst>
          </p:cNvPr>
          <p:cNvSpPr>
            <a:spLocks noGrp="1"/>
          </p:cNvSpPr>
          <p:nvPr>
            <p:ph type="body" sz="quarter" idx="15" hasCustomPrompt="1"/>
          </p:nvPr>
        </p:nvSpPr>
        <p:spPr>
          <a:xfrm>
            <a:off x="457200" y="382446"/>
            <a:ext cx="5764213" cy="255227"/>
          </a:xfrm>
          <a:prstGeom prst="rect">
            <a:avLst/>
          </a:prstGeom>
        </p:spPr>
        <p:txBody>
          <a:bodyPr vert="horz" lIns="0" tIns="0" rIns="0" bIns="0" rtlCol="0">
            <a:noAutofit/>
          </a:bodyPr>
          <a:lstStyle>
            <a:lvl1pPr>
              <a:defRPr lang="en-US" sz="1000" cap="all" spc="300" baseline="0">
                <a:solidFill>
                  <a:schemeClr val="tx1"/>
                </a:solidFill>
                <a:latin typeface="Calibri" panose="020F0502020204030204" pitchFamily="34" charset="0"/>
              </a:defRPr>
            </a:lvl1pPr>
          </a:lstStyle>
          <a:p>
            <a:pPr lvl="0">
              <a:lnSpc>
                <a:spcPct val="100000"/>
              </a:lnSpc>
            </a:pPr>
            <a:r>
              <a:rPr lang="en-US"/>
              <a:t>Click to add section title</a:t>
            </a:r>
          </a:p>
        </p:txBody>
      </p:sp>
    </p:spTree>
    <p:extLst>
      <p:ext uri="{BB962C8B-B14F-4D97-AF65-F5344CB8AC3E}">
        <p14:creationId xmlns:p14="http://schemas.microsoft.com/office/powerpoint/2010/main" val="2108896820"/>
      </p:ext>
    </p:extLst>
  </p:cSld>
  <p:clrMapOvr>
    <a:masterClrMapping/>
  </p:clrMapOvr>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ase Study-1/2">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63D721A-127A-4DBE-B738-ABA4893319BC}"/>
              </a:ext>
            </a:extLst>
          </p:cNvPr>
          <p:cNvSpPr/>
          <p:nvPr userDrawn="1"/>
        </p:nvSpPr>
        <p:spPr bwMode="auto">
          <a:xfrm flipH="1">
            <a:off x="6095999" y="0"/>
            <a:ext cx="6096000" cy="6858000"/>
          </a:xfrm>
          <a:prstGeom prst="rect">
            <a:avLst/>
          </a:prstGeom>
          <a:solidFill>
            <a:schemeClr val="bg1">
              <a:lumMod val="95000"/>
            </a:schemeClr>
          </a:solidFill>
          <a:ln>
            <a:noFill/>
          </a:ln>
          <a:effectLst/>
        </p:spPr>
        <p:txBody>
          <a:bodyPr wrap="none" rtlCol="0" anchor="ctr"/>
          <a:lstStyle/>
          <a:p>
            <a:pPr algn="ctr"/>
            <a:endParaRPr lang="en-US" sz="2400">
              <a:solidFill>
                <a:schemeClr val="bg1"/>
              </a:solidFill>
              <a:latin typeface="Calibri Light" panose="020F0302020204030204" pitchFamily="34" charset="0"/>
              <a:ea typeface="Human Sans ExtraLight" charset="0"/>
              <a:cs typeface="Human Sans ExtraLight" charset="0"/>
            </a:endParaRPr>
          </a:p>
        </p:txBody>
      </p:sp>
      <p:sp>
        <p:nvSpPr>
          <p:cNvPr id="9" name="Text Placeholder 10">
            <a:extLst>
              <a:ext uri="{FF2B5EF4-FFF2-40B4-BE49-F238E27FC236}">
                <a16:creationId xmlns:a16="http://schemas.microsoft.com/office/drawing/2014/main" id="{8BAA6E4E-7596-A644-93F2-6ABBAFCD6B70}"/>
              </a:ext>
            </a:extLst>
          </p:cNvPr>
          <p:cNvSpPr>
            <a:spLocks noGrp="1"/>
          </p:cNvSpPr>
          <p:nvPr>
            <p:ph type="body" sz="quarter" idx="10" hasCustomPrompt="1"/>
          </p:nvPr>
        </p:nvSpPr>
        <p:spPr>
          <a:xfrm>
            <a:off x="6582021" y="723900"/>
            <a:ext cx="2302297" cy="246221"/>
          </a:xfrm>
          <a:prstGeom prst="rect">
            <a:avLst/>
          </a:prstGeom>
          <a:noFill/>
        </p:spPr>
        <p:txBody>
          <a:bodyPr vert="horz" wrap="none" lIns="0" tIns="0" rIns="0" bIns="0" rtlCol="0" anchor="ctr">
            <a:spAutoFit/>
          </a:bodyPr>
          <a:lstStyle>
            <a:lvl1pPr>
              <a:defRPr lang="en-US" sz="1600" b="1" kern="800" cap="none" spc="130" baseline="0" smtClean="0">
                <a:solidFill>
                  <a:schemeClr val="tx1"/>
                </a:solidFill>
                <a:ea typeface="+mj-ea"/>
                <a:cs typeface="+mj-cs"/>
              </a:defRPr>
            </a:lvl1pPr>
            <a:lvl2pPr marL="171450" indent="0">
              <a:buNone/>
              <a:defRPr lang="en-US" sz="1350" smtClean="0"/>
            </a:lvl2pPr>
            <a:lvl3pPr>
              <a:defRPr lang="en-US" sz="1350" smtClean="0"/>
            </a:lvl3pPr>
            <a:lvl4pPr>
              <a:defRPr lang="en-US" sz="1350" smtClean="0"/>
            </a:lvl4pPr>
            <a:lvl5pPr>
              <a:defRPr lang="en-US" sz="1350"/>
            </a:lvl5pPr>
          </a:lstStyle>
          <a:p>
            <a:pPr marL="0" lvl="0">
              <a:lnSpc>
                <a:spcPct val="100000"/>
              </a:lnSpc>
              <a:spcBef>
                <a:spcPct val="0"/>
              </a:spcBef>
              <a:buNone/>
            </a:pPr>
            <a:r>
              <a:rPr lang="en-US"/>
              <a:t>Edit Master Text Styles</a:t>
            </a:r>
          </a:p>
        </p:txBody>
      </p:sp>
      <p:sp>
        <p:nvSpPr>
          <p:cNvPr id="10" name="Text Placeholder 10">
            <a:extLst>
              <a:ext uri="{FF2B5EF4-FFF2-40B4-BE49-F238E27FC236}">
                <a16:creationId xmlns:a16="http://schemas.microsoft.com/office/drawing/2014/main" id="{182FF9AB-2A1C-E54B-B99E-245DE32DDE96}"/>
              </a:ext>
            </a:extLst>
          </p:cNvPr>
          <p:cNvSpPr>
            <a:spLocks noGrp="1"/>
          </p:cNvSpPr>
          <p:nvPr>
            <p:ph type="body" sz="quarter" idx="18" hasCustomPrompt="1"/>
          </p:nvPr>
        </p:nvSpPr>
        <p:spPr>
          <a:xfrm>
            <a:off x="6582020" y="3200114"/>
            <a:ext cx="2302297" cy="246221"/>
          </a:xfrm>
          <a:prstGeom prst="rect">
            <a:avLst/>
          </a:prstGeom>
          <a:noFill/>
        </p:spPr>
        <p:txBody>
          <a:bodyPr vert="horz" wrap="none" lIns="0" tIns="0" rIns="0" bIns="0" rtlCol="0" anchor="ctr">
            <a:spAutoFit/>
          </a:bodyPr>
          <a:lstStyle>
            <a:lvl1pPr>
              <a:defRPr lang="en-US" sz="1600" b="1" kern="800" cap="none" spc="130" baseline="0" smtClean="0">
                <a:solidFill>
                  <a:schemeClr val="tx1"/>
                </a:solidFill>
                <a:ea typeface="+mj-ea"/>
                <a:cs typeface="+mj-cs"/>
              </a:defRPr>
            </a:lvl1pPr>
            <a:lvl2pPr marL="171450" indent="0">
              <a:buNone/>
              <a:defRPr lang="en-US" sz="1350" smtClean="0"/>
            </a:lvl2pPr>
            <a:lvl3pPr>
              <a:defRPr lang="en-US" sz="1350" smtClean="0"/>
            </a:lvl3pPr>
            <a:lvl4pPr>
              <a:defRPr lang="en-US" sz="1350" smtClean="0"/>
            </a:lvl4pPr>
            <a:lvl5pPr>
              <a:defRPr lang="en-US" sz="1350"/>
            </a:lvl5pPr>
          </a:lstStyle>
          <a:p>
            <a:pPr marL="0" lvl="0">
              <a:lnSpc>
                <a:spcPct val="100000"/>
              </a:lnSpc>
              <a:spcBef>
                <a:spcPct val="0"/>
              </a:spcBef>
              <a:buNone/>
            </a:pPr>
            <a:r>
              <a:rPr lang="en-US"/>
              <a:t>Edit Master Text Styles</a:t>
            </a:r>
          </a:p>
        </p:txBody>
      </p:sp>
      <p:sp>
        <p:nvSpPr>
          <p:cNvPr id="3" name="Title 1">
            <a:extLst>
              <a:ext uri="{FF2B5EF4-FFF2-40B4-BE49-F238E27FC236}">
                <a16:creationId xmlns:a16="http://schemas.microsoft.com/office/drawing/2014/main" id="{1ED9D0C0-2EBB-53F1-FD7B-7BFF49053303}"/>
              </a:ext>
            </a:extLst>
          </p:cNvPr>
          <p:cNvSpPr>
            <a:spLocks noGrp="1"/>
          </p:cNvSpPr>
          <p:nvPr>
            <p:ph type="title"/>
          </p:nvPr>
        </p:nvSpPr>
        <p:spPr>
          <a:xfrm>
            <a:off x="457200" y="723900"/>
            <a:ext cx="5530849" cy="457200"/>
          </a:xfrm>
        </p:spPr>
        <p:txBody>
          <a:bodyPr/>
          <a:lstStyle>
            <a:lvl1pPr>
              <a:defRPr b="1">
                <a:solidFill>
                  <a:schemeClr val="tx1"/>
                </a:solidFill>
                <a:latin typeface="+mn-lt"/>
              </a:defRPr>
            </a:lvl1pPr>
          </a:lstStyle>
          <a:p>
            <a:r>
              <a:rPr lang="en-US"/>
              <a:t>Click to edit Master title style</a:t>
            </a:r>
          </a:p>
        </p:txBody>
      </p:sp>
      <p:sp>
        <p:nvSpPr>
          <p:cNvPr id="4" name="Text Placeholder 10">
            <a:extLst>
              <a:ext uri="{FF2B5EF4-FFF2-40B4-BE49-F238E27FC236}">
                <a16:creationId xmlns:a16="http://schemas.microsoft.com/office/drawing/2014/main" id="{EBF6AFA3-4B0B-A44E-C32C-9E35F112D736}"/>
              </a:ext>
            </a:extLst>
          </p:cNvPr>
          <p:cNvSpPr>
            <a:spLocks noGrp="1"/>
          </p:cNvSpPr>
          <p:nvPr>
            <p:ph type="body" sz="quarter" idx="15" hasCustomPrompt="1"/>
          </p:nvPr>
        </p:nvSpPr>
        <p:spPr>
          <a:xfrm>
            <a:off x="457200" y="382447"/>
            <a:ext cx="3611880" cy="225706"/>
          </a:xfrm>
          <a:prstGeom prst="rect">
            <a:avLst/>
          </a:prstGeom>
        </p:spPr>
        <p:txBody>
          <a:bodyPr vert="horz" lIns="0" tIns="0" rIns="0" bIns="0" rtlCol="0">
            <a:noAutofit/>
          </a:bodyPr>
          <a:lstStyle>
            <a:lvl1pPr>
              <a:defRPr lang="en-US" sz="1000" cap="all" spc="300" baseline="0">
                <a:solidFill>
                  <a:schemeClr val="tx1"/>
                </a:solidFill>
                <a:latin typeface="Calibri" panose="020F0502020204030204" pitchFamily="34" charset="0"/>
              </a:defRPr>
            </a:lvl1pPr>
          </a:lstStyle>
          <a:p>
            <a:pPr lvl="0">
              <a:lnSpc>
                <a:spcPct val="100000"/>
              </a:lnSpc>
            </a:pPr>
            <a:r>
              <a:rPr lang="en-US"/>
              <a:t>Click to add section title</a:t>
            </a:r>
          </a:p>
        </p:txBody>
      </p:sp>
      <p:sp>
        <p:nvSpPr>
          <p:cNvPr id="5" name="TextBox 4">
            <a:extLst>
              <a:ext uri="{FF2B5EF4-FFF2-40B4-BE49-F238E27FC236}">
                <a16:creationId xmlns:a16="http://schemas.microsoft.com/office/drawing/2014/main" id="{2D7A437B-1C43-BD15-538B-E37E3F956D9A}"/>
              </a:ext>
            </a:extLst>
          </p:cNvPr>
          <p:cNvSpPr txBox="1"/>
          <p:nvPr userDrawn="1"/>
        </p:nvSpPr>
        <p:spPr>
          <a:xfrm>
            <a:off x="10048875" y="6406590"/>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tx1"/>
                </a:solidFill>
              </a:rPr>
              <a:t>EPAM Proprietary &amp; Confidential.</a:t>
            </a:r>
          </a:p>
        </p:txBody>
      </p:sp>
      <p:sp>
        <p:nvSpPr>
          <p:cNvPr id="6" name="Text Placeholder 3">
            <a:extLst>
              <a:ext uri="{FF2B5EF4-FFF2-40B4-BE49-F238E27FC236}">
                <a16:creationId xmlns:a16="http://schemas.microsoft.com/office/drawing/2014/main" id="{023EDF6C-81ED-D75B-14CE-F3906A1FF5DD}"/>
              </a:ext>
            </a:extLst>
          </p:cNvPr>
          <p:cNvSpPr txBox="1"/>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smtClean="0"/>
              <a:pPr lvl="0"/>
              <a:t>‹#›</a:t>
            </a:fld>
            <a:endParaRPr lang="en-US" sz="1000"/>
          </a:p>
        </p:txBody>
      </p:sp>
    </p:spTree>
    <p:extLst>
      <p:ext uri="{BB962C8B-B14F-4D97-AF65-F5344CB8AC3E}">
        <p14:creationId xmlns:p14="http://schemas.microsoft.com/office/powerpoint/2010/main" val="2155982925"/>
      </p:ext>
    </p:extLst>
  </p:cSld>
  <p:clrMapOvr>
    <a:masterClrMapping/>
  </p:clrMapOvr>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ase Study-1/2-Dark">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E6C5343-68AD-9879-2727-7ECBCB6A1B23}"/>
              </a:ext>
            </a:extLst>
          </p:cNvPr>
          <p:cNvSpPr/>
          <p:nvPr userDrawn="1"/>
        </p:nvSpPr>
        <p:spPr bwMode="auto">
          <a:xfrm>
            <a:off x="0" y="0"/>
            <a:ext cx="12192000" cy="6858000"/>
          </a:xfrm>
          <a:prstGeom prst="rect">
            <a:avLst/>
          </a:prstGeom>
          <a:solidFill>
            <a:schemeClr val="tx1"/>
          </a:solidFill>
          <a:ln>
            <a:noFill/>
          </a:ln>
          <a:effectLst/>
        </p:spPr>
        <p:txBody>
          <a:bodyPr wrap="none" rtlCol="0" anchor="ctr"/>
          <a:lstStyle/>
          <a:p>
            <a:pPr algn="ctr"/>
            <a:endParaRPr lang="en-US" sz="2400">
              <a:solidFill>
                <a:schemeClr val="bg1"/>
              </a:solidFill>
              <a:latin typeface="Calibri Light" panose="020F0302020204030204" pitchFamily="34" charset="0"/>
              <a:ea typeface="Human Sans ExtraLight" charset="0"/>
              <a:cs typeface="Human Sans ExtraLight" charset="0"/>
            </a:endParaRPr>
          </a:p>
        </p:txBody>
      </p:sp>
      <p:pic>
        <p:nvPicPr>
          <p:cNvPr id="8" name="Graphic 7">
            <a:extLst>
              <a:ext uri="{FF2B5EF4-FFF2-40B4-BE49-F238E27FC236}">
                <a16:creationId xmlns:a16="http://schemas.microsoft.com/office/drawing/2014/main" id="{EBEF0FAA-381C-3A89-42AF-830EF59119AC}"/>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57201" y="6456236"/>
            <a:ext cx="540540" cy="190499"/>
          </a:xfrm>
          <a:prstGeom prst="rect">
            <a:avLst/>
          </a:prstGeom>
        </p:spPr>
      </p:pic>
      <p:sp>
        <p:nvSpPr>
          <p:cNvPr id="11" name="TextBox 10">
            <a:extLst>
              <a:ext uri="{FF2B5EF4-FFF2-40B4-BE49-F238E27FC236}">
                <a16:creationId xmlns:a16="http://schemas.microsoft.com/office/drawing/2014/main" id="{8B24921F-F7DB-7A40-465F-85F610FC20C6}"/>
              </a:ext>
            </a:extLst>
          </p:cNvPr>
          <p:cNvSpPr txBox="1"/>
          <p:nvPr userDrawn="1"/>
        </p:nvSpPr>
        <p:spPr>
          <a:xfrm>
            <a:off x="10048875" y="6423925"/>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bg1"/>
                </a:solidFill>
              </a:rPr>
              <a:t>EPAM Proprietary &amp; Confidential.</a:t>
            </a:r>
          </a:p>
        </p:txBody>
      </p:sp>
      <p:sp>
        <p:nvSpPr>
          <p:cNvPr id="12" name="Text Placeholder 3">
            <a:extLst>
              <a:ext uri="{FF2B5EF4-FFF2-40B4-BE49-F238E27FC236}">
                <a16:creationId xmlns:a16="http://schemas.microsoft.com/office/drawing/2014/main" id="{64F018D9-6B5F-8BCB-BD75-7816BF58C56F}"/>
              </a:ext>
            </a:extLst>
          </p:cNvPr>
          <p:cNvSpPr txBox="1"/>
          <p:nvPr userDrawn="1"/>
        </p:nvSpPr>
        <p:spPr>
          <a:xfrm>
            <a:off x="11498094" y="6423926"/>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smtClean="0">
                <a:solidFill>
                  <a:schemeClr val="bg1"/>
                </a:solidFill>
              </a:rPr>
              <a:pPr lvl="0"/>
              <a:t>‹#›</a:t>
            </a:fld>
            <a:endParaRPr lang="en-US" sz="1000">
              <a:solidFill>
                <a:schemeClr val="bg1"/>
              </a:solidFill>
            </a:endParaRPr>
          </a:p>
        </p:txBody>
      </p:sp>
      <p:sp>
        <p:nvSpPr>
          <p:cNvPr id="2" name="Rectangle 1">
            <a:extLst>
              <a:ext uri="{FF2B5EF4-FFF2-40B4-BE49-F238E27FC236}">
                <a16:creationId xmlns:a16="http://schemas.microsoft.com/office/drawing/2014/main" id="{263D721A-127A-4DBE-B738-ABA4893319BC}"/>
              </a:ext>
            </a:extLst>
          </p:cNvPr>
          <p:cNvSpPr/>
          <p:nvPr userDrawn="1"/>
        </p:nvSpPr>
        <p:spPr bwMode="auto">
          <a:xfrm flipH="1">
            <a:off x="6095999" y="0"/>
            <a:ext cx="6096000" cy="6858000"/>
          </a:xfrm>
          <a:prstGeom prst="rect">
            <a:avLst/>
          </a:prstGeom>
          <a:solidFill>
            <a:schemeClr val="tx1">
              <a:lumMod val="85000"/>
              <a:lumOff val="15000"/>
            </a:schemeClr>
          </a:solidFill>
          <a:ln>
            <a:noFill/>
          </a:ln>
          <a:effectLst/>
        </p:spPr>
        <p:txBody>
          <a:bodyPr wrap="none" rtlCol="0" anchor="ctr"/>
          <a:lstStyle/>
          <a:p>
            <a:pPr algn="ctr"/>
            <a:endParaRPr lang="en-US" sz="2400">
              <a:solidFill>
                <a:schemeClr val="bg1"/>
              </a:solidFill>
              <a:latin typeface="Calibri Light" panose="020F0302020204030204" pitchFamily="34" charset="0"/>
              <a:ea typeface="Human Sans ExtraLight" charset="0"/>
              <a:cs typeface="Human Sans ExtraLight" charset="0"/>
            </a:endParaRPr>
          </a:p>
        </p:txBody>
      </p:sp>
      <p:sp>
        <p:nvSpPr>
          <p:cNvPr id="9" name="Text Placeholder 10">
            <a:extLst>
              <a:ext uri="{FF2B5EF4-FFF2-40B4-BE49-F238E27FC236}">
                <a16:creationId xmlns:a16="http://schemas.microsoft.com/office/drawing/2014/main" id="{8BAA6E4E-7596-A644-93F2-6ABBAFCD6B70}"/>
              </a:ext>
            </a:extLst>
          </p:cNvPr>
          <p:cNvSpPr>
            <a:spLocks noGrp="1"/>
          </p:cNvSpPr>
          <p:nvPr>
            <p:ph type="body" sz="quarter" idx="10" hasCustomPrompt="1"/>
          </p:nvPr>
        </p:nvSpPr>
        <p:spPr>
          <a:xfrm>
            <a:off x="6582021" y="723900"/>
            <a:ext cx="2213811" cy="246221"/>
          </a:xfrm>
          <a:prstGeom prst="rect">
            <a:avLst/>
          </a:prstGeom>
          <a:noFill/>
        </p:spPr>
        <p:txBody>
          <a:bodyPr vert="horz" wrap="none" lIns="0" tIns="0" rIns="0" bIns="0" rtlCol="0" anchor="ctr">
            <a:spAutoFit/>
          </a:bodyPr>
          <a:lstStyle>
            <a:lvl1pPr>
              <a:defRPr lang="en-US" sz="1600" b="1" cap="none" spc="100" baseline="0" smtClean="0">
                <a:solidFill>
                  <a:schemeClr val="bg1"/>
                </a:solidFill>
                <a:ea typeface="+mj-ea"/>
                <a:cs typeface="+mj-cs"/>
              </a:defRPr>
            </a:lvl1pPr>
            <a:lvl2pPr marL="171450" indent="0">
              <a:buNone/>
              <a:defRPr lang="en-US" sz="1350" smtClean="0"/>
            </a:lvl2pPr>
            <a:lvl3pPr>
              <a:defRPr lang="en-US" sz="1350" smtClean="0"/>
            </a:lvl3pPr>
            <a:lvl4pPr>
              <a:defRPr lang="en-US" sz="1350" smtClean="0"/>
            </a:lvl4pPr>
            <a:lvl5pPr>
              <a:defRPr lang="en-US" sz="1350"/>
            </a:lvl5pPr>
          </a:lstStyle>
          <a:p>
            <a:pPr marL="0" lvl="0">
              <a:lnSpc>
                <a:spcPct val="100000"/>
              </a:lnSpc>
              <a:spcBef>
                <a:spcPct val="0"/>
              </a:spcBef>
              <a:buNone/>
            </a:pPr>
            <a:r>
              <a:rPr lang="en-US"/>
              <a:t>Edit Master Text Styles</a:t>
            </a:r>
          </a:p>
        </p:txBody>
      </p:sp>
      <p:sp>
        <p:nvSpPr>
          <p:cNvPr id="10" name="Text Placeholder 10">
            <a:extLst>
              <a:ext uri="{FF2B5EF4-FFF2-40B4-BE49-F238E27FC236}">
                <a16:creationId xmlns:a16="http://schemas.microsoft.com/office/drawing/2014/main" id="{182FF9AB-2A1C-E54B-B99E-245DE32DDE96}"/>
              </a:ext>
            </a:extLst>
          </p:cNvPr>
          <p:cNvSpPr>
            <a:spLocks noGrp="1"/>
          </p:cNvSpPr>
          <p:nvPr>
            <p:ph type="body" sz="quarter" idx="18" hasCustomPrompt="1"/>
          </p:nvPr>
        </p:nvSpPr>
        <p:spPr>
          <a:xfrm>
            <a:off x="6582020" y="3200114"/>
            <a:ext cx="2213811" cy="246221"/>
          </a:xfrm>
          <a:prstGeom prst="rect">
            <a:avLst/>
          </a:prstGeom>
          <a:noFill/>
        </p:spPr>
        <p:txBody>
          <a:bodyPr vert="horz" wrap="none" lIns="0" tIns="0" rIns="0" bIns="0" rtlCol="0" anchor="ctr">
            <a:spAutoFit/>
          </a:bodyPr>
          <a:lstStyle>
            <a:lvl1pPr>
              <a:defRPr lang="en-US" sz="1600" b="1" cap="none" spc="100" baseline="0" smtClean="0">
                <a:solidFill>
                  <a:schemeClr val="bg1"/>
                </a:solidFill>
                <a:ea typeface="+mj-ea"/>
                <a:cs typeface="+mj-cs"/>
              </a:defRPr>
            </a:lvl1pPr>
            <a:lvl2pPr marL="171450" indent="0">
              <a:buNone/>
              <a:defRPr lang="en-US" sz="1350" smtClean="0"/>
            </a:lvl2pPr>
            <a:lvl3pPr>
              <a:defRPr lang="en-US" sz="1350" smtClean="0"/>
            </a:lvl3pPr>
            <a:lvl4pPr>
              <a:defRPr lang="en-US" sz="1350" smtClean="0"/>
            </a:lvl4pPr>
            <a:lvl5pPr>
              <a:defRPr lang="en-US" sz="1350"/>
            </a:lvl5pPr>
          </a:lstStyle>
          <a:p>
            <a:pPr marL="0" lvl="0">
              <a:lnSpc>
                <a:spcPct val="100000"/>
              </a:lnSpc>
              <a:spcBef>
                <a:spcPct val="0"/>
              </a:spcBef>
              <a:buNone/>
            </a:pPr>
            <a:r>
              <a:rPr lang="en-US"/>
              <a:t>Edit Master Text Styles</a:t>
            </a:r>
          </a:p>
        </p:txBody>
      </p:sp>
      <p:sp>
        <p:nvSpPr>
          <p:cNvPr id="3" name="Title 1">
            <a:extLst>
              <a:ext uri="{FF2B5EF4-FFF2-40B4-BE49-F238E27FC236}">
                <a16:creationId xmlns:a16="http://schemas.microsoft.com/office/drawing/2014/main" id="{1ED9D0C0-2EBB-53F1-FD7B-7BFF49053303}"/>
              </a:ext>
            </a:extLst>
          </p:cNvPr>
          <p:cNvSpPr>
            <a:spLocks noGrp="1"/>
          </p:cNvSpPr>
          <p:nvPr>
            <p:ph type="title"/>
          </p:nvPr>
        </p:nvSpPr>
        <p:spPr>
          <a:xfrm>
            <a:off x="457200" y="723900"/>
            <a:ext cx="5530849" cy="457200"/>
          </a:xfrm>
        </p:spPr>
        <p:txBody>
          <a:bodyPr/>
          <a:lstStyle>
            <a:lvl1pPr>
              <a:defRPr b="1">
                <a:solidFill>
                  <a:schemeClr val="bg1"/>
                </a:solidFill>
                <a:latin typeface="+mn-lt"/>
              </a:defRPr>
            </a:lvl1pPr>
          </a:lstStyle>
          <a:p>
            <a:r>
              <a:rPr lang="en-US"/>
              <a:t>Click to edit Master title style</a:t>
            </a:r>
          </a:p>
        </p:txBody>
      </p:sp>
      <p:sp>
        <p:nvSpPr>
          <p:cNvPr id="4" name="Text Placeholder 10">
            <a:extLst>
              <a:ext uri="{FF2B5EF4-FFF2-40B4-BE49-F238E27FC236}">
                <a16:creationId xmlns:a16="http://schemas.microsoft.com/office/drawing/2014/main" id="{EBF6AFA3-4B0B-A44E-C32C-9E35F112D736}"/>
              </a:ext>
            </a:extLst>
          </p:cNvPr>
          <p:cNvSpPr>
            <a:spLocks noGrp="1"/>
          </p:cNvSpPr>
          <p:nvPr>
            <p:ph type="body" sz="quarter" idx="15" hasCustomPrompt="1"/>
          </p:nvPr>
        </p:nvSpPr>
        <p:spPr>
          <a:xfrm>
            <a:off x="457200" y="382447"/>
            <a:ext cx="3611880" cy="225706"/>
          </a:xfrm>
          <a:prstGeom prst="rect">
            <a:avLst/>
          </a:prstGeom>
        </p:spPr>
        <p:txBody>
          <a:bodyPr vert="horz" lIns="0" tIns="0" rIns="0" bIns="0" rtlCol="0">
            <a:noAutofit/>
          </a:bodyPr>
          <a:lstStyle>
            <a:lvl1pPr>
              <a:defRPr lang="en-US" sz="1000" cap="all" spc="300" baseline="0">
                <a:solidFill>
                  <a:schemeClr val="bg1"/>
                </a:solidFill>
                <a:latin typeface="Calibri" panose="020F0502020204030204" pitchFamily="34" charset="0"/>
              </a:defRPr>
            </a:lvl1pPr>
          </a:lstStyle>
          <a:p>
            <a:pPr lvl="0">
              <a:lnSpc>
                <a:spcPct val="100000"/>
              </a:lnSpc>
            </a:pPr>
            <a:r>
              <a:rPr lang="en-US"/>
              <a:t>Click to add section title</a:t>
            </a:r>
          </a:p>
        </p:txBody>
      </p:sp>
      <p:sp>
        <p:nvSpPr>
          <p:cNvPr id="5" name="TextBox 4">
            <a:extLst>
              <a:ext uri="{FF2B5EF4-FFF2-40B4-BE49-F238E27FC236}">
                <a16:creationId xmlns:a16="http://schemas.microsoft.com/office/drawing/2014/main" id="{2D7A437B-1C43-BD15-538B-E37E3F956D9A}"/>
              </a:ext>
            </a:extLst>
          </p:cNvPr>
          <p:cNvSpPr txBox="1"/>
          <p:nvPr userDrawn="1"/>
        </p:nvSpPr>
        <p:spPr>
          <a:xfrm>
            <a:off x="10048875" y="6406590"/>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bg1"/>
                </a:solidFill>
              </a:rPr>
              <a:t>EPAM Proprietary &amp; Confidential.</a:t>
            </a:r>
          </a:p>
        </p:txBody>
      </p:sp>
      <p:sp>
        <p:nvSpPr>
          <p:cNvPr id="6" name="Text Placeholder 3">
            <a:extLst>
              <a:ext uri="{FF2B5EF4-FFF2-40B4-BE49-F238E27FC236}">
                <a16:creationId xmlns:a16="http://schemas.microsoft.com/office/drawing/2014/main" id="{023EDF6C-81ED-D75B-14CE-F3906A1FF5DD}"/>
              </a:ext>
            </a:extLst>
          </p:cNvPr>
          <p:cNvSpPr txBox="1"/>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smtClean="0">
                <a:solidFill>
                  <a:schemeClr val="bg1"/>
                </a:solidFill>
              </a:rPr>
              <a:pPr lvl="0"/>
              <a:t>‹#›</a:t>
            </a:fld>
            <a:endParaRPr lang="en-US" sz="1000">
              <a:solidFill>
                <a:schemeClr val="bg1"/>
              </a:solidFill>
            </a:endParaRPr>
          </a:p>
        </p:txBody>
      </p:sp>
    </p:spTree>
    <p:extLst>
      <p:ext uri="{BB962C8B-B14F-4D97-AF65-F5344CB8AC3E}">
        <p14:creationId xmlns:p14="http://schemas.microsoft.com/office/powerpoint/2010/main" val="625066826"/>
      </p:ext>
    </p:extLst>
  </p:cSld>
  <p:clrMapOvr>
    <a:masterClrMapping/>
  </p:clrMapOvr>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ase Study-1/2 Picture">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49870588-DEAA-3B45-9A4B-86DCE176308E}"/>
              </a:ext>
            </a:extLst>
          </p:cNvPr>
          <p:cNvSpPr/>
          <p:nvPr userDrawn="1"/>
        </p:nvSpPr>
        <p:spPr bwMode="auto">
          <a:xfrm flipH="1">
            <a:off x="6095999" y="0"/>
            <a:ext cx="6096000" cy="6858000"/>
          </a:xfrm>
          <a:prstGeom prst="rect">
            <a:avLst/>
          </a:prstGeom>
          <a:solidFill>
            <a:schemeClr val="bg1">
              <a:lumMod val="95000"/>
            </a:schemeClr>
          </a:solidFill>
          <a:ln>
            <a:noFill/>
          </a:ln>
          <a:effectLst/>
        </p:spPr>
        <p:txBody>
          <a:bodyPr wrap="none" rtlCol="0" anchor="ctr"/>
          <a:lstStyle/>
          <a:p>
            <a:pPr algn="ctr"/>
            <a:endParaRPr lang="en-US" sz="2400">
              <a:solidFill>
                <a:schemeClr val="bg1"/>
              </a:solidFill>
              <a:latin typeface="Calibri Light" panose="020F0302020204030204" pitchFamily="34" charset="0"/>
              <a:ea typeface="Human Sans ExtraLight" charset="0"/>
              <a:cs typeface="Human Sans ExtraLight" charset="0"/>
            </a:endParaRPr>
          </a:p>
        </p:txBody>
      </p:sp>
      <p:sp>
        <p:nvSpPr>
          <p:cNvPr id="3" name="Picture Placeholder 2">
            <a:extLst>
              <a:ext uri="{FF2B5EF4-FFF2-40B4-BE49-F238E27FC236}">
                <a16:creationId xmlns:a16="http://schemas.microsoft.com/office/drawing/2014/main" id="{4571F9CF-CDF3-4EE6-A083-D93A58113454}"/>
              </a:ext>
            </a:extLst>
          </p:cNvPr>
          <p:cNvSpPr>
            <a:spLocks noGrp="1"/>
          </p:cNvSpPr>
          <p:nvPr>
            <p:ph type="pic" sz="quarter" idx="16"/>
          </p:nvPr>
        </p:nvSpPr>
        <p:spPr>
          <a:xfrm>
            <a:off x="6096000" y="0"/>
            <a:ext cx="6096000" cy="6858000"/>
          </a:xfrm>
          <a:prstGeom prst="rect">
            <a:avLst/>
          </a:prstGeom>
        </p:spPr>
        <p:txBody>
          <a:bodyPr/>
          <a:lstStyle/>
          <a:p>
            <a:r>
              <a:rPr lang="en-US"/>
              <a:t>Click icon to add picture</a:t>
            </a:r>
          </a:p>
        </p:txBody>
      </p:sp>
      <p:sp>
        <p:nvSpPr>
          <p:cNvPr id="2" name="Title 1">
            <a:extLst>
              <a:ext uri="{FF2B5EF4-FFF2-40B4-BE49-F238E27FC236}">
                <a16:creationId xmlns:a16="http://schemas.microsoft.com/office/drawing/2014/main" id="{E740C5E2-D359-5FED-B284-19CF47A418DC}"/>
              </a:ext>
            </a:extLst>
          </p:cNvPr>
          <p:cNvSpPr>
            <a:spLocks noGrp="1"/>
          </p:cNvSpPr>
          <p:nvPr>
            <p:ph type="title"/>
          </p:nvPr>
        </p:nvSpPr>
        <p:spPr>
          <a:xfrm>
            <a:off x="457200" y="723900"/>
            <a:ext cx="5530849" cy="457200"/>
          </a:xfrm>
        </p:spPr>
        <p:txBody>
          <a:bodyPr/>
          <a:lstStyle>
            <a:lvl1pPr>
              <a:defRPr b="1">
                <a:solidFill>
                  <a:schemeClr val="tx1"/>
                </a:solidFill>
                <a:latin typeface="+mn-lt"/>
              </a:defRPr>
            </a:lvl1pPr>
          </a:lstStyle>
          <a:p>
            <a:r>
              <a:rPr lang="en-US"/>
              <a:t>Click to edit Master title style</a:t>
            </a:r>
          </a:p>
        </p:txBody>
      </p:sp>
      <p:sp>
        <p:nvSpPr>
          <p:cNvPr id="4" name="Text Placeholder 10">
            <a:extLst>
              <a:ext uri="{FF2B5EF4-FFF2-40B4-BE49-F238E27FC236}">
                <a16:creationId xmlns:a16="http://schemas.microsoft.com/office/drawing/2014/main" id="{EA60CDFE-3A94-5F3A-0523-ABA560780070}"/>
              </a:ext>
            </a:extLst>
          </p:cNvPr>
          <p:cNvSpPr>
            <a:spLocks noGrp="1"/>
          </p:cNvSpPr>
          <p:nvPr>
            <p:ph type="body" sz="quarter" idx="15" hasCustomPrompt="1"/>
          </p:nvPr>
        </p:nvSpPr>
        <p:spPr>
          <a:xfrm>
            <a:off x="457200" y="382447"/>
            <a:ext cx="3611880" cy="225706"/>
          </a:xfrm>
          <a:prstGeom prst="rect">
            <a:avLst/>
          </a:prstGeom>
        </p:spPr>
        <p:txBody>
          <a:bodyPr vert="horz" lIns="0" tIns="0" rIns="0" bIns="0" rtlCol="0">
            <a:noAutofit/>
          </a:bodyPr>
          <a:lstStyle>
            <a:lvl1pPr>
              <a:defRPr lang="en-US" sz="1000" cap="all" spc="300" baseline="0">
                <a:solidFill>
                  <a:schemeClr val="tx1"/>
                </a:solidFill>
                <a:latin typeface="Calibri" panose="020F0502020204030204" pitchFamily="34" charset="0"/>
              </a:defRPr>
            </a:lvl1pPr>
          </a:lstStyle>
          <a:p>
            <a:pPr lvl="0">
              <a:lnSpc>
                <a:spcPct val="100000"/>
              </a:lnSpc>
            </a:pPr>
            <a:r>
              <a:rPr lang="en-US"/>
              <a:t>Click to add section title</a:t>
            </a:r>
          </a:p>
        </p:txBody>
      </p:sp>
      <p:sp>
        <p:nvSpPr>
          <p:cNvPr id="5" name="TextBox 4">
            <a:extLst>
              <a:ext uri="{FF2B5EF4-FFF2-40B4-BE49-F238E27FC236}">
                <a16:creationId xmlns:a16="http://schemas.microsoft.com/office/drawing/2014/main" id="{1E7052EF-2C83-09DE-9638-F3492217FF7E}"/>
              </a:ext>
            </a:extLst>
          </p:cNvPr>
          <p:cNvSpPr txBox="1"/>
          <p:nvPr userDrawn="1"/>
        </p:nvSpPr>
        <p:spPr>
          <a:xfrm>
            <a:off x="10048875" y="6406590"/>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tx1"/>
                </a:solidFill>
              </a:rPr>
              <a:t>EPAM Proprietary &amp; Confidential.</a:t>
            </a:r>
          </a:p>
        </p:txBody>
      </p:sp>
      <p:sp>
        <p:nvSpPr>
          <p:cNvPr id="8" name="Text Placeholder 3">
            <a:extLst>
              <a:ext uri="{FF2B5EF4-FFF2-40B4-BE49-F238E27FC236}">
                <a16:creationId xmlns:a16="http://schemas.microsoft.com/office/drawing/2014/main" id="{997612B5-8615-3AC0-8239-012312B6FD99}"/>
              </a:ext>
            </a:extLst>
          </p:cNvPr>
          <p:cNvSpPr txBox="1"/>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smtClean="0"/>
              <a:pPr lvl="0"/>
              <a:t>‹#›</a:t>
            </a:fld>
            <a:endParaRPr lang="en-US" sz="1000"/>
          </a:p>
        </p:txBody>
      </p:sp>
    </p:spTree>
    <p:extLst>
      <p:ext uri="{BB962C8B-B14F-4D97-AF65-F5344CB8AC3E}">
        <p14:creationId xmlns:p14="http://schemas.microsoft.com/office/powerpoint/2010/main" val="107806739"/>
      </p:ext>
    </p:extLst>
  </p:cSld>
  <p:clrMapOvr>
    <a:masterClrMapping/>
  </p:clrMapOvr>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Case Study-1/2 Picture-Dark">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72960BA-AA0C-9715-43A2-22B9050A4780}"/>
              </a:ext>
            </a:extLst>
          </p:cNvPr>
          <p:cNvSpPr/>
          <p:nvPr userDrawn="1"/>
        </p:nvSpPr>
        <p:spPr bwMode="auto">
          <a:xfrm>
            <a:off x="0" y="0"/>
            <a:ext cx="12192000" cy="6858000"/>
          </a:xfrm>
          <a:prstGeom prst="rect">
            <a:avLst/>
          </a:prstGeom>
          <a:solidFill>
            <a:schemeClr val="tx1"/>
          </a:solidFill>
          <a:ln>
            <a:noFill/>
          </a:ln>
          <a:effectLst/>
        </p:spPr>
        <p:txBody>
          <a:bodyPr wrap="none" rtlCol="0" anchor="ctr"/>
          <a:lstStyle/>
          <a:p>
            <a:pPr algn="ctr"/>
            <a:endParaRPr lang="en-US" sz="2400">
              <a:solidFill>
                <a:schemeClr val="bg1"/>
              </a:solidFill>
              <a:latin typeface="Calibri Light" panose="020F0302020204030204" pitchFamily="34" charset="0"/>
              <a:ea typeface="Human Sans ExtraLight" charset="0"/>
              <a:cs typeface="Human Sans ExtraLight" charset="0"/>
            </a:endParaRPr>
          </a:p>
        </p:txBody>
      </p:sp>
      <p:pic>
        <p:nvPicPr>
          <p:cNvPr id="9" name="Graphic 8">
            <a:extLst>
              <a:ext uri="{FF2B5EF4-FFF2-40B4-BE49-F238E27FC236}">
                <a16:creationId xmlns:a16="http://schemas.microsoft.com/office/drawing/2014/main" id="{81783F67-AD13-06FC-C79E-DE6FBF4D057A}"/>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57201" y="6438901"/>
            <a:ext cx="540540" cy="190499"/>
          </a:xfrm>
          <a:prstGeom prst="rect">
            <a:avLst/>
          </a:prstGeom>
        </p:spPr>
      </p:pic>
      <p:sp>
        <p:nvSpPr>
          <p:cNvPr id="6" name="Rectangle 5">
            <a:extLst>
              <a:ext uri="{FF2B5EF4-FFF2-40B4-BE49-F238E27FC236}">
                <a16:creationId xmlns:a16="http://schemas.microsoft.com/office/drawing/2014/main" id="{49870588-DEAA-3B45-9A4B-86DCE176308E}"/>
              </a:ext>
            </a:extLst>
          </p:cNvPr>
          <p:cNvSpPr/>
          <p:nvPr userDrawn="1"/>
        </p:nvSpPr>
        <p:spPr bwMode="auto">
          <a:xfrm flipH="1">
            <a:off x="6095999" y="0"/>
            <a:ext cx="6096000" cy="6858000"/>
          </a:xfrm>
          <a:prstGeom prst="rect">
            <a:avLst/>
          </a:prstGeom>
          <a:solidFill>
            <a:schemeClr val="bg1">
              <a:lumMod val="95000"/>
            </a:schemeClr>
          </a:solidFill>
          <a:ln>
            <a:noFill/>
          </a:ln>
          <a:effectLst/>
        </p:spPr>
        <p:txBody>
          <a:bodyPr wrap="none" rtlCol="0" anchor="ctr"/>
          <a:lstStyle/>
          <a:p>
            <a:pPr algn="ctr"/>
            <a:endParaRPr lang="en-US" sz="2400">
              <a:solidFill>
                <a:schemeClr val="bg1"/>
              </a:solidFill>
              <a:latin typeface="Calibri Light" panose="020F0302020204030204" pitchFamily="34" charset="0"/>
              <a:ea typeface="Human Sans ExtraLight" charset="0"/>
              <a:cs typeface="Human Sans ExtraLight" charset="0"/>
            </a:endParaRPr>
          </a:p>
        </p:txBody>
      </p:sp>
      <p:sp>
        <p:nvSpPr>
          <p:cNvPr id="3" name="Picture Placeholder 2">
            <a:extLst>
              <a:ext uri="{FF2B5EF4-FFF2-40B4-BE49-F238E27FC236}">
                <a16:creationId xmlns:a16="http://schemas.microsoft.com/office/drawing/2014/main" id="{4571F9CF-CDF3-4EE6-A083-D93A58113454}"/>
              </a:ext>
            </a:extLst>
          </p:cNvPr>
          <p:cNvSpPr>
            <a:spLocks noGrp="1"/>
          </p:cNvSpPr>
          <p:nvPr>
            <p:ph type="pic" sz="quarter" idx="16"/>
          </p:nvPr>
        </p:nvSpPr>
        <p:spPr>
          <a:xfrm>
            <a:off x="6096000" y="0"/>
            <a:ext cx="6096000" cy="6858000"/>
          </a:xfrm>
          <a:prstGeom prst="rect">
            <a:avLst/>
          </a:prstGeom>
          <a:solidFill>
            <a:schemeClr val="tx1">
              <a:lumMod val="85000"/>
              <a:lumOff val="15000"/>
            </a:schemeClr>
          </a:solidFill>
        </p:spPr>
        <p:txBody>
          <a:bodyPr/>
          <a:lstStyle/>
          <a:p>
            <a:r>
              <a:rPr lang="en-US"/>
              <a:t>Click icon to add picture</a:t>
            </a:r>
          </a:p>
        </p:txBody>
      </p:sp>
      <p:sp>
        <p:nvSpPr>
          <p:cNvPr id="2" name="Title 1">
            <a:extLst>
              <a:ext uri="{FF2B5EF4-FFF2-40B4-BE49-F238E27FC236}">
                <a16:creationId xmlns:a16="http://schemas.microsoft.com/office/drawing/2014/main" id="{B2F414E4-F961-7DD4-8CFB-7B93DD10B689}"/>
              </a:ext>
            </a:extLst>
          </p:cNvPr>
          <p:cNvSpPr>
            <a:spLocks noGrp="1"/>
          </p:cNvSpPr>
          <p:nvPr>
            <p:ph type="title"/>
          </p:nvPr>
        </p:nvSpPr>
        <p:spPr>
          <a:xfrm>
            <a:off x="457200" y="723900"/>
            <a:ext cx="5530849" cy="457200"/>
          </a:xfrm>
        </p:spPr>
        <p:txBody>
          <a:bodyPr/>
          <a:lstStyle>
            <a:lvl1pPr>
              <a:defRPr b="1">
                <a:solidFill>
                  <a:schemeClr val="bg1"/>
                </a:solidFill>
                <a:latin typeface="+mn-lt"/>
              </a:defRPr>
            </a:lvl1pPr>
          </a:lstStyle>
          <a:p>
            <a:r>
              <a:rPr lang="en-US"/>
              <a:t>Click to edit Master title style</a:t>
            </a:r>
          </a:p>
        </p:txBody>
      </p:sp>
      <p:sp>
        <p:nvSpPr>
          <p:cNvPr id="4" name="Text Placeholder 10">
            <a:extLst>
              <a:ext uri="{FF2B5EF4-FFF2-40B4-BE49-F238E27FC236}">
                <a16:creationId xmlns:a16="http://schemas.microsoft.com/office/drawing/2014/main" id="{B2BE525B-A1C0-1DD5-E075-79F96E71ED40}"/>
              </a:ext>
            </a:extLst>
          </p:cNvPr>
          <p:cNvSpPr>
            <a:spLocks noGrp="1"/>
          </p:cNvSpPr>
          <p:nvPr>
            <p:ph type="body" sz="quarter" idx="15" hasCustomPrompt="1"/>
          </p:nvPr>
        </p:nvSpPr>
        <p:spPr>
          <a:xfrm>
            <a:off x="457200" y="382447"/>
            <a:ext cx="3611880" cy="225706"/>
          </a:xfrm>
          <a:prstGeom prst="rect">
            <a:avLst/>
          </a:prstGeom>
        </p:spPr>
        <p:txBody>
          <a:bodyPr vert="horz" lIns="0" tIns="0" rIns="0" bIns="0" rtlCol="0">
            <a:noAutofit/>
          </a:bodyPr>
          <a:lstStyle>
            <a:lvl1pPr>
              <a:defRPr lang="en-US" sz="1000" cap="all" spc="300" baseline="0">
                <a:solidFill>
                  <a:schemeClr val="bg1"/>
                </a:solidFill>
                <a:latin typeface="Calibri" panose="020F0502020204030204" pitchFamily="34" charset="0"/>
              </a:defRPr>
            </a:lvl1pPr>
          </a:lstStyle>
          <a:p>
            <a:pPr lvl="0">
              <a:lnSpc>
                <a:spcPct val="100000"/>
              </a:lnSpc>
            </a:pPr>
            <a:r>
              <a:rPr lang="en-US"/>
              <a:t>Click to add section title</a:t>
            </a:r>
          </a:p>
        </p:txBody>
      </p:sp>
      <p:sp>
        <p:nvSpPr>
          <p:cNvPr id="10" name="TextBox 9">
            <a:extLst>
              <a:ext uri="{FF2B5EF4-FFF2-40B4-BE49-F238E27FC236}">
                <a16:creationId xmlns:a16="http://schemas.microsoft.com/office/drawing/2014/main" id="{5067A229-8E7F-A1E8-7492-218AEFB06B0E}"/>
              </a:ext>
            </a:extLst>
          </p:cNvPr>
          <p:cNvSpPr txBox="1"/>
          <p:nvPr userDrawn="1"/>
        </p:nvSpPr>
        <p:spPr>
          <a:xfrm>
            <a:off x="10048875" y="6406590"/>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bg1"/>
                </a:solidFill>
              </a:rPr>
              <a:t>EPAM Proprietary &amp; Confidential.</a:t>
            </a:r>
          </a:p>
        </p:txBody>
      </p:sp>
      <p:sp>
        <p:nvSpPr>
          <p:cNvPr id="11" name="Text Placeholder 3">
            <a:extLst>
              <a:ext uri="{FF2B5EF4-FFF2-40B4-BE49-F238E27FC236}">
                <a16:creationId xmlns:a16="http://schemas.microsoft.com/office/drawing/2014/main" id="{371751A4-BF09-09F2-77C6-42F2F2AEB242}"/>
              </a:ext>
            </a:extLst>
          </p:cNvPr>
          <p:cNvSpPr txBox="1"/>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smtClean="0">
                <a:solidFill>
                  <a:schemeClr val="bg1"/>
                </a:solidFill>
              </a:rPr>
              <a:pPr lvl="0"/>
              <a:t>‹#›</a:t>
            </a:fld>
            <a:endParaRPr lang="en-US" sz="1000">
              <a:solidFill>
                <a:schemeClr val="bg1"/>
              </a:solidFill>
            </a:endParaRPr>
          </a:p>
        </p:txBody>
      </p:sp>
    </p:spTree>
    <p:extLst>
      <p:ext uri="{BB962C8B-B14F-4D97-AF65-F5344CB8AC3E}">
        <p14:creationId xmlns:p14="http://schemas.microsoft.com/office/powerpoint/2010/main" val="4134227066"/>
      </p:ext>
    </p:extLst>
  </p:cSld>
  <p:clrMapOvr>
    <a:masterClrMapping/>
  </p:clrMapOvr>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Case Study-1/2 Blac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63D721A-127A-4DBE-B738-ABA4893319BC}"/>
              </a:ext>
            </a:extLst>
          </p:cNvPr>
          <p:cNvSpPr/>
          <p:nvPr userDrawn="1"/>
        </p:nvSpPr>
        <p:spPr bwMode="auto">
          <a:xfrm flipH="1">
            <a:off x="6095999" y="0"/>
            <a:ext cx="6096000" cy="6858000"/>
          </a:xfrm>
          <a:prstGeom prst="rect">
            <a:avLst/>
          </a:prstGeom>
          <a:solidFill>
            <a:schemeClr val="tx1"/>
          </a:solidFill>
          <a:ln>
            <a:noFill/>
          </a:ln>
          <a:effectLst/>
        </p:spPr>
        <p:txBody>
          <a:bodyPr wrap="none" rtlCol="0" anchor="ctr"/>
          <a:lstStyle/>
          <a:p>
            <a:pPr algn="ctr"/>
            <a:endParaRPr lang="en-US" sz="2400">
              <a:solidFill>
                <a:schemeClr val="bg1"/>
              </a:solidFill>
              <a:latin typeface="Calibri Light" panose="020F0302020204030204" pitchFamily="34" charset="0"/>
              <a:ea typeface="Human Sans ExtraLight" charset="0"/>
              <a:cs typeface="Human Sans ExtraLight" charset="0"/>
            </a:endParaRPr>
          </a:p>
        </p:txBody>
      </p:sp>
      <p:sp>
        <p:nvSpPr>
          <p:cNvPr id="4" name="TextBox 3">
            <a:extLst>
              <a:ext uri="{FF2B5EF4-FFF2-40B4-BE49-F238E27FC236}">
                <a16:creationId xmlns:a16="http://schemas.microsoft.com/office/drawing/2014/main" id="{ACB7486B-35A7-A3FF-6F44-2159B1E9FAD3}"/>
              </a:ext>
            </a:extLst>
          </p:cNvPr>
          <p:cNvSpPr txBox="1"/>
          <p:nvPr userDrawn="1"/>
        </p:nvSpPr>
        <p:spPr>
          <a:xfrm>
            <a:off x="10048875" y="6406590"/>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bg1"/>
                </a:solidFill>
              </a:rPr>
              <a:t>EPAM Proprietary &amp; Confidential.</a:t>
            </a:r>
          </a:p>
        </p:txBody>
      </p:sp>
      <p:sp>
        <p:nvSpPr>
          <p:cNvPr id="5" name="Text Placeholder 3">
            <a:extLst>
              <a:ext uri="{FF2B5EF4-FFF2-40B4-BE49-F238E27FC236}">
                <a16:creationId xmlns:a16="http://schemas.microsoft.com/office/drawing/2014/main" id="{B82A7F25-3763-4002-A844-19432F963122}"/>
              </a:ext>
            </a:extLst>
          </p:cNvPr>
          <p:cNvSpPr txBox="1"/>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smtClean="0">
                <a:solidFill>
                  <a:schemeClr val="bg1"/>
                </a:solidFill>
              </a:rPr>
              <a:pPr lvl="0"/>
              <a:t>‹#›</a:t>
            </a:fld>
            <a:endParaRPr lang="en-US" sz="1000">
              <a:solidFill>
                <a:schemeClr val="bg1"/>
              </a:solidFill>
            </a:endParaRPr>
          </a:p>
        </p:txBody>
      </p:sp>
      <p:sp>
        <p:nvSpPr>
          <p:cNvPr id="6" name="Title 1">
            <a:extLst>
              <a:ext uri="{FF2B5EF4-FFF2-40B4-BE49-F238E27FC236}">
                <a16:creationId xmlns:a16="http://schemas.microsoft.com/office/drawing/2014/main" id="{9EBC1AB0-2CF4-70A1-0BD7-A9A57D9F98BB}"/>
              </a:ext>
            </a:extLst>
          </p:cNvPr>
          <p:cNvSpPr>
            <a:spLocks noGrp="1"/>
          </p:cNvSpPr>
          <p:nvPr>
            <p:ph type="title"/>
          </p:nvPr>
        </p:nvSpPr>
        <p:spPr>
          <a:xfrm>
            <a:off x="457200" y="723900"/>
            <a:ext cx="5342021" cy="457200"/>
          </a:xfrm>
        </p:spPr>
        <p:txBody>
          <a:bodyPr/>
          <a:lstStyle>
            <a:lvl1pPr>
              <a:defRPr b="1">
                <a:solidFill>
                  <a:schemeClr val="tx1"/>
                </a:solidFill>
                <a:latin typeface="+mn-lt"/>
              </a:defRPr>
            </a:lvl1pPr>
          </a:lstStyle>
          <a:p>
            <a:r>
              <a:rPr lang="en-US"/>
              <a:t>Click to edit Master title style</a:t>
            </a:r>
          </a:p>
        </p:txBody>
      </p:sp>
      <p:sp>
        <p:nvSpPr>
          <p:cNvPr id="8" name="Text Placeholder 10">
            <a:extLst>
              <a:ext uri="{FF2B5EF4-FFF2-40B4-BE49-F238E27FC236}">
                <a16:creationId xmlns:a16="http://schemas.microsoft.com/office/drawing/2014/main" id="{9B299D4E-38EF-AC64-7836-1AD1E87996BE}"/>
              </a:ext>
            </a:extLst>
          </p:cNvPr>
          <p:cNvSpPr>
            <a:spLocks noGrp="1"/>
          </p:cNvSpPr>
          <p:nvPr>
            <p:ph type="body" sz="quarter" idx="15" hasCustomPrompt="1"/>
          </p:nvPr>
        </p:nvSpPr>
        <p:spPr>
          <a:xfrm>
            <a:off x="457200" y="382446"/>
            <a:ext cx="5342021" cy="255227"/>
          </a:xfrm>
          <a:prstGeom prst="rect">
            <a:avLst/>
          </a:prstGeom>
        </p:spPr>
        <p:txBody>
          <a:bodyPr vert="horz" lIns="0" tIns="0" rIns="0" bIns="0" rtlCol="0">
            <a:noAutofit/>
          </a:bodyPr>
          <a:lstStyle>
            <a:lvl1pPr>
              <a:defRPr lang="en-US" sz="1000" cap="all" spc="300" baseline="0">
                <a:solidFill>
                  <a:schemeClr val="tx1"/>
                </a:solidFill>
                <a:latin typeface="Calibri" panose="020F0502020204030204" pitchFamily="34" charset="0"/>
              </a:defRPr>
            </a:lvl1pPr>
          </a:lstStyle>
          <a:p>
            <a:pPr lvl="0">
              <a:lnSpc>
                <a:spcPct val="100000"/>
              </a:lnSpc>
            </a:pPr>
            <a:r>
              <a:rPr lang="en-US"/>
              <a:t>Click to add section title</a:t>
            </a:r>
          </a:p>
        </p:txBody>
      </p:sp>
    </p:spTree>
    <p:extLst>
      <p:ext uri="{BB962C8B-B14F-4D97-AF65-F5344CB8AC3E}">
        <p14:creationId xmlns:p14="http://schemas.microsoft.com/office/powerpoint/2010/main" val="4253194064"/>
      </p:ext>
    </p:extLst>
  </p:cSld>
  <p:clrMapOvr>
    <a:masterClrMapping/>
  </p:clrMapOvr>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Case Study-1/2 Picture Blac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63D721A-127A-4DBE-B738-ABA4893319BC}"/>
              </a:ext>
            </a:extLst>
          </p:cNvPr>
          <p:cNvSpPr/>
          <p:nvPr userDrawn="1"/>
        </p:nvSpPr>
        <p:spPr bwMode="auto">
          <a:xfrm>
            <a:off x="0" y="0"/>
            <a:ext cx="12192000" cy="6858000"/>
          </a:xfrm>
          <a:prstGeom prst="rect">
            <a:avLst/>
          </a:prstGeom>
          <a:solidFill>
            <a:schemeClr val="tx1"/>
          </a:solidFill>
          <a:ln>
            <a:noFill/>
          </a:ln>
          <a:effectLst/>
        </p:spPr>
        <p:txBody>
          <a:bodyPr wrap="none" rtlCol="0" anchor="ctr"/>
          <a:lstStyle/>
          <a:p>
            <a:pPr algn="ctr"/>
            <a:endParaRPr lang="en-US" sz="2400">
              <a:solidFill>
                <a:schemeClr val="bg1"/>
              </a:solidFill>
              <a:latin typeface="Calibri Light" panose="020F0302020204030204" pitchFamily="34" charset="0"/>
              <a:ea typeface="Human Sans ExtraLight" charset="0"/>
              <a:cs typeface="Human Sans ExtraLight" charset="0"/>
            </a:endParaRPr>
          </a:p>
        </p:txBody>
      </p:sp>
      <p:pic>
        <p:nvPicPr>
          <p:cNvPr id="8" name="Graphic 7">
            <a:extLst>
              <a:ext uri="{FF2B5EF4-FFF2-40B4-BE49-F238E27FC236}">
                <a16:creationId xmlns:a16="http://schemas.microsoft.com/office/drawing/2014/main" id="{D4D51ED0-4D08-4641-87AC-8F2B5E2A3B96}"/>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57201" y="6438901"/>
            <a:ext cx="540540" cy="190499"/>
          </a:xfrm>
          <a:prstGeom prst="rect">
            <a:avLst/>
          </a:prstGeom>
        </p:spPr>
      </p:pic>
      <p:sp>
        <p:nvSpPr>
          <p:cNvPr id="13" name="Picture Placeholder 2">
            <a:extLst>
              <a:ext uri="{FF2B5EF4-FFF2-40B4-BE49-F238E27FC236}">
                <a16:creationId xmlns:a16="http://schemas.microsoft.com/office/drawing/2014/main" id="{091CD3F7-14AE-A849-9B73-75D2354D4845}"/>
              </a:ext>
            </a:extLst>
          </p:cNvPr>
          <p:cNvSpPr>
            <a:spLocks noGrp="1"/>
          </p:cNvSpPr>
          <p:nvPr>
            <p:ph type="pic" sz="quarter" idx="16"/>
          </p:nvPr>
        </p:nvSpPr>
        <p:spPr>
          <a:xfrm>
            <a:off x="6096000" y="0"/>
            <a:ext cx="6096000" cy="6858000"/>
          </a:xfrm>
          <a:prstGeom prst="rect">
            <a:avLst/>
          </a:prstGeom>
        </p:spPr>
        <p:txBody>
          <a:bodyPr/>
          <a:lstStyle/>
          <a:p>
            <a:r>
              <a:rPr lang="en-US"/>
              <a:t>Click icon to add picture</a:t>
            </a:r>
          </a:p>
        </p:txBody>
      </p:sp>
      <p:sp>
        <p:nvSpPr>
          <p:cNvPr id="3" name="TextBox 2">
            <a:extLst>
              <a:ext uri="{FF2B5EF4-FFF2-40B4-BE49-F238E27FC236}">
                <a16:creationId xmlns:a16="http://schemas.microsoft.com/office/drawing/2014/main" id="{90C6BA4E-CBCB-554D-CA98-146A521CFDF4}"/>
              </a:ext>
            </a:extLst>
          </p:cNvPr>
          <p:cNvSpPr txBox="1"/>
          <p:nvPr userDrawn="1"/>
        </p:nvSpPr>
        <p:spPr>
          <a:xfrm>
            <a:off x="10048875" y="6406590"/>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bg1"/>
                </a:solidFill>
              </a:rPr>
              <a:t>EPAM Proprietary &amp; Confidential.</a:t>
            </a:r>
          </a:p>
        </p:txBody>
      </p:sp>
      <p:sp>
        <p:nvSpPr>
          <p:cNvPr id="4" name="Text Placeholder 3">
            <a:extLst>
              <a:ext uri="{FF2B5EF4-FFF2-40B4-BE49-F238E27FC236}">
                <a16:creationId xmlns:a16="http://schemas.microsoft.com/office/drawing/2014/main" id="{E9BB62B8-4926-8E23-51B4-D8AC31708BB8}"/>
              </a:ext>
            </a:extLst>
          </p:cNvPr>
          <p:cNvSpPr txBox="1"/>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smtClean="0">
                <a:solidFill>
                  <a:schemeClr val="bg1"/>
                </a:solidFill>
              </a:rPr>
              <a:pPr lvl="0"/>
              <a:t>‹#›</a:t>
            </a:fld>
            <a:endParaRPr lang="en-US" sz="1000">
              <a:solidFill>
                <a:schemeClr val="bg1"/>
              </a:solidFill>
            </a:endParaRPr>
          </a:p>
        </p:txBody>
      </p:sp>
      <p:sp>
        <p:nvSpPr>
          <p:cNvPr id="5" name="Title 1">
            <a:extLst>
              <a:ext uri="{FF2B5EF4-FFF2-40B4-BE49-F238E27FC236}">
                <a16:creationId xmlns:a16="http://schemas.microsoft.com/office/drawing/2014/main" id="{5A808058-9E6F-F0D8-A385-7B4C54766A2E}"/>
              </a:ext>
            </a:extLst>
          </p:cNvPr>
          <p:cNvSpPr>
            <a:spLocks noGrp="1"/>
          </p:cNvSpPr>
          <p:nvPr>
            <p:ph type="title"/>
          </p:nvPr>
        </p:nvSpPr>
        <p:spPr>
          <a:xfrm>
            <a:off x="457200" y="723900"/>
            <a:ext cx="5005137" cy="457200"/>
          </a:xfrm>
        </p:spPr>
        <p:txBody>
          <a:bodyPr/>
          <a:lstStyle>
            <a:lvl1pPr>
              <a:defRPr b="1">
                <a:solidFill>
                  <a:schemeClr val="bg1"/>
                </a:solidFill>
                <a:latin typeface="+mn-lt"/>
              </a:defRPr>
            </a:lvl1pPr>
          </a:lstStyle>
          <a:p>
            <a:r>
              <a:rPr lang="en-US"/>
              <a:t>Click to edit Master title style</a:t>
            </a:r>
          </a:p>
        </p:txBody>
      </p:sp>
      <p:sp>
        <p:nvSpPr>
          <p:cNvPr id="6" name="Text Placeholder 10">
            <a:extLst>
              <a:ext uri="{FF2B5EF4-FFF2-40B4-BE49-F238E27FC236}">
                <a16:creationId xmlns:a16="http://schemas.microsoft.com/office/drawing/2014/main" id="{93D95AB9-CE03-7AFD-DBBE-C67756B352CB}"/>
              </a:ext>
            </a:extLst>
          </p:cNvPr>
          <p:cNvSpPr>
            <a:spLocks noGrp="1"/>
          </p:cNvSpPr>
          <p:nvPr>
            <p:ph type="body" sz="quarter" idx="15" hasCustomPrompt="1"/>
          </p:nvPr>
        </p:nvSpPr>
        <p:spPr>
          <a:xfrm>
            <a:off x="457200" y="382446"/>
            <a:ext cx="5005137" cy="255227"/>
          </a:xfrm>
          <a:prstGeom prst="rect">
            <a:avLst/>
          </a:prstGeom>
        </p:spPr>
        <p:txBody>
          <a:bodyPr vert="horz" lIns="0" tIns="0" rIns="0" bIns="0" rtlCol="0">
            <a:noAutofit/>
          </a:bodyPr>
          <a:lstStyle>
            <a:lvl1pPr>
              <a:defRPr lang="en-US" sz="1000" cap="all" spc="300" baseline="0">
                <a:solidFill>
                  <a:schemeClr val="bg1"/>
                </a:solidFill>
                <a:latin typeface="Calibri" panose="020F0502020204030204" pitchFamily="34" charset="0"/>
              </a:defRPr>
            </a:lvl1pPr>
          </a:lstStyle>
          <a:p>
            <a:pPr lvl="0">
              <a:lnSpc>
                <a:spcPct val="100000"/>
              </a:lnSpc>
            </a:pPr>
            <a:r>
              <a:rPr lang="en-US"/>
              <a:t>Click to add section title</a:t>
            </a:r>
          </a:p>
        </p:txBody>
      </p:sp>
    </p:spTree>
    <p:extLst>
      <p:ext uri="{BB962C8B-B14F-4D97-AF65-F5344CB8AC3E}">
        <p14:creationId xmlns:p14="http://schemas.microsoft.com/office/powerpoint/2010/main" val="1366566095"/>
      </p:ext>
    </p:extLst>
  </p:cSld>
  <p:clrMapOvr>
    <a:masterClrMapping/>
  </p:clrMapOvr>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Case Study-2/3 Pictur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1657C14D-88D4-2E4E-B3D4-C2C8ABFC1A31}"/>
              </a:ext>
            </a:extLst>
          </p:cNvPr>
          <p:cNvSpPr/>
          <p:nvPr userDrawn="1"/>
        </p:nvSpPr>
        <p:spPr bwMode="auto">
          <a:xfrm>
            <a:off x="4302124" y="0"/>
            <a:ext cx="7889875" cy="6858000"/>
          </a:xfrm>
          <a:prstGeom prst="rect">
            <a:avLst/>
          </a:prstGeom>
          <a:solidFill>
            <a:schemeClr val="bg1">
              <a:lumMod val="95000"/>
            </a:schemeClr>
          </a:solidFill>
          <a:ln>
            <a:noFill/>
          </a:ln>
          <a:effectLst/>
        </p:spPr>
        <p:txBody>
          <a:bodyPr wrap="none" rtlCol="0" anchor="ctr"/>
          <a:lstStyle/>
          <a:p>
            <a:pPr algn="ctr"/>
            <a:endParaRPr lang="en-US" sz="2400">
              <a:solidFill>
                <a:schemeClr val="bg1"/>
              </a:solidFill>
              <a:latin typeface="Calibri Light" panose="020F0302020204030204" pitchFamily="34" charset="0"/>
              <a:ea typeface="Human Sans ExtraLight" charset="0"/>
              <a:cs typeface="Human Sans ExtraLight" charset="0"/>
            </a:endParaRPr>
          </a:p>
        </p:txBody>
      </p:sp>
      <p:sp>
        <p:nvSpPr>
          <p:cNvPr id="14" name="Picture Placeholder 2">
            <a:extLst>
              <a:ext uri="{FF2B5EF4-FFF2-40B4-BE49-F238E27FC236}">
                <a16:creationId xmlns:a16="http://schemas.microsoft.com/office/drawing/2014/main" id="{B0B5FC9B-C94B-DD4C-B568-43367EF1D400}"/>
              </a:ext>
            </a:extLst>
          </p:cNvPr>
          <p:cNvSpPr>
            <a:spLocks noGrp="1"/>
          </p:cNvSpPr>
          <p:nvPr>
            <p:ph type="pic" sz="quarter" idx="16"/>
          </p:nvPr>
        </p:nvSpPr>
        <p:spPr>
          <a:xfrm>
            <a:off x="4314697" y="0"/>
            <a:ext cx="7877303" cy="6858000"/>
          </a:xfrm>
          <a:prstGeom prst="rect">
            <a:avLst/>
          </a:prstGeom>
        </p:spPr>
        <p:txBody>
          <a:bodyPr/>
          <a:lstStyle/>
          <a:p>
            <a:r>
              <a:rPr lang="en-US"/>
              <a:t>Click icon to add picture</a:t>
            </a:r>
          </a:p>
        </p:txBody>
      </p:sp>
      <p:sp>
        <p:nvSpPr>
          <p:cNvPr id="2" name="Title 1">
            <a:extLst>
              <a:ext uri="{FF2B5EF4-FFF2-40B4-BE49-F238E27FC236}">
                <a16:creationId xmlns:a16="http://schemas.microsoft.com/office/drawing/2014/main" id="{5CC81004-83D3-1FD9-8DEB-8753B675234C}"/>
              </a:ext>
            </a:extLst>
          </p:cNvPr>
          <p:cNvSpPr>
            <a:spLocks noGrp="1"/>
          </p:cNvSpPr>
          <p:nvPr>
            <p:ph type="title"/>
          </p:nvPr>
        </p:nvSpPr>
        <p:spPr>
          <a:xfrm>
            <a:off x="457201" y="723900"/>
            <a:ext cx="3611880" cy="457200"/>
          </a:xfrm>
        </p:spPr>
        <p:txBody>
          <a:bodyPr/>
          <a:lstStyle>
            <a:lvl1pPr>
              <a:defRPr b="1">
                <a:solidFill>
                  <a:schemeClr val="tx1"/>
                </a:solidFill>
                <a:latin typeface="+mn-lt"/>
              </a:defRPr>
            </a:lvl1pPr>
          </a:lstStyle>
          <a:p>
            <a:r>
              <a:rPr lang="en-US"/>
              <a:t>Click to edit Master title style</a:t>
            </a:r>
          </a:p>
        </p:txBody>
      </p:sp>
      <p:sp>
        <p:nvSpPr>
          <p:cNvPr id="3" name="Text Placeholder 10">
            <a:extLst>
              <a:ext uri="{FF2B5EF4-FFF2-40B4-BE49-F238E27FC236}">
                <a16:creationId xmlns:a16="http://schemas.microsoft.com/office/drawing/2014/main" id="{6B05C9E2-FF8C-3AB5-99B5-2786F045CA73}"/>
              </a:ext>
            </a:extLst>
          </p:cNvPr>
          <p:cNvSpPr>
            <a:spLocks noGrp="1"/>
          </p:cNvSpPr>
          <p:nvPr>
            <p:ph type="body" sz="quarter" idx="15" hasCustomPrompt="1"/>
          </p:nvPr>
        </p:nvSpPr>
        <p:spPr>
          <a:xfrm>
            <a:off x="457200" y="382447"/>
            <a:ext cx="3611880" cy="225706"/>
          </a:xfrm>
          <a:prstGeom prst="rect">
            <a:avLst/>
          </a:prstGeom>
        </p:spPr>
        <p:txBody>
          <a:bodyPr vert="horz" lIns="0" tIns="0" rIns="0" bIns="0" rtlCol="0">
            <a:noAutofit/>
          </a:bodyPr>
          <a:lstStyle>
            <a:lvl1pPr>
              <a:defRPr lang="en-US" sz="1000" cap="all" spc="300" baseline="0">
                <a:solidFill>
                  <a:schemeClr val="tx1"/>
                </a:solidFill>
                <a:latin typeface="Calibri" panose="020F0502020204030204" pitchFamily="34" charset="0"/>
              </a:defRPr>
            </a:lvl1pPr>
          </a:lstStyle>
          <a:p>
            <a:pPr lvl="0">
              <a:lnSpc>
                <a:spcPct val="100000"/>
              </a:lnSpc>
            </a:pPr>
            <a:r>
              <a:rPr lang="en-US"/>
              <a:t>Click to add section title</a:t>
            </a:r>
          </a:p>
        </p:txBody>
      </p:sp>
      <p:sp>
        <p:nvSpPr>
          <p:cNvPr id="4" name="TextBox 3">
            <a:extLst>
              <a:ext uri="{FF2B5EF4-FFF2-40B4-BE49-F238E27FC236}">
                <a16:creationId xmlns:a16="http://schemas.microsoft.com/office/drawing/2014/main" id="{7093178D-6CC8-41D7-8CEB-9ED5EE67A4BD}"/>
              </a:ext>
            </a:extLst>
          </p:cNvPr>
          <p:cNvSpPr txBox="1"/>
          <p:nvPr userDrawn="1"/>
        </p:nvSpPr>
        <p:spPr>
          <a:xfrm>
            <a:off x="10048875" y="6406590"/>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tx1"/>
                </a:solidFill>
              </a:rPr>
              <a:t>EPAM Proprietary &amp; Confidential.</a:t>
            </a:r>
          </a:p>
        </p:txBody>
      </p:sp>
      <p:sp>
        <p:nvSpPr>
          <p:cNvPr id="5" name="Text Placeholder 3">
            <a:extLst>
              <a:ext uri="{FF2B5EF4-FFF2-40B4-BE49-F238E27FC236}">
                <a16:creationId xmlns:a16="http://schemas.microsoft.com/office/drawing/2014/main" id="{ACC52C08-BA77-F41F-7A2A-48DD915C7E8E}"/>
              </a:ext>
            </a:extLst>
          </p:cNvPr>
          <p:cNvSpPr txBox="1"/>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smtClean="0"/>
              <a:pPr lvl="0"/>
              <a:t>‹#›</a:t>
            </a:fld>
            <a:endParaRPr lang="en-US" sz="1000"/>
          </a:p>
        </p:txBody>
      </p:sp>
    </p:spTree>
    <p:extLst>
      <p:ext uri="{BB962C8B-B14F-4D97-AF65-F5344CB8AC3E}">
        <p14:creationId xmlns:p14="http://schemas.microsoft.com/office/powerpoint/2010/main" val="1589143138"/>
      </p:ext>
    </p:extLst>
  </p:cSld>
  <p:clrMapOvr>
    <a:masterClrMapping/>
  </p:clrMapOvr>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Case Study-2/3 Picture-Dark">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1463925-928E-4FE1-B9E5-B83141A2C221}"/>
              </a:ext>
            </a:extLst>
          </p:cNvPr>
          <p:cNvSpPr/>
          <p:nvPr userDrawn="1"/>
        </p:nvSpPr>
        <p:spPr bwMode="auto">
          <a:xfrm>
            <a:off x="-1" y="0"/>
            <a:ext cx="12192000" cy="6858000"/>
          </a:xfrm>
          <a:prstGeom prst="rect">
            <a:avLst/>
          </a:prstGeom>
          <a:solidFill>
            <a:schemeClr val="tx1"/>
          </a:solidFill>
          <a:ln>
            <a:noFill/>
          </a:ln>
          <a:effectLst/>
        </p:spPr>
        <p:txBody>
          <a:bodyPr wrap="none" rtlCol="0" anchor="ctr"/>
          <a:lstStyle/>
          <a:p>
            <a:pPr algn="ctr"/>
            <a:endParaRPr lang="en-US" sz="2400">
              <a:solidFill>
                <a:schemeClr val="bg1"/>
              </a:solidFill>
              <a:latin typeface="Calibri Light" panose="020F0302020204030204" pitchFamily="34" charset="0"/>
              <a:ea typeface="Human Sans ExtraLight" charset="0"/>
              <a:cs typeface="Human Sans ExtraLight" charset="0"/>
            </a:endParaRPr>
          </a:p>
        </p:txBody>
      </p:sp>
      <p:pic>
        <p:nvPicPr>
          <p:cNvPr id="7" name="Graphic 6">
            <a:extLst>
              <a:ext uri="{FF2B5EF4-FFF2-40B4-BE49-F238E27FC236}">
                <a16:creationId xmlns:a16="http://schemas.microsoft.com/office/drawing/2014/main" id="{C169AD5E-5F94-E6C0-0DB3-77E8A5A0D3C0}"/>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57200" y="6438901"/>
            <a:ext cx="540540" cy="190499"/>
          </a:xfrm>
          <a:prstGeom prst="rect">
            <a:avLst/>
          </a:prstGeom>
        </p:spPr>
      </p:pic>
      <p:sp>
        <p:nvSpPr>
          <p:cNvPr id="8" name="TextBox 7">
            <a:extLst>
              <a:ext uri="{FF2B5EF4-FFF2-40B4-BE49-F238E27FC236}">
                <a16:creationId xmlns:a16="http://schemas.microsoft.com/office/drawing/2014/main" id="{D63DBF0C-CA25-003D-B5D8-6EE24C1F808C}"/>
              </a:ext>
            </a:extLst>
          </p:cNvPr>
          <p:cNvSpPr txBox="1"/>
          <p:nvPr userDrawn="1"/>
        </p:nvSpPr>
        <p:spPr>
          <a:xfrm>
            <a:off x="10048874" y="6406590"/>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bg1"/>
                </a:solidFill>
              </a:rPr>
              <a:t>EPAM Proprietary &amp; Confidential.</a:t>
            </a:r>
          </a:p>
        </p:txBody>
      </p:sp>
      <p:sp>
        <p:nvSpPr>
          <p:cNvPr id="10" name="Text Placeholder 3">
            <a:extLst>
              <a:ext uri="{FF2B5EF4-FFF2-40B4-BE49-F238E27FC236}">
                <a16:creationId xmlns:a16="http://schemas.microsoft.com/office/drawing/2014/main" id="{697B36E0-E687-34C7-ACB3-F681FF77C582}"/>
              </a:ext>
            </a:extLst>
          </p:cNvPr>
          <p:cNvSpPr txBox="1"/>
          <p:nvPr userDrawn="1"/>
        </p:nvSpPr>
        <p:spPr>
          <a:xfrm>
            <a:off x="11498093"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smtClean="0">
                <a:solidFill>
                  <a:schemeClr val="bg1"/>
                </a:solidFill>
              </a:rPr>
              <a:pPr lvl="0"/>
              <a:t>‹#›</a:t>
            </a:fld>
            <a:endParaRPr lang="en-US" sz="1000">
              <a:solidFill>
                <a:schemeClr val="bg1"/>
              </a:solidFill>
            </a:endParaRPr>
          </a:p>
        </p:txBody>
      </p:sp>
      <p:sp>
        <p:nvSpPr>
          <p:cNvPr id="9" name="Rectangle 8">
            <a:extLst>
              <a:ext uri="{FF2B5EF4-FFF2-40B4-BE49-F238E27FC236}">
                <a16:creationId xmlns:a16="http://schemas.microsoft.com/office/drawing/2014/main" id="{1657C14D-88D4-2E4E-B3D4-C2C8ABFC1A31}"/>
              </a:ext>
            </a:extLst>
          </p:cNvPr>
          <p:cNvSpPr/>
          <p:nvPr userDrawn="1"/>
        </p:nvSpPr>
        <p:spPr bwMode="auto">
          <a:xfrm>
            <a:off x="4302124" y="0"/>
            <a:ext cx="7889875" cy="6858000"/>
          </a:xfrm>
          <a:prstGeom prst="rect">
            <a:avLst/>
          </a:prstGeom>
          <a:solidFill>
            <a:schemeClr val="bg1">
              <a:lumMod val="95000"/>
            </a:schemeClr>
          </a:solidFill>
          <a:ln>
            <a:noFill/>
          </a:ln>
          <a:effectLst/>
        </p:spPr>
        <p:txBody>
          <a:bodyPr wrap="none" rtlCol="0" anchor="ctr"/>
          <a:lstStyle/>
          <a:p>
            <a:pPr algn="ctr"/>
            <a:endParaRPr lang="en-US" sz="2400">
              <a:solidFill>
                <a:schemeClr val="bg1"/>
              </a:solidFill>
              <a:latin typeface="Calibri Light" panose="020F0302020204030204" pitchFamily="34" charset="0"/>
              <a:ea typeface="Human Sans ExtraLight" charset="0"/>
              <a:cs typeface="Human Sans ExtraLight" charset="0"/>
            </a:endParaRPr>
          </a:p>
        </p:txBody>
      </p:sp>
      <p:sp>
        <p:nvSpPr>
          <p:cNvPr id="14" name="Picture Placeholder 2">
            <a:extLst>
              <a:ext uri="{FF2B5EF4-FFF2-40B4-BE49-F238E27FC236}">
                <a16:creationId xmlns:a16="http://schemas.microsoft.com/office/drawing/2014/main" id="{B0B5FC9B-C94B-DD4C-B568-43367EF1D400}"/>
              </a:ext>
            </a:extLst>
          </p:cNvPr>
          <p:cNvSpPr>
            <a:spLocks noGrp="1"/>
          </p:cNvSpPr>
          <p:nvPr>
            <p:ph type="pic" sz="quarter" idx="16"/>
          </p:nvPr>
        </p:nvSpPr>
        <p:spPr>
          <a:xfrm>
            <a:off x="4314697" y="0"/>
            <a:ext cx="7877303" cy="6858000"/>
          </a:xfrm>
          <a:prstGeom prst="rect">
            <a:avLst/>
          </a:prstGeom>
          <a:solidFill>
            <a:schemeClr val="tx1">
              <a:lumMod val="85000"/>
              <a:lumOff val="15000"/>
            </a:schemeClr>
          </a:solidFill>
        </p:spPr>
        <p:txBody>
          <a:bodyPr/>
          <a:lstStyle/>
          <a:p>
            <a:r>
              <a:rPr lang="en-US"/>
              <a:t>Click icon to add picture</a:t>
            </a:r>
          </a:p>
        </p:txBody>
      </p:sp>
      <p:sp>
        <p:nvSpPr>
          <p:cNvPr id="2" name="Title 1">
            <a:extLst>
              <a:ext uri="{FF2B5EF4-FFF2-40B4-BE49-F238E27FC236}">
                <a16:creationId xmlns:a16="http://schemas.microsoft.com/office/drawing/2014/main" id="{5CC81004-83D3-1FD9-8DEB-8753B675234C}"/>
              </a:ext>
            </a:extLst>
          </p:cNvPr>
          <p:cNvSpPr>
            <a:spLocks noGrp="1"/>
          </p:cNvSpPr>
          <p:nvPr>
            <p:ph type="title"/>
          </p:nvPr>
        </p:nvSpPr>
        <p:spPr>
          <a:xfrm>
            <a:off x="457201" y="723900"/>
            <a:ext cx="3611880" cy="457200"/>
          </a:xfrm>
        </p:spPr>
        <p:txBody>
          <a:bodyPr/>
          <a:lstStyle>
            <a:lvl1pPr>
              <a:defRPr b="1">
                <a:solidFill>
                  <a:schemeClr val="bg1"/>
                </a:solidFill>
                <a:latin typeface="+mn-lt"/>
              </a:defRPr>
            </a:lvl1pPr>
          </a:lstStyle>
          <a:p>
            <a:r>
              <a:rPr lang="en-US"/>
              <a:t>Click to edit Master title style</a:t>
            </a:r>
          </a:p>
        </p:txBody>
      </p:sp>
      <p:sp>
        <p:nvSpPr>
          <p:cNvPr id="3" name="Text Placeholder 10">
            <a:extLst>
              <a:ext uri="{FF2B5EF4-FFF2-40B4-BE49-F238E27FC236}">
                <a16:creationId xmlns:a16="http://schemas.microsoft.com/office/drawing/2014/main" id="{6B05C9E2-FF8C-3AB5-99B5-2786F045CA73}"/>
              </a:ext>
            </a:extLst>
          </p:cNvPr>
          <p:cNvSpPr>
            <a:spLocks noGrp="1"/>
          </p:cNvSpPr>
          <p:nvPr>
            <p:ph type="body" sz="quarter" idx="15" hasCustomPrompt="1"/>
          </p:nvPr>
        </p:nvSpPr>
        <p:spPr>
          <a:xfrm>
            <a:off x="457200" y="382447"/>
            <a:ext cx="3611880" cy="225706"/>
          </a:xfrm>
          <a:prstGeom prst="rect">
            <a:avLst/>
          </a:prstGeom>
        </p:spPr>
        <p:txBody>
          <a:bodyPr vert="horz" lIns="0" tIns="0" rIns="0" bIns="0" rtlCol="0">
            <a:noAutofit/>
          </a:bodyPr>
          <a:lstStyle>
            <a:lvl1pPr>
              <a:defRPr lang="en-US" sz="1000" cap="all" spc="300" baseline="0">
                <a:solidFill>
                  <a:schemeClr val="bg1"/>
                </a:solidFill>
                <a:latin typeface="Calibri" panose="020F0502020204030204" pitchFamily="34" charset="0"/>
              </a:defRPr>
            </a:lvl1pPr>
          </a:lstStyle>
          <a:p>
            <a:pPr lvl="0">
              <a:lnSpc>
                <a:spcPct val="100000"/>
              </a:lnSpc>
            </a:pPr>
            <a:r>
              <a:rPr lang="en-US"/>
              <a:t>Click to add section title</a:t>
            </a:r>
          </a:p>
        </p:txBody>
      </p:sp>
      <p:sp>
        <p:nvSpPr>
          <p:cNvPr id="4" name="TextBox 3">
            <a:extLst>
              <a:ext uri="{FF2B5EF4-FFF2-40B4-BE49-F238E27FC236}">
                <a16:creationId xmlns:a16="http://schemas.microsoft.com/office/drawing/2014/main" id="{7093178D-6CC8-41D7-8CEB-9ED5EE67A4BD}"/>
              </a:ext>
            </a:extLst>
          </p:cNvPr>
          <p:cNvSpPr txBox="1"/>
          <p:nvPr userDrawn="1"/>
        </p:nvSpPr>
        <p:spPr>
          <a:xfrm>
            <a:off x="10048875" y="6406590"/>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bg1"/>
                </a:solidFill>
              </a:rPr>
              <a:t>EPAM Proprietary &amp; Confidential.</a:t>
            </a:r>
          </a:p>
        </p:txBody>
      </p:sp>
      <p:sp>
        <p:nvSpPr>
          <p:cNvPr id="5" name="Text Placeholder 3">
            <a:extLst>
              <a:ext uri="{FF2B5EF4-FFF2-40B4-BE49-F238E27FC236}">
                <a16:creationId xmlns:a16="http://schemas.microsoft.com/office/drawing/2014/main" id="{ACC52C08-BA77-F41F-7A2A-48DD915C7E8E}"/>
              </a:ext>
            </a:extLst>
          </p:cNvPr>
          <p:cNvSpPr txBox="1"/>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smtClean="0">
                <a:solidFill>
                  <a:schemeClr val="bg1"/>
                </a:solidFill>
              </a:rPr>
              <a:pPr lvl="0"/>
              <a:t>‹#›</a:t>
            </a:fld>
            <a:endParaRPr lang="en-US" sz="1000">
              <a:solidFill>
                <a:schemeClr val="bg1"/>
              </a:solidFill>
            </a:endParaRPr>
          </a:p>
        </p:txBody>
      </p:sp>
    </p:spTree>
    <p:extLst>
      <p:ext uri="{BB962C8B-B14F-4D97-AF65-F5344CB8AC3E}">
        <p14:creationId xmlns:p14="http://schemas.microsoft.com/office/powerpoint/2010/main" val="2817817168"/>
      </p:ext>
    </p:extLst>
  </p:cSld>
  <p:clrMapOvr>
    <a:masterClrMapping/>
  </p:clrMapOvr>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Case Study-MockUp">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63D721A-127A-4DBE-B738-ABA4893319BC}"/>
              </a:ext>
            </a:extLst>
          </p:cNvPr>
          <p:cNvSpPr/>
          <p:nvPr userDrawn="1"/>
        </p:nvSpPr>
        <p:spPr bwMode="auto">
          <a:xfrm>
            <a:off x="0" y="0"/>
            <a:ext cx="2378075" cy="6858000"/>
          </a:xfrm>
          <a:prstGeom prst="rect">
            <a:avLst/>
          </a:prstGeom>
          <a:solidFill>
            <a:schemeClr val="bg1">
              <a:lumMod val="95000"/>
            </a:schemeClr>
          </a:solidFill>
          <a:ln>
            <a:noFill/>
          </a:ln>
          <a:effectLst/>
        </p:spPr>
        <p:txBody>
          <a:bodyPr wrap="none" rtlCol="0" anchor="ctr"/>
          <a:lstStyle/>
          <a:p>
            <a:pPr algn="ctr"/>
            <a:endParaRPr lang="en-US" sz="2400">
              <a:solidFill>
                <a:schemeClr val="bg1"/>
              </a:solidFill>
              <a:latin typeface="Calibri Light" panose="020F0302020204030204" pitchFamily="34" charset="0"/>
              <a:ea typeface="Human Sans ExtraLight" charset="0"/>
              <a:cs typeface="Human Sans ExtraLight" charset="0"/>
            </a:endParaRPr>
          </a:p>
        </p:txBody>
      </p:sp>
      <p:sp>
        <p:nvSpPr>
          <p:cNvPr id="11" name="Title 1"/>
          <p:cNvSpPr>
            <a:spLocks noGrp="1"/>
          </p:cNvSpPr>
          <p:nvPr>
            <p:ph type="title"/>
          </p:nvPr>
        </p:nvSpPr>
        <p:spPr>
          <a:xfrm>
            <a:off x="4303841" y="1600200"/>
            <a:ext cx="4797425" cy="338554"/>
          </a:xfrm>
        </p:spPr>
        <p:txBody>
          <a:bodyPr>
            <a:spAutoFit/>
          </a:bodyPr>
          <a:lstStyle>
            <a:lvl1pPr>
              <a:defRPr b="1">
                <a:solidFill>
                  <a:schemeClr val="tx1"/>
                </a:solidFill>
                <a:latin typeface="+mn-lt"/>
              </a:defRPr>
            </a:lvl1pPr>
          </a:lstStyle>
          <a:p>
            <a:r>
              <a:rPr lang="en-US"/>
              <a:t>Click to edit Master title style</a:t>
            </a:r>
          </a:p>
        </p:txBody>
      </p:sp>
      <p:sp>
        <p:nvSpPr>
          <p:cNvPr id="10" name="Text Placeholder 2">
            <a:extLst>
              <a:ext uri="{FF2B5EF4-FFF2-40B4-BE49-F238E27FC236}">
                <a16:creationId xmlns:a16="http://schemas.microsoft.com/office/drawing/2014/main" id="{DCFE7496-2B11-468F-A424-81EF7552D417}"/>
              </a:ext>
            </a:extLst>
          </p:cNvPr>
          <p:cNvSpPr>
            <a:spLocks noGrp="1"/>
          </p:cNvSpPr>
          <p:nvPr>
            <p:ph type="body" sz="quarter" idx="17" hasCustomPrompt="1"/>
          </p:nvPr>
        </p:nvSpPr>
        <p:spPr>
          <a:xfrm>
            <a:off x="4316414" y="2286000"/>
            <a:ext cx="4784852" cy="3657600"/>
          </a:xfrm>
          <a:prstGeom prst="rect">
            <a:avLst/>
          </a:prstGeom>
        </p:spPr>
        <p:txBody>
          <a:bodyPr/>
          <a:lstStyle>
            <a:lvl1pPr>
              <a:defRPr sz="1600">
                <a:solidFill>
                  <a:schemeClr val="tx1"/>
                </a:solidFill>
                <a:latin typeface="+mn-lt"/>
                <a:cs typeface="Calibri Light" panose="020F0302020204030204" pitchFamily="34" charset="0"/>
              </a:defRPr>
            </a:lvl1pPr>
            <a:lvl2pPr>
              <a:buNone/>
              <a:defRPr/>
            </a:lvl2pPr>
            <a:lvl3pPr>
              <a:buNone/>
              <a:defRPr/>
            </a:lvl3pPr>
          </a:lstStyle>
          <a:p>
            <a:pPr lvl="0"/>
            <a:r>
              <a:rPr lang="en-US"/>
              <a:t>Lorem Ipsum is simply dummy text of the printing and typesetting industry. Lorem Ipsum has been the industry's standard dummy text ever since the 1500s, when an unknown printer took a galley of type and scrambled it to make a type specimen book. It has survived not only five centuries, but also the leap into electronic typesetting, remaining essentially unchanged. It was popularised in the 1960s with the release of Letraset sheets containing Lorem Ipsum passages, and more recently with desktop publishing software like Aldus PageMaker including versions of Lorem Ipsum.</a:t>
            </a:r>
          </a:p>
        </p:txBody>
      </p:sp>
      <p:pic>
        <p:nvPicPr>
          <p:cNvPr id="12" name="Graphic 11">
            <a:extLst>
              <a:ext uri="{FF2B5EF4-FFF2-40B4-BE49-F238E27FC236}">
                <a16:creationId xmlns:a16="http://schemas.microsoft.com/office/drawing/2014/main" id="{15EB0785-A8B2-B844-97DC-362F6DEDBA7A}"/>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57201" y="6438901"/>
            <a:ext cx="540540" cy="190499"/>
          </a:xfrm>
          <a:prstGeom prst="rect">
            <a:avLst/>
          </a:prstGeom>
        </p:spPr>
      </p:pic>
    </p:spTree>
    <p:extLst>
      <p:ext uri="{BB962C8B-B14F-4D97-AF65-F5344CB8AC3E}">
        <p14:creationId xmlns:p14="http://schemas.microsoft.com/office/powerpoint/2010/main" val="1972094024"/>
      </p:ext>
    </p:extLst>
  </p:cSld>
  <p:clrMapOvr>
    <a:masterClrMapping/>
  </p:clrMapOvr>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Case Study-MockUp-Dark">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D6310AE-15DA-337B-9B5E-33A904BF3549}"/>
              </a:ext>
            </a:extLst>
          </p:cNvPr>
          <p:cNvSpPr/>
          <p:nvPr userDrawn="1"/>
        </p:nvSpPr>
        <p:spPr bwMode="auto">
          <a:xfrm>
            <a:off x="0" y="0"/>
            <a:ext cx="12192000" cy="6858000"/>
          </a:xfrm>
          <a:prstGeom prst="rect">
            <a:avLst/>
          </a:prstGeom>
          <a:solidFill>
            <a:schemeClr val="tx1"/>
          </a:solidFill>
          <a:ln>
            <a:noFill/>
          </a:ln>
          <a:effectLst/>
        </p:spPr>
        <p:txBody>
          <a:bodyPr wrap="none" rtlCol="0" anchor="ctr"/>
          <a:lstStyle/>
          <a:p>
            <a:pPr algn="ctr"/>
            <a:endParaRPr lang="en-US" sz="2400">
              <a:solidFill>
                <a:schemeClr val="bg1"/>
              </a:solidFill>
              <a:latin typeface="Calibri Light" panose="020F0302020204030204" pitchFamily="34" charset="0"/>
              <a:ea typeface="Human Sans ExtraLight" charset="0"/>
              <a:cs typeface="Human Sans ExtraLight" charset="0"/>
            </a:endParaRPr>
          </a:p>
        </p:txBody>
      </p:sp>
      <p:sp>
        <p:nvSpPr>
          <p:cNvPr id="2" name="Rectangle 1">
            <a:extLst>
              <a:ext uri="{FF2B5EF4-FFF2-40B4-BE49-F238E27FC236}">
                <a16:creationId xmlns:a16="http://schemas.microsoft.com/office/drawing/2014/main" id="{263D721A-127A-4DBE-B738-ABA4893319BC}"/>
              </a:ext>
            </a:extLst>
          </p:cNvPr>
          <p:cNvSpPr/>
          <p:nvPr userDrawn="1"/>
        </p:nvSpPr>
        <p:spPr bwMode="auto">
          <a:xfrm>
            <a:off x="0" y="0"/>
            <a:ext cx="2378075" cy="6858000"/>
          </a:xfrm>
          <a:prstGeom prst="rect">
            <a:avLst/>
          </a:prstGeom>
          <a:solidFill>
            <a:schemeClr val="tx1">
              <a:lumMod val="85000"/>
              <a:lumOff val="15000"/>
            </a:schemeClr>
          </a:solidFill>
          <a:ln>
            <a:noFill/>
          </a:ln>
          <a:effectLst/>
        </p:spPr>
        <p:txBody>
          <a:bodyPr wrap="none" rtlCol="0" anchor="ctr"/>
          <a:lstStyle/>
          <a:p>
            <a:pPr algn="ctr"/>
            <a:endParaRPr lang="en-US" sz="2400">
              <a:solidFill>
                <a:schemeClr val="bg1"/>
              </a:solidFill>
              <a:latin typeface="Calibri Light" panose="020F0302020204030204" pitchFamily="34" charset="0"/>
              <a:ea typeface="Human Sans ExtraLight" charset="0"/>
              <a:cs typeface="Human Sans ExtraLight" charset="0"/>
            </a:endParaRPr>
          </a:p>
        </p:txBody>
      </p:sp>
      <p:sp>
        <p:nvSpPr>
          <p:cNvPr id="11" name="Title 1"/>
          <p:cNvSpPr>
            <a:spLocks noGrp="1"/>
          </p:cNvSpPr>
          <p:nvPr>
            <p:ph type="title"/>
          </p:nvPr>
        </p:nvSpPr>
        <p:spPr>
          <a:xfrm>
            <a:off x="4303841" y="1600200"/>
            <a:ext cx="4797425" cy="338554"/>
          </a:xfrm>
        </p:spPr>
        <p:txBody>
          <a:bodyPr>
            <a:spAutoFit/>
          </a:bodyPr>
          <a:lstStyle>
            <a:lvl1pPr>
              <a:defRPr b="1">
                <a:solidFill>
                  <a:schemeClr val="bg1"/>
                </a:solidFill>
                <a:latin typeface="+mn-lt"/>
              </a:defRPr>
            </a:lvl1pPr>
          </a:lstStyle>
          <a:p>
            <a:r>
              <a:rPr lang="en-US"/>
              <a:t>Click to edit Master title style</a:t>
            </a:r>
          </a:p>
        </p:txBody>
      </p:sp>
      <p:sp>
        <p:nvSpPr>
          <p:cNvPr id="10" name="Text Placeholder 2">
            <a:extLst>
              <a:ext uri="{FF2B5EF4-FFF2-40B4-BE49-F238E27FC236}">
                <a16:creationId xmlns:a16="http://schemas.microsoft.com/office/drawing/2014/main" id="{DCFE7496-2B11-468F-A424-81EF7552D417}"/>
              </a:ext>
            </a:extLst>
          </p:cNvPr>
          <p:cNvSpPr>
            <a:spLocks noGrp="1"/>
          </p:cNvSpPr>
          <p:nvPr>
            <p:ph type="body" sz="quarter" idx="17" hasCustomPrompt="1"/>
          </p:nvPr>
        </p:nvSpPr>
        <p:spPr>
          <a:xfrm>
            <a:off x="4316414" y="2286000"/>
            <a:ext cx="4784852" cy="3657600"/>
          </a:xfrm>
          <a:prstGeom prst="rect">
            <a:avLst/>
          </a:prstGeom>
        </p:spPr>
        <p:txBody>
          <a:bodyPr/>
          <a:lstStyle>
            <a:lvl1pPr>
              <a:defRPr sz="1600">
                <a:solidFill>
                  <a:schemeClr val="bg1"/>
                </a:solidFill>
                <a:latin typeface="+mn-lt"/>
                <a:cs typeface="Calibri Light" panose="020F0302020204030204" pitchFamily="34" charset="0"/>
              </a:defRPr>
            </a:lvl1pPr>
            <a:lvl2pPr>
              <a:buNone/>
              <a:defRPr/>
            </a:lvl2pPr>
            <a:lvl3pPr>
              <a:buNone/>
              <a:defRPr/>
            </a:lvl3pPr>
          </a:lstStyle>
          <a:p>
            <a:pPr lvl="0"/>
            <a:r>
              <a:rPr lang="en-US"/>
              <a:t>Lorem Ipsum is simply dummy text of the printing and typesetting industry. Lorem Ipsum has been the industry's standard dummy text ever since the 1500s, when an unknown printer took a galley of type and scrambled it to make a type specimen book. It has survived not only five centuries, but also the leap into electronic typesetting, remaining essentially unchanged. It was popularised in the 1960s with the release of Letraset sheets containing Lorem Ipsum passages, and more recently with desktop publishing software like Aldus PageMaker including versions of Lorem Ipsum.</a:t>
            </a:r>
          </a:p>
        </p:txBody>
      </p:sp>
      <p:pic>
        <p:nvPicPr>
          <p:cNvPr id="4" name="Graphic 3">
            <a:extLst>
              <a:ext uri="{FF2B5EF4-FFF2-40B4-BE49-F238E27FC236}">
                <a16:creationId xmlns:a16="http://schemas.microsoft.com/office/drawing/2014/main" id="{C4F314DE-C7E3-7237-4318-0407E44F5726}"/>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57201" y="6438901"/>
            <a:ext cx="540540" cy="190499"/>
          </a:xfrm>
          <a:prstGeom prst="rect">
            <a:avLst/>
          </a:prstGeom>
        </p:spPr>
      </p:pic>
      <p:sp>
        <p:nvSpPr>
          <p:cNvPr id="5" name="TextBox 4">
            <a:extLst>
              <a:ext uri="{FF2B5EF4-FFF2-40B4-BE49-F238E27FC236}">
                <a16:creationId xmlns:a16="http://schemas.microsoft.com/office/drawing/2014/main" id="{9A5B1A98-E850-C3DE-38BF-EFAE0A2DC98C}"/>
              </a:ext>
            </a:extLst>
          </p:cNvPr>
          <p:cNvSpPr txBox="1"/>
          <p:nvPr userDrawn="1"/>
        </p:nvSpPr>
        <p:spPr>
          <a:xfrm>
            <a:off x="10048875" y="6406590"/>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bg1"/>
                </a:solidFill>
              </a:rPr>
              <a:t>EPAM Proprietary &amp; Confidential.</a:t>
            </a:r>
          </a:p>
        </p:txBody>
      </p:sp>
      <p:sp>
        <p:nvSpPr>
          <p:cNvPr id="6" name="Text Placeholder 3">
            <a:extLst>
              <a:ext uri="{FF2B5EF4-FFF2-40B4-BE49-F238E27FC236}">
                <a16:creationId xmlns:a16="http://schemas.microsoft.com/office/drawing/2014/main" id="{6E6FC5F8-7CE5-D29D-2CCA-C5715CDD43BD}"/>
              </a:ext>
            </a:extLst>
          </p:cNvPr>
          <p:cNvSpPr txBox="1"/>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smtClean="0">
                <a:solidFill>
                  <a:schemeClr val="bg1"/>
                </a:solidFill>
              </a:rPr>
              <a:pPr lvl="0"/>
              <a:t>‹#›</a:t>
            </a:fld>
            <a:endParaRPr lang="en-US" sz="1000">
              <a:solidFill>
                <a:schemeClr val="bg1"/>
              </a:solidFill>
            </a:endParaRPr>
          </a:p>
        </p:txBody>
      </p:sp>
    </p:spTree>
    <p:extLst>
      <p:ext uri="{BB962C8B-B14F-4D97-AF65-F5344CB8AC3E}">
        <p14:creationId xmlns:p14="http://schemas.microsoft.com/office/powerpoint/2010/main" val="2513027243"/>
      </p:ext>
    </p:extLst>
  </p:cSld>
  <p:clrMapOvr>
    <a:masterClrMapping/>
  </p:clrMapOvr>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Case Study-Mock Up Lef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63D721A-127A-4DBE-B738-ABA4893319BC}"/>
              </a:ext>
            </a:extLst>
          </p:cNvPr>
          <p:cNvSpPr/>
          <p:nvPr userDrawn="1"/>
        </p:nvSpPr>
        <p:spPr bwMode="auto">
          <a:xfrm>
            <a:off x="0" y="0"/>
            <a:ext cx="7180263" cy="6858000"/>
          </a:xfrm>
          <a:prstGeom prst="rect">
            <a:avLst/>
          </a:prstGeom>
          <a:solidFill>
            <a:schemeClr val="bg1">
              <a:lumMod val="95000"/>
            </a:schemeClr>
          </a:solidFill>
          <a:ln>
            <a:noFill/>
          </a:ln>
          <a:effectLst/>
        </p:spPr>
        <p:txBody>
          <a:bodyPr wrap="none" rtlCol="0" anchor="ctr"/>
          <a:lstStyle/>
          <a:p>
            <a:pPr algn="ctr"/>
            <a:endParaRPr lang="en-US" sz="2400">
              <a:solidFill>
                <a:schemeClr val="bg1"/>
              </a:solidFill>
              <a:latin typeface="Calibri Light" panose="020F0302020204030204" pitchFamily="34" charset="0"/>
              <a:ea typeface="Human Sans ExtraLight" charset="0"/>
              <a:cs typeface="Human Sans ExtraLight" charset="0"/>
            </a:endParaRPr>
          </a:p>
        </p:txBody>
      </p:sp>
      <p:pic>
        <p:nvPicPr>
          <p:cNvPr id="8" name="Graphic 7">
            <a:extLst>
              <a:ext uri="{FF2B5EF4-FFF2-40B4-BE49-F238E27FC236}">
                <a16:creationId xmlns:a16="http://schemas.microsoft.com/office/drawing/2014/main" id="{ECD48285-8885-4D22-8AE4-172AF6114199}"/>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57201" y="6438901"/>
            <a:ext cx="540540" cy="190499"/>
          </a:xfrm>
          <a:prstGeom prst="rect">
            <a:avLst/>
          </a:prstGeom>
        </p:spPr>
      </p:pic>
      <p:sp>
        <p:nvSpPr>
          <p:cNvPr id="3" name="Title 1">
            <a:extLst>
              <a:ext uri="{FF2B5EF4-FFF2-40B4-BE49-F238E27FC236}">
                <a16:creationId xmlns:a16="http://schemas.microsoft.com/office/drawing/2014/main" id="{15F520A7-9AB7-29A3-F6E1-6EDE842DFA3A}"/>
              </a:ext>
            </a:extLst>
          </p:cNvPr>
          <p:cNvSpPr>
            <a:spLocks noGrp="1"/>
          </p:cNvSpPr>
          <p:nvPr>
            <p:ph type="title"/>
          </p:nvPr>
        </p:nvSpPr>
        <p:spPr>
          <a:xfrm>
            <a:off x="457200" y="723900"/>
            <a:ext cx="5530849" cy="457200"/>
          </a:xfrm>
        </p:spPr>
        <p:txBody>
          <a:bodyPr/>
          <a:lstStyle>
            <a:lvl1pPr>
              <a:defRPr b="1">
                <a:solidFill>
                  <a:schemeClr val="tx1"/>
                </a:solidFill>
                <a:latin typeface="+mn-lt"/>
              </a:defRPr>
            </a:lvl1pPr>
          </a:lstStyle>
          <a:p>
            <a:r>
              <a:rPr lang="en-US"/>
              <a:t>Click to edit Master title style</a:t>
            </a:r>
          </a:p>
        </p:txBody>
      </p:sp>
      <p:sp>
        <p:nvSpPr>
          <p:cNvPr id="4" name="Text Placeholder 10">
            <a:extLst>
              <a:ext uri="{FF2B5EF4-FFF2-40B4-BE49-F238E27FC236}">
                <a16:creationId xmlns:a16="http://schemas.microsoft.com/office/drawing/2014/main" id="{B35B6FBE-AD77-73FE-AB75-C5B0A0FF3DDF}"/>
              </a:ext>
            </a:extLst>
          </p:cNvPr>
          <p:cNvSpPr>
            <a:spLocks noGrp="1"/>
          </p:cNvSpPr>
          <p:nvPr>
            <p:ph type="body" sz="quarter" idx="15" hasCustomPrompt="1"/>
          </p:nvPr>
        </p:nvSpPr>
        <p:spPr>
          <a:xfrm>
            <a:off x="457200" y="382447"/>
            <a:ext cx="3611880" cy="225706"/>
          </a:xfrm>
          <a:prstGeom prst="rect">
            <a:avLst/>
          </a:prstGeom>
        </p:spPr>
        <p:txBody>
          <a:bodyPr vert="horz" lIns="0" tIns="0" rIns="0" bIns="0" rtlCol="0">
            <a:noAutofit/>
          </a:bodyPr>
          <a:lstStyle>
            <a:lvl1pPr>
              <a:defRPr lang="en-US" sz="1000" cap="all" spc="300" baseline="0">
                <a:solidFill>
                  <a:schemeClr val="tx1"/>
                </a:solidFill>
                <a:latin typeface="Calibri" panose="020F0502020204030204" pitchFamily="34" charset="0"/>
              </a:defRPr>
            </a:lvl1pPr>
          </a:lstStyle>
          <a:p>
            <a:pPr lvl="0">
              <a:lnSpc>
                <a:spcPct val="100000"/>
              </a:lnSpc>
            </a:pPr>
            <a:r>
              <a:rPr lang="en-US"/>
              <a:t>Click to add section title</a:t>
            </a:r>
          </a:p>
        </p:txBody>
      </p:sp>
    </p:spTree>
    <p:extLst>
      <p:ext uri="{BB962C8B-B14F-4D97-AF65-F5344CB8AC3E}">
        <p14:creationId xmlns:p14="http://schemas.microsoft.com/office/powerpoint/2010/main" val="3045546767"/>
      </p:ext>
    </p:extLst>
  </p:cSld>
  <p:clrMapOvr>
    <a:masterClrMapping/>
  </p:clrMapOvr>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Case Study-Mock Up Left-Dark">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C69C4A8F-5B1E-7B0E-CAF7-B9F33D92C844}"/>
              </a:ext>
            </a:extLst>
          </p:cNvPr>
          <p:cNvSpPr/>
          <p:nvPr userDrawn="1"/>
        </p:nvSpPr>
        <p:spPr bwMode="auto">
          <a:xfrm>
            <a:off x="0" y="0"/>
            <a:ext cx="12192000" cy="6858000"/>
          </a:xfrm>
          <a:prstGeom prst="rect">
            <a:avLst/>
          </a:prstGeom>
          <a:solidFill>
            <a:schemeClr val="tx1"/>
          </a:solidFill>
          <a:ln>
            <a:noFill/>
          </a:ln>
          <a:effectLst/>
        </p:spPr>
        <p:txBody>
          <a:bodyPr wrap="none" rtlCol="0" anchor="ctr"/>
          <a:lstStyle/>
          <a:p>
            <a:pPr algn="ctr"/>
            <a:endParaRPr lang="en-US" sz="2400">
              <a:solidFill>
                <a:schemeClr val="bg1"/>
              </a:solidFill>
              <a:latin typeface="Calibri Light" panose="020F0302020204030204" pitchFamily="34" charset="0"/>
              <a:ea typeface="Human Sans ExtraLight" charset="0"/>
              <a:cs typeface="Human Sans ExtraLight" charset="0"/>
            </a:endParaRPr>
          </a:p>
        </p:txBody>
      </p:sp>
      <p:sp>
        <p:nvSpPr>
          <p:cNvPr id="2" name="Rectangle 1">
            <a:extLst>
              <a:ext uri="{FF2B5EF4-FFF2-40B4-BE49-F238E27FC236}">
                <a16:creationId xmlns:a16="http://schemas.microsoft.com/office/drawing/2014/main" id="{263D721A-127A-4DBE-B738-ABA4893319BC}"/>
              </a:ext>
            </a:extLst>
          </p:cNvPr>
          <p:cNvSpPr/>
          <p:nvPr userDrawn="1"/>
        </p:nvSpPr>
        <p:spPr bwMode="auto">
          <a:xfrm>
            <a:off x="0" y="0"/>
            <a:ext cx="7180263" cy="6858000"/>
          </a:xfrm>
          <a:prstGeom prst="rect">
            <a:avLst/>
          </a:prstGeom>
          <a:solidFill>
            <a:schemeClr val="tx1">
              <a:lumMod val="85000"/>
              <a:lumOff val="15000"/>
            </a:schemeClr>
          </a:solidFill>
          <a:ln>
            <a:noFill/>
          </a:ln>
          <a:effectLst/>
        </p:spPr>
        <p:txBody>
          <a:bodyPr wrap="none" rtlCol="0" anchor="ctr"/>
          <a:lstStyle/>
          <a:p>
            <a:pPr algn="ctr"/>
            <a:endParaRPr lang="en-US" sz="2400">
              <a:solidFill>
                <a:schemeClr val="bg1"/>
              </a:solidFill>
              <a:latin typeface="Calibri Light" panose="020F0302020204030204" pitchFamily="34" charset="0"/>
              <a:ea typeface="Human Sans ExtraLight" charset="0"/>
              <a:cs typeface="Human Sans ExtraLight" charset="0"/>
            </a:endParaRPr>
          </a:p>
        </p:txBody>
      </p:sp>
      <p:sp>
        <p:nvSpPr>
          <p:cNvPr id="3" name="Title 1">
            <a:extLst>
              <a:ext uri="{FF2B5EF4-FFF2-40B4-BE49-F238E27FC236}">
                <a16:creationId xmlns:a16="http://schemas.microsoft.com/office/drawing/2014/main" id="{15F520A7-9AB7-29A3-F6E1-6EDE842DFA3A}"/>
              </a:ext>
            </a:extLst>
          </p:cNvPr>
          <p:cNvSpPr>
            <a:spLocks noGrp="1"/>
          </p:cNvSpPr>
          <p:nvPr>
            <p:ph type="title"/>
          </p:nvPr>
        </p:nvSpPr>
        <p:spPr>
          <a:xfrm>
            <a:off x="457200" y="723900"/>
            <a:ext cx="5530849" cy="457200"/>
          </a:xfrm>
        </p:spPr>
        <p:txBody>
          <a:bodyPr/>
          <a:lstStyle>
            <a:lvl1pPr>
              <a:defRPr b="1">
                <a:solidFill>
                  <a:schemeClr val="bg1"/>
                </a:solidFill>
                <a:latin typeface="+mn-lt"/>
              </a:defRPr>
            </a:lvl1pPr>
          </a:lstStyle>
          <a:p>
            <a:r>
              <a:rPr lang="en-US"/>
              <a:t>Click to edit Master title style</a:t>
            </a:r>
          </a:p>
        </p:txBody>
      </p:sp>
      <p:sp>
        <p:nvSpPr>
          <p:cNvPr id="4" name="Text Placeholder 10">
            <a:extLst>
              <a:ext uri="{FF2B5EF4-FFF2-40B4-BE49-F238E27FC236}">
                <a16:creationId xmlns:a16="http://schemas.microsoft.com/office/drawing/2014/main" id="{B35B6FBE-AD77-73FE-AB75-C5B0A0FF3DDF}"/>
              </a:ext>
            </a:extLst>
          </p:cNvPr>
          <p:cNvSpPr>
            <a:spLocks noGrp="1"/>
          </p:cNvSpPr>
          <p:nvPr>
            <p:ph type="body" sz="quarter" idx="15" hasCustomPrompt="1"/>
          </p:nvPr>
        </p:nvSpPr>
        <p:spPr>
          <a:xfrm>
            <a:off x="457200" y="382447"/>
            <a:ext cx="3611880" cy="225706"/>
          </a:xfrm>
          <a:prstGeom prst="rect">
            <a:avLst/>
          </a:prstGeom>
        </p:spPr>
        <p:txBody>
          <a:bodyPr vert="horz" lIns="0" tIns="0" rIns="0" bIns="0" rtlCol="0">
            <a:noAutofit/>
          </a:bodyPr>
          <a:lstStyle>
            <a:lvl1pPr>
              <a:defRPr lang="en-US" sz="1000" cap="all" spc="300" baseline="0">
                <a:solidFill>
                  <a:schemeClr val="bg1"/>
                </a:solidFill>
                <a:latin typeface="Calibri" panose="020F0502020204030204" pitchFamily="34" charset="0"/>
              </a:defRPr>
            </a:lvl1pPr>
          </a:lstStyle>
          <a:p>
            <a:pPr lvl="0">
              <a:lnSpc>
                <a:spcPct val="100000"/>
              </a:lnSpc>
            </a:pPr>
            <a:r>
              <a:rPr lang="en-US"/>
              <a:t>Click to add section title</a:t>
            </a:r>
          </a:p>
        </p:txBody>
      </p:sp>
      <p:pic>
        <p:nvPicPr>
          <p:cNvPr id="6" name="Graphic 5">
            <a:extLst>
              <a:ext uri="{FF2B5EF4-FFF2-40B4-BE49-F238E27FC236}">
                <a16:creationId xmlns:a16="http://schemas.microsoft.com/office/drawing/2014/main" id="{1D6F42AB-F517-759C-A3C4-63443ED771DD}"/>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57201" y="6438901"/>
            <a:ext cx="540540" cy="190499"/>
          </a:xfrm>
          <a:prstGeom prst="rect">
            <a:avLst/>
          </a:prstGeom>
        </p:spPr>
      </p:pic>
      <p:sp>
        <p:nvSpPr>
          <p:cNvPr id="7" name="TextBox 6">
            <a:extLst>
              <a:ext uri="{FF2B5EF4-FFF2-40B4-BE49-F238E27FC236}">
                <a16:creationId xmlns:a16="http://schemas.microsoft.com/office/drawing/2014/main" id="{714E9D77-5CF8-5131-6018-48DF58117ECE}"/>
              </a:ext>
            </a:extLst>
          </p:cNvPr>
          <p:cNvSpPr txBox="1"/>
          <p:nvPr userDrawn="1"/>
        </p:nvSpPr>
        <p:spPr>
          <a:xfrm>
            <a:off x="10048875" y="6406590"/>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bg1"/>
                </a:solidFill>
              </a:rPr>
              <a:t>EPAM Proprietary &amp; Confidential.</a:t>
            </a:r>
          </a:p>
        </p:txBody>
      </p:sp>
      <p:sp>
        <p:nvSpPr>
          <p:cNvPr id="9" name="Text Placeholder 3">
            <a:extLst>
              <a:ext uri="{FF2B5EF4-FFF2-40B4-BE49-F238E27FC236}">
                <a16:creationId xmlns:a16="http://schemas.microsoft.com/office/drawing/2014/main" id="{334280A7-4796-759A-6B00-0444E865A6A0}"/>
              </a:ext>
            </a:extLst>
          </p:cNvPr>
          <p:cNvSpPr txBox="1"/>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smtClean="0">
                <a:solidFill>
                  <a:schemeClr val="bg1"/>
                </a:solidFill>
              </a:rPr>
              <a:pPr lvl="0"/>
              <a:t>‹#›</a:t>
            </a:fld>
            <a:endParaRPr lang="en-US" sz="1000">
              <a:solidFill>
                <a:schemeClr val="bg1"/>
              </a:solidFill>
            </a:endParaRPr>
          </a:p>
        </p:txBody>
      </p:sp>
    </p:spTree>
    <p:extLst>
      <p:ext uri="{BB962C8B-B14F-4D97-AF65-F5344CB8AC3E}">
        <p14:creationId xmlns:p14="http://schemas.microsoft.com/office/powerpoint/2010/main" val="1223425526"/>
      </p:ext>
    </p:extLst>
  </p:cSld>
  <p:clrMapOvr>
    <a:masterClrMapping/>
  </p:clrMapOvr>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Case Study-Mock Up Left Blac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63D721A-127A-4DBE-B738-ABA4893319BC}"/>
              </a:ext>
            </a:extLst>
          </p:cNvPr>
          <p:cNvSpPr/>
          <p:nvPr userDrawn="1"/>
        </p:nvSpPr>
        <p:spPr bwMode="auto">
          <a:xfrm>
            <a:off x="0" y="0"/>
            <a:ext cx="7180263" cy="6858000"/>
          </a:xfrm>
          <a:prstGeom prst="rect">
            <a:avLst/>
          </a:prstGeom>
          <a:solidFill>
            <a:schemeClr val="tx1"/>
          </a:solidFill>
          <a:ln>
            <a:noFill/>
          </a:ln>
          <a:effectLst/>
        </p:spPr>
        <p:txBody>
          <a:bodyPr wrap="none" rtlCol="0" anchor="ctr"/>
          <a:lstStyle/>
          <a:p>
            <a:pPr algn="ctr"/>
            <a:endParaRPr lang="en-US" sz="2400">
              <a:solidFill>
                <a:schemeClr val="bg1"/>
              </a:solidFill>
              <a:latin typeface="Calibri Light" panose="020F0302020204030204" pitchFamily="34" charset="0"/>
              <a:ea typeface="Human Sans ExtraLight" charset="0"/>
              <a:cs typeface="Human Sans ExtraLight" charset="0"/>
            </a:endParaRPr>
          </a:p>
        </p:txBody>
      </p:sp>
      <p:pic>
        <p:nvPicPr>
          <p:cNvPr id="4" name="Graphic 3">
            <a:extLst>
              <a:ext uri="{FF2B5EF4-FFF2-40B4-BE49-F238E27FC236}">
                <a16:creationId xmlns:a16="http://schemas.microsoft.com/office/drawing/2014/main" id="{FF61EEF5-D25E-43F9-9DE7-B0D48CE58D19}"/>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57201" y="6438901"/>
            <a:ext cx="540540" cy="190499"/>
          </a:xfrm>
          <a:prstGeom prst="rect">
            <a:avLst/>
          </a:prstGeom>
        </p:spPr>
      </p:pic>
      <p:sp>
        <p:nvSpPr>
          <p:cNvPr id="3" name="Title 1">
            <a:extLst>
              <a:ext uri="{FF2B5EF4-FFF2-40B4-BE49-F238E27FC236}">
                <a16:creationId xmlns:a16="http://schemas.microsoft.com/office/drawing/2014/main" id="{C700771F-7FE8-2510-0C0E-734572A38145}"/>
              </a:ext>
            </a:extLst>
          </p:cNvPr>
          <p:cNvSpPr>
            <a:spLocks noGrp="1"/>
          </p:cNvSpPr>
          <p:nvPr>
            <p:ph type="title"/>
          </p:nvPr>
        </p:nvSpPr>
        <p:spPr>
          <a:xfrm>
            <a:off x="457200" y="723900"/>
            <a:ext cx="5764213" cy="457200"/>
          </a:xfrm>
        </p:spPr>
        <p:txBody>
          <a:bodyPr/>
          <a:lstStyle>
            <a:lvl1pPr>
              <a:defRPr b="1">
                <a:solidFill>
                  <a:schemeClr val="bg1"/>
                </a:solidFill>
                <a:latin typeface="+mn-lt"/>
              </a:defRPr>
            </a:lvl1pPr>
          </a:lstStyle>
          <a:p>
            <a:r>
              <a:rPr lang="en-US"/>
              <a:t>Click to edit Master title style</a:t>
            </a:r>
          </a:p>
        </p:txBody>
      </p:sp>
      <p:sp>
        <p:nvSpPr>
          <p:cNvPr id="5" name="Text Placeholder 10">
            <a:extLst>
              <a:ext uri="{FF2B5EF4-FFF2-40B4-BE49-F238E27FC236}">
                <a16:creationId xmlns:a16="http://schemas.microsoft.com/office/drawing/2014/main" id="{E1513A24-C9FD-06A1-1015-D9656D68B888}"/>
              </a:ext>
            </a:extLst>
          </p:cNvPr>
          <p:cNvSpPr>
            <a:spLocks noGrp="1"/>
          </p:cNvSpPr>
          <p:nvPr>
            <p:ph type="body" sz="quarter" idx="15" hasCustomPrompt="1"/>
          </p:nvPr>
        </p:nvSpPr>
        <p:spPr>
          <a:xfrm>
            <a:off x="457200" y="382446"/>
            <a:ext cx="5764213" cy="255227"/>
          </a:xfrm>
          <a:prstGeom prst="rect">
            <a:avLst/>
          </a:prstGeom>
        </p:spPr>
        <p:txBody>
          <a:bodyPr vert="horz" lIns="0" tIns="0" rIns="0" bIns="0" rtlCol="0">
            <a:noAutofit/>
          </a:bodyPr>
          <a:lstStyle>
            <a:lvl1pPr>
              <a:defRPr lang="en-US" sz="1000" cap="all" spc="300" baseline="0">
                <a:solidFill>
                  <a:schemeClr val="bg1"/>
                </a:solidFill>
                <a:latin typeface="Calibri" panose="020F0502020204030204" pitchFamily="34" charset="0"/>
              </a:defRPr>
            </a:lvl1pPr>
          </a:lstStyle>
          <a:p>
            <a:pPr lvl="0">
              <a:lnSpc>
                <a:spcPct val="100000"/>
              </a:lnSpc>
            </a:pPr>
            <a:r>
              <a:rPr lang="en-US"/>
              <a:t>Click to add section title</a:t>
            </a:r>
          </a:p>
        </p:txBody>
      </p:sp>
    </p:spTree>
    <p:extLst>
      <p:ext uri="{BB962C8B-B14F-4D97-AF65-F5344CB8AC3E}">
        <p14:creationId xmlns:p14="http://schemas.microsoft.com/office/powerpoint/2010/main" val="2322134318"/>
      </p:ext>
    </p:extLst>
  </p:cSld>
  <p:clrMapOvr>
    <a:masterClrMapping/>
  </p:clrMapOvr>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Case Study-Mock Up Blac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63D721A-127A-4DBE-B738-ABA4893319BC}"/>
              </a:ext>
            </a:extLst>
          </p:cNvPr>
          <p:cNvSpPr/>
          <p:nvPr userDrawn="1"/>
        </p:nvSpPr>
        <p:spPr bwMode="auto">
          <a:xfrm>
            <a:off x="0" y="0"/>
            <a:ext cx="2378075" cy="6858000"/>
          </a:xfrm>
          <a:prstGeom prst="rect">
            <a:avLst/>
          </a:prstGeom>
          <a:solidFill>
            <a:schemeClr val="tx1"/>
          </a:solidFill>
          <a:ln>
            <a:noFill/>
          </a:ln>
          <a:effectLst/>
        </p:spPr>
        <p:txBody>
          <a:bodyPr wrap="none" rtlCol="0" anchor="ctr"/>
          <a:lstStyle/>
          <a:p>
            <a:pPr algn="ctr"/>
            <a:endParaRPr lang="en-US" sz="2400">
              <a:solidFill>
                <a:schemeClr val="bg1"/>
              </a:solidFill>
              <a:latin typeface="Calibri Light" panose="020F0302020204030204" pitchFamily="34" charset="0"/>
              <a:ea typeface="Human Sans ExtraLight" charset="0"/>
              <a:cs typeface="Human Sans ExtraLight" charset="0"/>
            </a:endParaRPr>
          </a:p>
        </p:txBody>
      </p:sp>
      <p:sp>
        <p:nvSpPr>
          <p:cNvPr id="11" name="Title 1"/>
          <p:cNvSpPr>
            <a:spLocks noGrp="1"/>
          </p:cNvSpPr>
          <p:nvPr>
            <p:ph type="title"/>
          </p:nvPr>
        </p:nvSpPr>
        <p:spPr>
          <a:xfrm>
            <a:off x="4303841" y="1600200"/>
            <a:ext cx="4797425" cy="338554"/>
          </a:xfrm>
        </p:spPr>
        <p:txBody>
          <a:bodyPr>
            <a:spAutoFit/>
          </a:bodyPr>
          <a:lstStyle>
            <a:lvl1pPr>
              <a:defRPr b="1">
                <a:solidFill>
                  <a:schemeClr val="tx1"/>
                </a:solidFill>
                <a:latin typeface="+mn-lt"/>
              </a:defRPr>
            </a:lvl1pPr>
          </a:lstStyle>
          <a:p>
            <a:r>
              <a:rPr lang="en-US"/>
              <a:t>Click to edit Master title style</a:t>
            </a:r>
          </a:p>
        </p:txBody>
      </p:sp>
      <p:sp>
        <p:nvSpPr>
          <p:cNvPr id="10" name="Text Placeholder 2">
            <a:extLst>
              <a:ext uri="{FF2B5EF4-FFF2-40B4-BE49-F238E27FC236}">
                <a16:creationId xmlns:a16="http://schemas.microsoft.com/office/drawing/2014/main" id="{DCFE7496-2B11-468F-A424-81EF7552D417}"/>
              </a:ext>
            </a:extLst>
          </p:cNvPr>
          <p:cNvSpPr>
            <a:spLocks noGrp="1"/>
          </p:cNvSpPr>
          <p:nvPr>
            <p:ph type="body" sz="quarter" idx="17" hasCustomPrompt="1"/>
          </p:nvPr>
        </p:nvSpPr>
        <p:spPr>
          <a:xfrm>
            <a:off x="4316414" y="2286000"/>
            <a:ext cx="4784852" cy="3657600"/>
          </a:xfrm>
          <a:prstGeom prst="rect">
            <a:avLst/>
          </a:prstGeom>
        </p:spPr>
        <p:txBody>
          <a:bodyPr/>
          <a:lstStyle>
            <a:lvl1pPr>
              <a:defRPr sz="1600">
                <a:solidFill>
                  <a:schemeClr val="tx1"/>
                </a:solidFill>
                <a:latin typeface="+mn-lt"/>
                <a:cs typeface="Calibri Light" panose="020F0302020204030204" pitchFamily="34" charset="0"/>
              </a:defRPr>
            </a:lvl1pPr>
            <a:lvl2pPr>
              <a:buNone/>
              <a:defRPr/>
            </a:lvl2pPr>
            <a:lvl3pPr>
              <a:buNone/>
              <a:defRPr/>
            </a:lvl3pPr>
          </a:lstStyle>
          <a:p>
            <a:pPr lvl="0"/>
            <a:r>
              <a:rPr lang="en-US"/>
              <a:t>Lorem Ipsum is simply dummy text of the printing and typesetting industry. Lorem Ipsum has been the industry's standard dummy text ever since the 1500s, when an unknown printer took a galley of type and scrambled it to make a type specimen book. It has survived not only five centuries, but also the leap into electronic typesetting, remaining essentially unchanged. It was popularised in the 1960s with the release of Letraset sheets containing Lorem Ipsum passages, and more recently with desktop publishing software like Aldus PageMaker including versions of Lorem Ipsum.</a:t>
            </a:r>
          </a:p>
        </p:txBody>
      </p:sp>
      <p:pic>
        <p:nvPicPr>
          <p:cNvPr id="12" name="Graphic 11">
            <a:extLst>
              <a:ext uri="{FF2B5EF4-FFF2-40B4-BE49-F238E27FC236}">
                <a16:creationId xmlns:a16="http://schemas.microsoft.com/office/drawing/2014/main" id="{E5D96D1E-C1BD-6F40-A978-D03F53CD4A47}"/>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57201" y="6438901"/>
            <a:ext cx="540540" cy="190499"/>
          </a:xfrm>
          <a:prstGeom prst="rect">
            <a:avLst/>
          </a:prstGeom>
        </p:spPr>
      </p:pic>
    </p:spTree>
    <p:extLst>
      <p:ext uri="{BB962C8B-B14F-4D97-AF65-F5344CB8AC3E}">
        <p14:creationId xmlns:p14="http://schemas.microsoft.com/office/powerpoint/2010/main" val="1925468361"/>
      </p:ext>
    </p:extLst>
  </p:cSld>
  <p:clrMapOvr>
    <a:masterClrMapping/>
  </p:clrMapOvr>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Narrow">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B17DFB89-A9BD-47AC-B57A-7869039229B5}"/>
              </a:ext>
            </a:extLst>
          </p:cNvPr>
          <p:cNvSpPr/>
          <p:nvPr userDrawn="1"/>
        </p:nvSpPr>
        <p:spPr bwMode="auto">
          <a:xfrm>
            <a:off x="-34032" y="0"/>
            <a:ext cx="3142357" cy="6858000"/>
          </a:xfrm>
          <a:prstGeom prst="rect">
            <a:avLst/>
          </a:prstGeom>
          <a:solidFill>
            <a:schemeClr val="tx1"/>
          </a:solidFill>
          <a:ln>
            <a:noFill/>
          </a:ln>
          <a:effectLst/>
        </p:spPr>
        <p:txBody>
          <a:bodyPr wrap="none" rtlCol="0" anchor="ctr"/>
          <a:lstStyle/>
          <a:p>
            <a:pPr algn="ctr"/>
            <a:endParaRPr lang="en-US" sz="2400">
              <a:solidFill>
                <a:schemeClr val="bg1"/>
              </a:solidFill>
              <a:latin typeface="Calibri Light" panose="020F0302020204030204" pitchFamily="34" charset="0"/>
              <a:ea typeface="Human Sans ExtraLight" charset="0"/>
              <a:cs typeface="Human Sans ExtraLight" charset="0"/>
            </a:endParaRPr>
          </a:p>
        </p:txBody>
      </p:sp>
      <p:pic>
        <p:nvPicPr>
          <p:cNvPr id="8" name="Graphic 7">
            <a:extLst>
              <a:ext uri="{FF2B5EF4-FFF2-40B4-BE49-F238E27FC236}">
                <a16:creationId xmlns:a16="http://schemas.microsoft.com/office/drawing/2014/main" id="{EE036E7A-2B84-45D1-985C-C2AD71420C46}"/>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57201" y="6438901"/>
            <a:ext cx="540540" cy="190499"/>
          </a:xfrm>
          <a:prstGeom prst="rect">
            <a:avLst/>
          </a:prstGeom>
        </p:spPr>
      </p:pic>
      <p:sp>
        <p:nvSpPr>
          <p:cNvPr id="7" name="Picture Placeholder 2">
            <a:extLst>
              <a:ext uri="{FF2B5EF4-FFF2-40B4-BE49-F238E27FC236}">
                <a16:creationId xmlns:a16="http://schemas.microsoft.com/office/drawing/2014/main" id="{CE8FAB7B-4710-4747-B680-F6B4F0097B29}"/>
              </a:ext>
            </a:extLst>
          </p:cNvPr>
          <p:cNvSpPr>
            <a:spLocks noGrp="1"/>
          </p:cNvSpPr>
          <p:nvPr>
            <p:ph type="pic" sz="quarter" idx="16"/>
          </p:nvPr>
        </p:nvSpPr>
        <p:spPr>
          <a:xfrm>
            <a:off x="3108325" y="0"/>
            <a:ext cx="9083675" cy="6858000"/>
          </a:xfrm>
          <a:prstGeom prst="rect">
            <a:avLst/>
          </a:prstGeom>
        </p:spPr>
        <p:txBody>
          <a:bodyPr/>
          <a:lstStyle/>
          <a:p>
            <a:r>
              <a:rPr lang="en-US"/>
              <a:t>Click icon to add picture</a:t>
            </a:r>
          </a:p>
        </p:txBody>
      </p:sp>
      <p:sp>
        <p:nvSpPr>
          <p:cNvPr id="2" name="Title 1">
            <a:extLst>
              <a:ext uri="{FF2B5EF4-FFF2-40B4-BE49-F238E27FC236}">
                <a16:creationId xmlns:a16="http://schemas.microsoft.com/office/drawing/2014/main" id="{2C54523F-EFD3-EDB0-4AF0-FB2421CCFFF3}"/>
              </a:ext>
            </a:extLst>
          </p:cNvPr>
          <p:cNvSpPr>
            <a:spLocks noGrp="1"/>
          </p:cNvSpPr>
          <p:nvPr>
            <p:ph type="title"/>
          </p:nvPr>
        </p:nvSpPr>
        <p:spPr>
          <a:xfrm>
            <a:off x="457200" y="723900"/>
            <a:ext cx="2586789" cy="457200"/>
          </a:xfrm>
        </p:spPr>
        <p:txBody>
          <a:bodyPr/>
          <a:lstStyle>
            <a:lvl1pPr>
              <a:defRPr b="1">
                <a:solidFill>
                  <a:schemeClr val="bg1"/>
                </a:solidFill>
                <a:latin typeface="+mn-lt"/>
              </a:defRPr>
            </a:lvl1pPr>
          </a:lstStyle>
          <a:p>
            <a:r>
              <a:rPr lang="en-US"/>
              <a:t>Click to edit Master title style</a:t>
            </a:r>
          </a:p>
        </p:txBody>
      </p:sp>
      <p:sp>
        <p:nvSpPr>
          <p:cNvPr id="3" name="Text Placeholder 10">
            <a:extLst>
              <a:ext uri="{FF2B5EF4-FFF2-40B4-BE49-F238E27FC236}">
                <a16:creationId xmlns:a16="http://schemas.microsoft.com/office/drawing/2014/main" id="{7DB8D92B-BDD7-86B1-A31A-C3740736BA65}"/>
              </a:ext>
            </a:extLst>
          </p:cNvPr>
          <p:cNvSpPr>
            <a:spLocks noGrp="1"/>
          </p:cNvSpPr>
          <p:nvPr>
            <p:ph type="body" sz="quarter" idx="15" hasCustomPrompt="1"/>
          </p:nvPr>
        </p:nvSpPr>
        <p:spPr>
          <a:xfrm>
            <a:off x="457200" y="382446"/>
            <a:ext cx="2586789" cy="255227"/>
          </a:xfrm>
          <a:prstGeom prst="rect">
            <a:avLst/>
          </a:prstGeom>
        </p:spPr>
        <p:txBody>
          <a:bodyPr vert="horz" lIns="0" tIns="0" rIns="0" bIns="0" rtlCol="0">
            <a:noAutofit/>
          </a:bodyPr>
          <a:lstStyle>
            <a:lvl1pPr>
              <a:defRPr lang="en-US" sz="1000" cap="all" spc="300" baseline="0">
                <a:solidFill>
                  <a:schemeClr val="bg1"/>
                </a:solidFill>
                <a:latin typeface="Calibri" panose="020F0502020204030204" pitchFamily="34" charset="0"/>
              </a:defRPr>
            </a:lvl1pPr>
          </a:lstStyle>
          <a:p>
            <a:pPr lvl="0">
              <a:lnSpc>
                <a:spcPct val="100000"/>
              </a:lnSpc>
            </a:pPr>
            <a:r>
              <a:rPr lang="en-US"/>
              <a:t>Click to add section title</a:t>
            </a:r>
          </a:p>
        </p:txBody>
      </p:sp>
    </p:spTree>
    <p:extLst>
      <p:ext uri="{BB962C8B-B14F-4D97-AF65-F5344CB8AC3E}">
        <p14:creationId xmlns:p14="http://schemas.microsoft.com/office/powerpoint/2010/main" val="3486557812"/>
      </p:ext>
    </p:extLst>
  </p:cSld>
  <p:clrMapOvr>
    <a:masterClrMapping/>
  </p:clrMapOvr>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Narrow-Ligh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B17DFB89-A9BD-47AC-B57A-7869039229B5}"/>
              </a:ext>
            </a:extLst>
          </p:cNvPr>
          <p:cNvSpPr/>
          <p:nvPr userDrawn="1"/>
        </p:nvSpPr>
        <p:spPr bwMode="auto">
          <a:xfrm>
            <a:off x="-34032" y="0"/>
            <a:ext cx="3142357" cy="6858000"/>
          </a:xfrm>
          <a:prstGeom prst="rect">
            <a:avLst/>
          </a:prstGeom>
          <a:solidFill>
            <a:schemeClr val="bg1">
              <a:lumMod val="95000"/>
            </a:schemeClr>
          </a:solidFill>
          <a:ln>
            <a:noFill/>
          </a:ln>
          <a:effectLst/>
        </p:spPr>
        <p:txBody>
          <a:bodyPr wrap="none" rtlCol="0" anchor="ctr"/>
          <a:lstStyle/>
          <a:p>
            <a:pPr algn="ctr"/>
            <a:endParaRPr lang="en-US" sz="2400">
              <a:solidFill>
                <a:schemeClr val="bg1"/>
              </a:solidFill>
              <a:latin typeface="Calibri Light" panose="020F0302020204030204" pitchFamily="34" charset="0"/>
              <a:ea typeface="Human Sans ExtraLight" charset="0"/>
              <a:cs typeface="Human Sans ExtraLight" charset="0"/>
            </a:endParaRPr>
          </a:p>
        </p:txBody>
      </p:sp>
      <p:sp>
        <p:nvSpPr>
          <p:cNvPr id="7" name="Picture Placeholder 2">
            <a:extLst>
              <a:ext uri="{FF2B5EF4-FFF2-40B4-BE49-F238E27FC236}">
                <a16:creationId xmlns:a16="http://schemas.microsoft.com/office/drawing/2014/main" id="{CE8FAB7B-4710-4747-B680-F6B4F0097B29}"/>
              </a:ext>
            </a:extLst>
          </p:cNvPr>
          <p:cNvSpPr>
            <a:spLocks noGrp="1"/>
          </p:cNvSpPr>
          <p:nvPr>
            <p:ph type="pic" sz="quarter" idx="16"/>
          </p:nvPr>
        </p:nvSpPr>
        <p:spPr>
          <a:xfrm>
            <a:off x="3108325" y="0"/>
            <a:ext cx="9083675" cy="6858000"/>
          </a:xfrm>
          <a:prstGeom prst="rect">
            <a:avLst/>
          </a:prstGeom>
        </p:spPr>
        <p:txBody>
          <a:bodyPr/>
          <a:lstStyle/>
          <a:p>
            <a:r>
              <a:rPr lang="en-US"/>
              <a:t>Click icon to add picture</a:t>
            </a:r>
          </a:p>
        </p:txBody>
      </p:sp>
      <p:sp>
        <p:nvSpPr>
          <p:cNvPr id="2" name="Title 1">
            <a:extLst>
              <a:ext uri="{FF2B5EF4-FFF2-40B4-BE49-F238E27FC236}">
                <a16:creationId xmlns:a16="http://schemas.microsoft.com/office/drawing/2014/main" id="{2C54523F-EFD3-EDB0-4AF0-FB2421CCFFF3}"/>
              </a:ext>
            </a:extLst>
          </p:cNvPr>
          <p:cNvSpPr>
            <a:spLocks noGrp="1"/>
          </p:cNvSpPr>
          <p:nvPr>
            <p:ph type="title"/>
          </p:nvPr>
        </p:nvSpPr>
        <p:spPr>
          <a:xfrm>
            <a:off x="457200" y="723900"/>
            <a:ext cx="2586789" cy="457200"/>
          </a:xfrm>
        </p:spPr>
        <p:txBody>
          <a:bodyPr/>
          <a:lstStyle>
            <a:lvl1pPr>
              <a:defRPr b="1">
                <a:solidFill>
                  <a:schemeClr val="tx1"/>
                </a:solidFill>
                <a:latin typeface="+mn-lt"/>
              </a:defRPr>
            </a:lvl1pPr>
          </a:lstStyle>
          <a:p>
            <a:r>
              <a:rPr lang="en-US"/>
              <a:t>Click to edit Master title style</a:t>
            </a:r>
          </a:p>
        </p:txBody>
      </p:sp>
      <p:sp>
        <p:nvSpPr>
          <p:cNvPr id="3" name="Text Placeholder 10">
            <a:extLst>
              <a:ext uri="{FF2B5EF4-FFF2-40B4-BE49-F238E27FC236}">
                <a16:creationId xmlns:a16="http://schemas.microsoft.com/office/drawing/2014/main" id="{7DB8D92B-BDD7-86B1-A31A-C3740736BA65}"/>
              </a:ext>
            </a:extLst>
          </p:cNvPr>
          <p:cNvSpPr>
            <a:spLocks noGrp="1"/>
          </p:cNvSpPr>
          <p:nvPr>
            <p:ph type="body" sz="quarter" idx="15" hasCustomPrompt="1"/>
          </p:nvPr>
        </p:nvSpPr>
        <p:spPr>
          <a:xfrm>
            <a:off x="457200" y="382446"/>
            <a:ext cx="2586789" cy="255227"/>
          </a:xfrm>
          <a:prstGeom prst="rect">
            <a:avLst/>
          </a:prstGeom>
        </p:spPr>
        <p:txBody>
          <a:bodyPr vert="horz" lIns="0" tIns="0" rIns="0" bIns="0" rtlCol="0">
            <a:noAutofit/>
          </a:bodyPr>
          <a:lstStyle>
            <a:lvl1pPr>
              <a:defRPr lang="en-US" sz="1000" cap="all" spc="300" baseline="0">
                <a:solidFill>
                  <a:schemeClr val="tx1"/>
                </a:solidFill>
                <a:latin typeface="Calibri" panose="020F0502020204030204" pitchFamily="34" charset="0"/>
              </a:defRPr>
            </a:lvl1pPr>
          </a:lstStyle>
          <a:p>
            <a:pPr lvl="0">
              <a:lnSpc>
                <a:spcPct val="100000"/>
              </a:lnSpc>
            </a:pPr>
            <a:r>
              <a:rPr lang="en-US"/>
              <a:t>Click to add section title</a:t>
            </a:r>
          </a:p>
        </p:txBody>
      </p:sp>
      <p:pic>
        <p:nvPicPr>
          <p:cNvPr id="4" name="Graphic 3">
            <a:extLst>
              <a:ext uri="{FF2B5EF4-FFF2-40B4-BE49-F238E27FC236}">
                <a16:creationId xmlns:a16="http://schemas.microsoft.com/office/drawing/2014/main" id="{E104305F-427E-7B08-9801-43AF5256FF76}"/>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57201" y="6438901"/>
            <a:ext cx="540540" cy="190499"/>
          </a:xfrm>
          <a:prstGeom prst="rect">
            <a:avLst/>
          </a:prstGeom>
        </p:spPr>
      </p:pic>
    </p:spTree>
    <p:extLst>
      <p:ext uri="{BB962C8B-B14F-4D97-AF65-F5344CB8AC3E}">
        <p14:creationId xmlns:p14="http://schemas.microsoft.com/office/powerpoint/2010/main" val="1471611161"/>
      </p:ext>
    </p:extLst>
  </p:cSld>
  <p:clrMapOvr>
    <a:masterClrMapping/>
  </p:clrMapOvr>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Narrow-Blac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CB0227B-1090-48E9-B33D-CB9CA73DF05F}"/>
              </a:ext>
            </a:extLst>
          </p:cNvPr>
          <p:cNvSpPr/>
          <p:nvPr userDrawn="1"/>
        </p:nvSpPr>
        <p:spPr bwMode="auto">
          <a:xfrm flipH="1">
            <a:off x="3108325" y="0"/>
            <a:ext cx="9083675" cy="6858000"/>
          </a:xfrm>
          <a:prstGeom prst="rect">
            <a:avLst/>
          </a:prstGeom>
          <a:solidFill>
            <a:schemeClr val="tx1"/>
          </a:solidFill>
          <a:ln>
            <a:noFill/>
          </a:ln>
          <a:effectLst/>
        </p:spPr>
        <p:txBody>
          <a:bodyPr wrap="none" rtlCol="0" anchor="ctr"/>
          <a:lstStyle/>
          <a:p>
            <a:pPr algn="ctr"/>
            <a:endParaRPr lang="en-US" sz="2400">
              <a:solidFill>
                <a:schemeClr val="bg1"/>
              </a:solidFill>
              <a:latin typeface="Calibri Light" panose="020F0302020204030204" pitchFamily="34" charset="0"/>
              <a:ea typeface="Human Sans ExtraLight" charset="0"/>
              <a:cs typeface="Human Sans ExtraLight" charset="0"/>
            </a:endParaRPr>
          </a:p>
        </p:txBody>
      </p:sp>
      <p:sp>
        <p:nvSpPr>
          <p:cNvPr id="3" name="Title 1">
            <a:extLst>
              <a:ext uri="{FF2B5EF4-FFF2-40B4-BE49-F238E27FC236}">
                <a16:creationId xmlns:a16="http://schemas.microsoft.com/office/drawing/2014/main" id="{31C45522-9A1C-E9EB-4D96-B0CFFD2F7212}"/>
              </a:ext>
            </a:extLst>
          </p:cNvPr>
          <p:cNvSpPr>
            <a:spLocks noGrp="1"/>
          </p:cNvSpPr>
          <p:nvPr>
            <p:ph type="title"/>
          </p:nvPr>
        </p:nvSpPr>
        <p:spPr>
          <a:xfrm>
            <a:off x="457201" y="723900"/>
            <a:ext cx="2502567" cy="457200"/>
          </a:xfrm>
        </p:spPr>
        <p:txBody>
          <a:bodyPr/>
          <a:lstStyle>
            <a:lvl1pPr>
              <a:defRPr b="1">
                <a:solidFill>
                  <a:schemeClr val="tx1"/>
                </a:solidFill>
                <a:latin typeface="+mn-lt"/>
              </a:defRPr>
            </a:lvl1pPr>
          </a:lstStyle>
          <a:p>
            <a:r>
              <a:rPr lang="en-US"/>
              <a:t>Click to edit Master title style</a:t>
            </a:r>
          </a:p>
        </p:txBody>
      </p:sp>
      <p:sp>
        <p:nvSpPr>
          <p:cNvPr id="4" name="Text Placeholder 10">
            <a:extLst>
              <a:ext uri="{FF2B5EF4-FFF2-40B4-BE49-F238E27FC236}">
                <a16:creationId xmlns:a16="http://schemas.microsoft.com/office/drawing/2014/main" id="{E2E6E8F6-4D6C-2884-0A7D-72BB39B21D6B}"/>
              </a:ext>
            </a:extLst>
          </p:cNvPr>
          <p:cNvSpPr>
            <a:spLocks noGrp="1"/>
          </p:cNvSpPr>
          <p:nvPr>
            <p:ph type="body" sz="quarter" idx="15" hasCustomPrompt="1"/>
          </p:nvPr>
        </p:nvSpPr>
        <p:spPr>
          <a:xfrm>
            <a:off x="457200" y="382447"/>
            <a:ext cx="2502567" cy="225706"/>
          </a:xfrm>
          <a:prstGeom prst="rect">
            <a:avLst/>
          </a:prstGeom>
        </p:spPr>
        <p:txBody>
          <a:bodyPr vert="horz" lIns="0" tIns="0" rIns="0" bIns="0" rtlCol="0">
            <a:noAutofit/>
          </a:bodyPr>
          <a:lstStyle>
            <a:lvl1pPr>
              <a:defRPr lang="en-US" sz="1000" cap="all" spc="300" baseline="0">
                <a:solidFill>
                  <a:schemeClr val="tx1"/>
                </a:solidFill>
                <a:latin typeface="Calibri" panose="020F0502020204030204" pitchFamily="34" charset="0"/>
              </a:defRPr>
            </a:lvl1pPr>
          </a:lstStyle>
          <a:p>
            <a:pPr lvl="0">
              <a:lnSpc>
                <a:spcPct val="100000"/>
              </a:lnSpc>
            </a:pPr>
            <a:r>
              <a:rPr lang="en-US"/>
              <a:t>Click to add section title</a:t>
            </a:r>
          </a:p>
        </p:txBody>
      </p:sp>
      <p:sp>
        <p:nvSpPr>
          <p:cNvPr id="6" name="TextBox 5">
            <a:extLst>
              <a:ext uri="{FF2B5EF4-FFF2-40B4-BE49-F238E27FC236}">
                <a16:creationId xmlns:a16="http://schemas.microsoft.com/office/drawing/2014/main" id="{A3A07FC1-18DF-2355-0123-10BF2390C02D}"/>
              </a:ext>
            </a:extLst>
          </p:cNvPr>
          <p:cNvSpPr txBox="1"/>
          <p:nvPr userDrawn="1"/>
        </p:nvSpPr>
        <p:spPr>
          <a:xfrm>
            <a:off x="10048875" y="6406590"/>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bg1"/>
                </a:solidFill>
              </a:rPr>
              <a:t>EPAM Proprietary &amp; Confidential.</a:t>
            </a:r>
          </a:p>
        </p:txBody>
      </p:sp>
      <p:sp>
        <p:nvSpPr>
          <p:cNvPr id="7" name="Text Placeholder 3">
            <a:extLst>
              <a:ext uri="{FF2B5EF4-FFF2-40B4-BE49-F238E27FC236}">
                <a16:creationId xmlns:a16="http://schemas.microsoft.com/office/drawing/2014/main" id="{7B024407-B901-7B1F-04F9-932983C670E0}"/>
              </a:ext>
            </a:extLst>
          </p:cNvPr>
          <p:cNvSpPr txBox="1"/>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smtClean="0">
                <a:solidFill>
                  <a:schemeClr val="bg1"/>
                </a:solidFill>
              </a:rPr>
              <a:pPr lvl="0"/>
              <a:t>‹#›</a:t>
            </a:fld>
            <a:endParaRPr lang="en-US" sz="1000">
              <a:solidFill>
                <a:schemeClr val="bg1"/>
              </a:solidFill>
            </a:endParaRPr>
          </a:p>
        </p:txBody>
      </p:sp>
    </p:spTree>
    <p:extLst>
      <p:ext uri="{BB962C8B-B14F-4D97-AF65-F5344CB8AC3E}">
        <p14:creationId xmlns:p14="http://schemas.microsoft.com/office/powerpoint/2010/main" val="3956108264"/>
      </p:ext>
    </p:extLst>
  </p:cSld>
  <p:clrMapOvr>
    <a:masterClrMapping/>
  </p:clrMapOvr>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Case Study-2/3 Blac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63D721A-127A-4DBE-B738-ABA4893319BC}"/>
              </a:ext>
            </a:extLst>
          </p:cNvPr>
          <p:cNvSpPr/>
          <p:nvPr userDrawn="1"/>
        </p:nvSpPr>
        <p:spPr bwMode="auto">
          <a:xfrm>
            <a:off x="0" y="0"/>
            <a:ext cx="4302125" cy="6858000"/>
          </a:xfrm>
          <a:prstGeom prst="rect">
            <a:avLst/>
          </a:prstGeom>
          <a:solidFill>
            <a:schemeClr val="tx1"/>
          </a:solidFill>
          <a:ln>
            <a:noFill/>
          </a:ln>
          <a:effectLst/>
        </p:spPr>
        <p:txBody>
          <a:bodyPr wrap="none" rtlCol="0" anchor="ctr"/>
          <a:lstStyle/>
          <a:p>
            <a:pPr algn="ctr"/>
            <a:endParaRPr lang="en-US" sz="2400">
              <a:solidFill>
                <a:schemeClr val="bg1"/>
              </a:solidFill>
              <a:latin typeface="Calibri Light" panose="020F0302020204030204" pitchFamily="34" charset="0"/>
              <a:ea typeface="Human Sans ExtraLight" charset="0"/>
              <a:cs typeface="Human Sans ExtraLight" charset="0"/>
            </a:endParaRPr>
          </a:p>
        </p:txBody>
      </p:sp>
      <p:pic>
        <p:nvPicPr>
          <p:cNvPr id="8" name="Graphic 7">
            <a:extLst>
              <a:ext uri="{FF2B5EF4-FFF2-40B4-BE49-F238E27FC236}">
                <a16:creationId xmlns:a16="http://schemas.microsoft.com/office/drawing/2014/main" id="{7A9547FE-7857-4A70-ACDF-06ACC0CC3813}"/>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57201" y="6438901"/>
            <a:ext cx="540540" cy="190499"/>
          </a:xfrm>
          <a:prstGeom prst="rect">
            <a:avLst/>
          </a:prstGeom>
        </p:spPr>
      </p:pic>
      <p:sp>
        <p:nvSpPr>
          <p:cNvPr id="3" name="Title 1">
            <a:extLst>
              <a:ext uri="{FF2B5EF4-FFF2-40B4-BE49-F238E27FC236}">
                <a16:creationId xmlns:a16="http://schemas.microsoft.com/office/drawing/2014/main" id="{C0096CA2-6B8E-1E0B-7446-BC5F37E73D34}"/>
              </a:ext>
            </a:extLst>
          </p:cNvPr>
          <p:cNvSpPr>
            <a:spLocks noGrp="1"/>
          </p:cNvSpPr>
          <p:nvPr>
            <p:ph type="title"/>
          </p:nvPr>
        </p:nvSpPr>
        <p:spPr>
          <a:xfrm>
            <a:off x="457200" y="723900"/>
            <a:ext cx="2586789" cy="457200"/>
          </a:xfrm>
        </p:spPr>
        <p:txBody>
          <a:bodyPr/>
          <a:lstStyle>
            <a:lvl1pPr>
              <a:defRPr b="1">
                <a:solidFill>
                  <a:schemeClr val="bg1"/>
                </a:solidFill>
                <a:latin typeface="+mn-lt"/>
              </a:defRPr>
            </a:lvl1pPr>
          </a:lstStyle>
          <a:p>
            <a:r>
              <a:rPr lang="en-US"/>
              <a:t>Click to edit Master title style</a:t>
            </a:r>
          </a:p>
        </p:txBody>
      </p:sp>
      <p:sp>
        <p:nvSpPr>
          <p:cNvPr id="4" name="Text Placeholder 10">
            <a:extLst>
              <a:ext uri="{FF2B5EF4-FFF2-40B4-BE49-F238E27FC236}">
                <a16:creationId xmlns:a16="http://schemas.microsoft.com/office/drawing/2014/main" id="{50402405-4264-41C3-7E10-6A2AF1A46193}"/>
              </a:ext>
            </a:extLst>
          </p:cNvPr>
          <p:cNvSpPr>
            <a:spLocks noGrp="1"/>
          </p:cNvSpPr>
          <p:nvPr>
            <p:ph type="body" sz="quarter" idx="15" hasCustomPrompt="1"/>
          </p:nvPr>
        </p:nvSpPr>
        <p:spPr>
          <a:xfrm>
            <a:off x="457200" y="382446"/>
            <a:ext cx="2586789" cy="255227"/>
          </a:xfrm>
          <a:prstGeom prst="rect">
            <a:avLst/>
          </a:prstGeom>
        </p:spPr>
        <p:txBody>
          <a:bodyPr vert="horz" lIns="0" tIns="0" rIns="0" bIns="0" rtlCol="0">
            <a:noAutofit/>
          </a:bodyPr>
          <a:lstStyle>
            <a:lvl1pPr>
              <a:defRPr lang="en-US" sz="1000" cap="all" spc="300" baseline="0">
                <a:solidFill>
                  <a:schemeClr val="bg1"/>
                </a:solidFill>
                <a:latin typeface="Calibri" panose="020F0502020204030204" pitchFamily="34" charset="0"/>
              </a:defRPr>
            </a:lvl1pPr>
          </a:lstStyle>
          <a:p>
            <a:pPr lvl="0">
              <a:lnSpc>
                <a:spcPct val="100000"/>
              </a:lnSpc>
            </a:pPr>
            <a:r>
              <a:rPr lang="en-US"/>
              <a:t>Click to add section title</a:t>
            </a:r>
          </a:p>
        </p:txBody>
      </p:sp>
    </p:spTree>
    <p:extLst>
      <p:ext uri="{BB962C8B-B14F-4D97-AF65-F5344CB8AC3E}">
        <p14:creationId xmlns:p14="http://schemas.microsoft.com/office/powerpoint/2010/main" val="3245690016"/>
      </p:ext>
    </p:extLst>
  </p:cSld>
  <p:clrMapOvr>
    <a:masterClrMapping/>
  </p:clrMapOvr>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Case Study-2/3 Black-Ligh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63D721A-127A-4DBE-B738-ABA4893319BC}"/>
              </a:ext>
            </a:extLst>
          </p:cNvPr>
          <p:cNvSpPr/>
          <p:nvPr userDrawn="1"/>
        </p:nvSpPr>
        <p:spPr bwMode="auto">
          <a:xfrm>
            <a:off x="0" y="0"/>
            <a:ext cx="4302125" cy="6858000"/>
          </a:xfrm>
          <a:prstGeom prst="rect">
            <a:avLst/>
          </a:prstGeom>
          <a:solidFill>
            <a:schemeClr val="bg1">
              <a:lumMod val="95000"/>
            </a:schemeClr>
          </a:solidFill>
          <a:ln>
            <a:noFill/>
          </a:ln>
          <a:effectLst/>
        </p:spPr>
        <p:txBody>
          <a:bodyPr wrap="none" rtlCol="0" anchor="ctr"/>
          <a:lstStyle/>
          <a:p>
            <a:pPr algn="ctr"/>
            <a:endParaRPr lang="en-US" sz="2400">
              <a:solidFill>
                <a:schemeClr val="bg1"/>
              </a:solidFill>
              <a:latin typeface="Calibri Light" panose="020F0302020204030204" pitchFamily="34" charset="0"/>
              <a:ea typeface="Human Sans ExtraLight" charset="0"/>
              <a:cs typeface="Human Sans ExtraLight" charset="0"/>
            </a:endParaRPr>
          </a:p>
        </p:txBody>
      </p:sp>
      <p:sp>
        <p:nvSpPr>
          <p:cNvPr id="3" name="Title 1">
            <a:extLst>
              <a:ext uri="{FF2B5EF4-FFF2-40B4-BE49-F238E27FC236}">
                <a16:creationId xmlns:a16="http://schemas.microsoft.com/office/drawing/2014/main" id="{C0096CA2-6B8E-1E0B-7446-BC5F37E73D34}"/>
              </a:ext>
            </a:extLst>
          </p:cNvPr>
          <p:cNvSpPr>
            <a:spLocks noGrp="1"/>
          </p:cNvSpPr>
          <p:nvPr>
            <p:ph type="title"/>
          </p:nvPr>
        </p:nvSpPr>
        <p:spPr>
          <a:xfrm>
            <a:off x="457200" y="723900"/>
            <a:ext cx="2586789" cy="457200"/>
          </a:xfrm>
        </p:spPr>
        <p:txBody>
          <a:bodyPr/>
          <a:lstStyle>
            <a:lvl1pPr>
              <a:defRPr b="1">
                <a:solidFill>
                  <a:schemeClr val="tx1"/>
                </a:solidFill>
                <a:latin typeface="+mn-lt"/>
              </a:defRPr>
            </a:lvl1pPr>
          </a:lstStyle>
          <a:p>
            <a:r>
              <a:rPr lang="en-US"/>
              <a:t>Click to edit Master title style</a:t>
            </a:r>
          </a:p>
        </p:txBody>
      </p:sp>
      <p:sp>
        <p:nvSpPr>
          <p:cNvPr id="4" name="Text Placeholder 10">
            <a:extLst>
              <a:ext uri="{FF2B5EF4-FFF2-40B4-BE49-F238E27FC236}">
                <a16:creationId xmlns:a16="http://schemas.microsoft.com/office/drawing/2014/main" id="{50402405-4264-41C3-7E10-6A2AF1A46193}"/>
              </a:ext>
            </a:extLst>
          </p:cNvPr>
          <p:cNvSpPr>
            <a:spLocks noGrp="1"/>
          </p:cNvSpPr>
          <p:nvPr>
            <p:ph type="body" sz="quarter" idx="15" hasCustomPrompt="1"/>
          </p:nvPr>
        </p:nvSpPr>
        <p:spPr>
          <a:xfrm>
            <a:off x="457200" y="382446"/>
            <a:ext cx="2586789" cy="255227"/>
          </a:xfrm>
          <a:prstGeom prst="rect">
            <a:avLst/>
          </a:prstGeom>
        </p:spPr>
        <p:txBody>
          <a:bodyPr vert="horz" lIns="0" tIns="0" rIns="0" bIns="0" rtlCol="0">
            <a:noAutofit/>
          </a:bodyPr>
          <a:lstStyle>
            <a:lvl1pPr>
              <a:defRPr lang="en-US" sz="1000" cap="all" spc="300" baseline="0">
                <a:solidFill>
                  <a:schemeClr val="tx1"/>
                </a:solidFill>
                <a:latin typeface="Calibri" panose="020F0502020204030204" pitchFamily="34" charset="0"/>
              </a:defRPr>
            </a:lvl1pPr>
          </a:lstStyle>
          <a:p>
            <a:pPr lvl="0">
              <a:lnSpc>
                <a:spcPct val="100000"/>
              </a:lnSpc>
            </a:pPr>
            <a:r>
              <a:rPr lang="en-US"/>
              <a:t>Click to add section title</a:t>
            </a:r>
          </a:p>
        </p:txBody>
      </p:sp>
      <p:pic>
        <p:nvPicPr>
          <p:cNvPr id="5" name="Graphic 4">
            <a:extLst>
              <a:ext uri="{FF2B5EF4-FFF2-40B4-BE49-F238E27FC236}">
                <a16:creationId xmlns:a16="http://schemas.microsoft.com/office/drawing/2014/main" id="{75DC425F-9CC1-9DF3-3F54-17DAA0EB5E71}"/>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57201" y="6438901"/>
            <a:ext cx="540540" cy="190499"/>
          </a:xfrm>
          <a:prstGeom prst="rect">
            <a:avLst/>
          </a:prstGeom>
        </p:spPr>
      </p:pic>
    </p:spTree>
    <p:extLst>
      <p:ext uri="{BB962C8B-B14F-4D97-AF65-F5344CB8AC3E}">
        <p14:creationId xmlns:p14="http://schemas.microsoft.com/office/powerpoint/2010/main" val="3596840683"/>
      </p:ext>
    </p:extLst>
  </p:cSld>
  <p:clrMapOvr>
    <a:masterClrMapping/>
  </p:clrMapOvr>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Case Study-Statement ">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63D721A-127A-4DBE-B738-ABA4893319BC}"/>
              </a:ext>
            </a:extLst>
          </p:cNvPr>
          <p:cNvSpPr/>
          <p:nvPr userDrawn="1"/>
        </p:nvSpPr>
        <p:spPr bwMode="auto">
          <a:xfrm>
            <a:off x="0" y="0"/>
            <a:ext cx="12192000" cy="6858000"/>
          </a:xfrm>
          <a:prstGeom prst="rect">
            <a:avLst/>
          </a:prstGeom>
          <a:solidFill>
            <a:schemeClr val="tx1"/>
          </a:solidFill>
          <a:ln>
            <a:noFill/>
          </a:ln>
          <a:effectLst/>
        </p:spPr>
        <p:txBody>
          <a:bodyPr wrap="none" rtlCol="0" anchor="ctr"/>
          <a:lstStyle/>
          <a:p>
            <a:pPr algn="ctr"/>
            <a:endParaRPr lang="en-US" sz="2400">
              <a:solidFill>
                <a:schemeClr val="bg1"/>
              </a:solidFill>
              <a:latin typeface="Calibri Light" panose="020F0302020204030204" pitchFamily="34" charset="0"/>
              <a:ea typeface="Human Sans ExtraLight" charset="0"/>
              <a:cs typeface="Human Sans ExtraLight" charset="0"/>
            </a:endParaRPr>
          </a:p>
        </p:txBody>
      </p:sp>
      <p:sp>
        <p:nvSpPr>
          <p:cNvPr id="11" name="Title 1"/>
          <p:cNvSpPr>
            <a:spLocks noGrp="1"/>
          </p:cNvSpPr>
          <p:nvPr>
            <p:ph type="title"/>
          </p:nvPr>
        </p:nvSpPr>
        <p:spPr>
          <a:xfrm>
            <a:off x="4303841" y="1600200"/>
            <a:ext cx="4797425" cy="338554"/>
          </a:xfrm>
        </p:spPr>
        <p:txBody>
          <a:bodyPr>
            <a:spAutoFit/>
          </a:bodyPr>
          <a:lstStyle>
            <a:lvl1pPr>
              <a:defRPr b="1">
                <a:solidFill>
                  <a:schemeClr val="bg1"/>
                </a:solidFill>
                <a:latin typeface="+mn-lt"/>
              </a:defRPr>
            </a:lvl1pPr>
          </a:lstStyle>
          <a:p>
            <a:r>
              <a:rPr lang="en-US"/>
              <a:t>Click to edit Master title style</a:t>
            </a:r>
          </a:p>
        </p:txBody>
      </p:sp>
      <p:sp>
        <p:nvSpPr>
          <p:cNvPr id="10" name="Text Placeholder 2">
            <a:extLst>
              <a:ext uri="{FF2B5EF4-FFF2-40B4-BE49-F238E27FC236}">
                <a16:creationId xmlns:a16="http://schemas.microsoft.com/office/drawing/2014/main" id="{DCFE7496-2B11-468F-A424-81EF7552D417}"/>
              </a:ext>
            </a:extLst>
          </p:cNvPr>
          <p:cNvSpPr>
            <a:spLocks noGrp="1"/>
          </p:cNvSpPr>
          <p:nvPr>
            <p:ph type="body" sz="quarter" idx="17" hasCustomPrompt="1"/>
          </p:nvPr>
        </p:nvSpPr>
        <p:spPr>
          <a:xfrm>
            <a:off x="4316414" y="2286000"/>
            <a:ext cx="4784852" cy="3657600"/>
          </a:xfrm>
          <a:prstGeom prst="rect">
            <a:avLst/>
          </a:prstGeom>
        </p:spPr>
        <p:txBody>
          <a:bodyPr/>
          <a:lstStyle>
            <a:lvl1pPr>
              <a:defRPr sz="1600">
                <a:solidFill>
                  <a:schemeClr val="bg1"/>
                </a:solidFill>
                <a:latin typeface="+mn-lt"/>
                <a:cs typeface="Calibri Light" panose="020F0302020204030204" pitchFamily="34" charset="0"/>
              </a:defRPr>
            </a:lvl1pPr>
            <a:lvl2pPr>
              <a:buNone/>
              <a:defRPr/>
            </a:lvl2pPr>
            <a:lvl3pPr>
              <a:buNone/>
              <a:defRPr/>
            </a:lvl3pPr>
          </a:lstStyle>
          <a:p>
            <a:pPr lvl="0"/>
            <a:r>
              <a:rPr lang="en-US"/>
              <a:t>Lorem Ipsum is simply dummy text of the printing and typesetting industry. Lorem Ipsum has been the industry's standard dummy text ever since the 1500s, when an unknown printer took a galley of type and scrambled it to make a type specimen book. It has survived not only five centuries, but also the leap into electronic typesetting, remaining essentially unchanged. It was popularised in the 1960s with the release of Letraset sheets containing Lorem Ipsum passages, and more recently with desktop publishing software like Aldus PageMaker including versions of Lorem Ipsum.</a:t>
            </a:r>
          </a:p>
        </p:txBody>
      </p:sp>
      <p:pic>
        <p:nvPicPr>
          <p:cNvPr id="7" name="Graphic 6">
            <a:extLst>
              <a:ext uri="{FF2B5EF4-FFF2-40B4-BE49-F238E27FC236}">
                <a16:creationId xmlns:a16="http://schemas.microsoft.com/office/drawing/2014/main" id="{6E44CDB4-CF54-423C-9681-C9AAACA56BA8}"/>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57201" y="6438901"/>
            <a:ext cx="540540" cy="190499"/>
          </a:xfrm>
          <a:prstGeom prst="rect">
            <a:avLst/>
          </a:prstGeom>
        </p:spPr>
      </p:pic>
      <p:sp>
        <p:nvSpPr>
          <p:cNvPr id="3" name="TextBox 2">
            <a:extLst>
              <a:ext uri="{FF2B5EF4-FFF2-40B4-BE49-F238E27FC236}">
                <a16:creationId xmlns:a16="http://schemas.microsoft.com/office/drawing/2014/main" id="{432F6686-8C0A-120D-0C06-1F8DA97E3C4D}"/>
              </a:ext>
            </a:extLst>
          </p:cNvPr>
          <p:cNvSpPr txBox="1"/>
          <p:nvPr userDrawn="1"/>
        </p:nvSpPr>
        <p:spPr>
          <a:xfrm>
            <a:off x="10048875" y="6406590"/>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bg1"/>
                </a:solidFill>
              </a:rPr>
              <a:t>EPAM Proprietary &amp; Confidential.</a:t>
            </a:r>
          </a:p>
        </p:txBody>
      </p:sp>
      <p:sp>
        <p:nvSpPr>
          <p:cNvPr id="4" name="Text Placeholder 3">
            <a:extLst>
              <a:ext uri="{FF2B5EF4-FFF2-40B4-BE49-F238E27FC236}">
                <a16:creationId xmlns:a16="http://schemas.microsoft.com/office/drawing/2014/main" id="{5E465D26-CB94-F414-6836-638151C91C4F}"/>
              </a:ext>
            </a:extLst>
          </p:cNvPr>
          <p:cNvSpPr txBox="1"/>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smtClean="0">
                <a:solidFill>
                  <a:schemeClr val="bg1"/>
                </a:solidFill>
              </a:rPr>
              <a:pPr lvl="0"/>
              <a:t>‹#›</a:t>
            </a:fld>
            <a:endParaRPr lang="en-US" sz="1000">
              <a:solidFill>
                <a:schemeClr val="bg1"/>
              </a:solidFill>
            </a:endParaRPr>
          </a:p>
        </p:txBody>
      </p:sp>
    </p:spTree>
    <p:extLst>
      <p:ext uri="{BB962C8B-B14F-4D97-AF65-F5344CB8AC3E}">
        <p14:creationId xmlns:p14="http://schemas.microsoft.com/office/powerpoint/2010/main" val="1376193613"/>
      </p:ext>
    </p:extLst>
  </p:cSld>
  <p:clrMapOvr>
    <a:masterClrMapping/>
  </p:clrMapOvr>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4-Column Pictures ">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B4B02766-9497-4A26-BB62-880E91855227}"/>
              </a:ext>
            </a:extLst>
          </p:cNvPr>
          <p:cNvSpPr>
            <a:spLocks noGrp="1"/>
          </p:cNvSpPr>
          <p:nvPr>
            <p:ph type="body" sz="quarter" idx="16" hasCustomPrompt="1"/>
          </p:nvPr>
        </p:nvSpPr>
        <p:spPr>
          <a:xfrm>
            <a:off x="457200" y="2921251"/>
            <a:ext cx="2407920" cy="462114"/>
          </a:xfrm>
          <a:prstGeom prst="rect">
            <a:avLst/>
          </a:prstGeom>
        </p:spPr>
        <p:txBody>
          <a:bodyPr wrap="square">
            <a:spAutoFit/>
          </a:bodyPr>
          <a:lstStyle>
            <a:lvl1pPr>
              <a:defRPr sz="1400" b="1">
                <a:latin typeface="+mn-lt"/>
                <a:cs typeface="Calibri Light" panose="020F0302020204030204" pitchFamily="34" charset="0"/>
              </a:defRPr>
            </a:lvl1pPr>
          </a:lstStyle>
          <a:p>
            <a:pPr lvl="0"/>
            <a:r>
              <a:rPr lang="en-US"/>
              <a:t>Lorem ipsum dolor sit amet, consectetur adipiscing elit. </a:t>
            </a:r>
          </a:p>
        </p:txBody>
      </p:sp>
      <p:sp>
        <p:nvSpPr>
          <p:cNvPr id="6" name="Text Placeholder 2">
            <a:extLst>
              <a:ext uri="{FF2B5EF4-FFF2-40B4-BE49-F238E27FC236}">
                <a16:creationId xmlns:a16="http://schemas.microsoft.com/office/drawing/2014/main" id="{14ACCEEE-9EE8-4BBF-B992-09ACA791A933}"/>
              </a:ext>
            </a:extLst>
          </p:cNvPr>
          <p:cNvSpPr>
            <a:spLocks noGrp="1"/>
          </p:cNvSpPr>
          <p:nvPr>
            <p:ph type="body" sz="quarter" idx="18" hasCustomPrompt="1"/>
          </p:nvPr>
        </p:nvSpPr>
        <p:spPr>
          <a:xfrm>
            <a:off x="457200" y="3543216"/>
            <a:ext cx="2407920" cy="2630592"/>
          </a:xfrm>
          <a:prstGeom prst="rect">
            <a:avLst/>
          </a:prstGeom>
        </p:spPr>
        <p:txBody>
          <a:bodyPr wrap="square">
            <a:spAutoFit/>
          </a:bodyPr>
          <a:lstStyle>
            <a:lvl1pPr>
              <a:defRPr sz="1200">
                <a:latin typeface="+mn-lt"/>
                <a:cs typeface="Calibri Light" panose="020F0302020204030204" pitchFamily="34" charset="0"/>
              </a:defRPr>
            </a:lvl1pPr>
          </a:lstStyle>
          <a:p>
            <a:pPr lvl="0"/>
            <a:r>
              <a:rPr lang="en-US"/>
              <a:t>Lorem ipsum dolor sit amet, consectetur adipiscing elit. Leo luctus adipiscing feugiat viverra facilisi. Tristique aliquet tempor, tortor amet scelerisque fermentum. Venenatis, quam consequat netus magna eleifend eget. Eros orci commodo at pellentesque tellus malesuada. Leo dui sapien, imperdiet molestie tristique. Cras sit integer porttitor enim mauris morbi tincidunt sem volutpat. Magna in aliquam eget consectetur consequat. </a:t>
            </a:r>
          </a:p>
        </p:txBody>
      </p:sp>
      <p:sp>
        <p:nvSpPr>
          <p:cNvPr id="9" name="Text Placeholder 2">
            <a:extLst>
              <a:ext uri="{FF2B5EF4-FFF2-40B4-BE49-F238E27FC236}">
                <a16:creationId xmlns:a16="http://schemas.microsoft.com/office/drawing/2014/main" id="{D2C8C061-6443-461A-A052-E19A46AADCA8}"/>
              </a:ext>
            </a:extLst>
          </p:cNvPr>
          <p:cNvSpPr>
            <a:spLocks noGrp="1"/>
          </p:cNvSpPr>
          <p:nvPr>
            <p:ph type="body" sz="quarter" idx="19" hasCustomPrompt="1"/>
          </p:nvPr>
        </p:nvSpPr>
        <p:spPr>
          <a:xfrm>
            <a:off x="3413760" y="2921251"/>
            <a:ext cx="2407920" cy="462114"/>
          </a:xfrm>
          <a:prstGeom prst="rect">
            <a:avLst/>
          </a:prstGeom>
        </p:spPr>
        <p:txBody>
          <a:bodyPr wrap="square">
            <a:spAutoFit/>
          </a:bodyPr>
          <a:lstStyle>
            <a:lvl1pPr>
              <a:defRPr sz="1400" b="1">
                <a:latin typeface="+mn-lt"/>
                <a:cs typeface="Calibri Light" panose="020F0302020204030204" pitchFamily="34" charset="0"/>
              </a:defRPr>
            </a:lvl1pPr>
          </a:lstStyle>
          <a:p>
            <a:pPr lvl="0"/>
            <a:r>
              <a:rPr lang="en-US"/>
              <a:t>Lorem ipsum dolor sit amet, consectetur adipiscing elit. </a:t>
            </a:r>
          </a:p>
        </p:txBody>
      </p:sp>
      <p:sp>
        <p:nvSpPr>
          <p:cNvPr id="10" name="Text Placeholder 2">
            <a:extLst>
              <a:ext uri="{FF2B5EF4-FFF2-40B4-BE49-F238E27FC236}">
                <a16:creationId xmlns:a16="http://schemas.microsoft.com/office/drawing/2014/main" id="{626FC49A-5396-46E4-8A00-C0A017834ED3}"/>
              </a:ext>
            </a:extLst>
          </p:cNvPr>
          <p:cNvSpPr>
            <a:spLocks noGrp="1"/>
          </p:cNvSpPr>
          <p:nvPr>
            <p:ph type="body" sz="quarter" idx="20" hasCustomPrompt="1"/>
          </p:nvPr>
        </p:nvSpPr>
        <p:spPr>
          <a:xfrm>
            <a:off x="3413760" y="3543216"/>
            <a:ext cx="2407920" cy="2630592"/>
          </a:xfrm>
          <a:prstGeom prst="rect">
            <a:avLst/>
          </a:prstGeom>
        </p:spPr>
        <p:txBody>
          <a:bodyPr wrap="square">
            <a:spAutoFit/>
          </a:bodyPr>
          <a:lstStyle>
            <a:lvl1pPr>
              <a:defRPr sz="1200">
                <a:latin typeface="+mn-lt"/>
                <a:cs typeface="Calibri Light" panose="020F0302020204030204" pitchFamily="34" charset="0"/>
              </a:defRPr>
            </a:lvl1pPr>
          </a:lstStyle>
          <a:p>
            <a:pPr lvl="0"/>
            <a:r>
              <a:rPr lang="en-US"/>
              <a:t>Lorem ipsum dolor sit amet, consectetur adipiscing elit. Leo luctus adipiscing feugiat viverra facilisi. Tristique aliquet tempor, tortor amet scelerisque fermentum. Venenatis, quam consequat netus magna eleifend eget. Eros orci commodo at pellentesque tellus malesuada. Leo dui sapien, imperdiet molestie tristique. Cras sit integer porttitor enim mauris morbi tincidunt sem volutpat. Magna in aliquam eget consectetur consequat. </a:t>
            </a:r>
          </a:p>
        </p:txBody>
      </p:sp>
      <p:sp>
        <p:nvSpPr>
          <p:cNvPr id="13" name="Text Placeholder 2">
            <a:extLst>
              <a:ext uri="{FF2B5EF4-FFF2-40B4-BE49-F238E27FC236}">
                <a16:creationId xmlns:a16="http://schemas.microsoft.com/office/drawing/2014/main" id="{AEEE17DA-6635-495B-A481-BBD7188AD456}"/>
              </a:ext>
            </a:extLst>
          </p:cNvPr>
          <p:cNvSpPr>
            <a:spLocks noGrp="1"/>
          </p:cNvSpPr>
          <p:nvPr>
            <p:ph type="body" sz="quarter" idx="21" hasCustomPrompt="1"/>
          </p:nvPr>
        </p:nvSpPr>
        <p:spPr>
          <a:xfrm>
            <a:off x="6370320" y="2921251"/>
            <a:ext cx="2407920" cy="462114"/>
          </a:xfrm>
          <a:prstGeom prst="rect">
            <a:avLst/>
          </a:prstGeom>
        </p:spPr>
        <p:txBody>
          <a:bodyPr wrap="square">
            <a:spAutoFit/>
          </a:bodyPr>
          <a:lstStyle>
            <a:lvl1pPr>
              <a:defRPr sz="1400" b="1">
                <a:latin typeface="+mn-lt"/>
                <a:cs typeface="Calibri Light" panose="020F0302020204030204" pitchFamily="34" charset="0"/>
              </a:defRPr>
            </a:lvl1pPr>
          </a:lstStyle>
          <a:p>
            <a:pPr lvl="0"/>
            <a:r>
              <a:rPr lang="en-US"/>
              <a:t>Lorem ipsum dolor sit amet, consectetur adipiscing elit. </a:t>
            </a:r>
          </a:p>
        </p:txBody>
      </p:sp>
      <p:sp>
        <p:nvSpPr>
          <p:cNvPr id="14" name="Text Placeholder 2">
            <a:extLst>
              <a:ext uri="{FF2B5EF4-FFF2-40B4-BE49-F238E27FC236}">
                <a16:creationId xmlns:a16="http://schemas.microsoft.com/office/drawing/2014/main" id="{BF29616B-A8DB-42A6-A277-8CAE573E985F}"/>
              </a:ext>
            </a:extLst>
          </p:cNvPr>
          <p:cNvSpPr>
            <a:spLocks noGrp="1"/>
          </p:cNvSpPr>
          <p:nvPr>
            <p:ph type="body" sz="quarter" idx="22" hasCustomPrompt="1"/>
          </p:nvPr>
        </p:nvSpPr>
        <p:spPr>
          <a:xfrm>
            <a:off x="6370320" y="3543216"/>
            <a:ext cx="2407920" cy="2630592"/>
          </a:xfrm>
          <a:prstGeom prst="rect">
            <a:avLst/>
          </a:prstGeom>
        </p:spPr>
        <p:txBody>
          <a:bodyPr wrap="square">
            <a:spAutoFit/>
          </a:bodyPr>
          <a:lstStyle>
            <a:lvl1pPr>
              <a:defRPr sz="1200">
                <a:latin typeface="+mn-lt"/>
                <a:cs typeface="Calibri Light" panose="020F0302020204030204" pitchFamily="34" charset="0"/>
              </a:defRPr>
            </a:lvl1pPr>
          </a:lstStyle>
          <a:p>
            <a:pPr lvl="0"/>
            <a:r>
              <a:rPr lang="en-US"/>
              <a:t>Lorem ipsum dolor sit amet, consectetur adipiscing elit. Leo luctus adipiscing feugiat viverra facilisi. Tristique aliquet tempor, tortor amet scelerisque fermentum. Venenatis, quam consequat netus magna eleifend eget. Eros orci commodo at pellentesque tellus malesuada. Leo dui sapien, imperdiet molestie tristique. Cras sit integer porttitor enim mauris morbi tincidunt sem volutpat. Magna in aliquam eget consectetur consequat. </a:t>
            </a:r>
          </a:p>
        </p:txBody>
      </p:sp>
      <p:sp>
        <p:nvSpPr>
          <p:cNvPr id="19" name="Text Placeholder 2">
            <a:extLst>
              <a:ext uri="{FF2B5EF4-FFF2-40B4-BE49-F238E27FC236}">
                <a16:creationId xmlns:a16="http://schemas.microsoft.com/office/drawing/2014/main" id="{0D35C967-D122-42CE-BDAF-F34B55F00EA2}"/>
              </a:ext>
            </a:extLst>
          </p:cNvPr>
          <p:cNvSpPr>
            <a:spLocks noGrp="1"/>
          </p:cNvSpPr>
          <p:nvPr>
            <p:ph type="body" sz="quarter" idx="23" hasCustomPrompt="1"/>
          </p:nvPr>
        </p:nvSpPr>
        <p:spPr>
          <a:xfrm>
            <a:off x="9326880" y="2921251"/>
            <a:ext cx="2407920" cy="462114"/>
          </a:xfrm>
          <a:prstGeom prst="rect">
            <a:avLst/>
          </a:prstGeom>
        </p:spPr>
        <p:txBody>
          <a:bodyPr wrap="square">
            <a:spAutoFit/>
          </a:bodyPr>
          <a:lstStyle>
            <a:lvl1pPr>
              <a:defRPr sz="1400" b="1">
                <a:latin typeface="+mn-lt"/>
                <a:cs typeface="Calibri Light" panose="020F0302020204030204" pitchFamily="34" charset="0"/>
              </a:defRPr>
            </a:lvl1pPr>
          </a:lstStyle>
          <a:p>
            <a:pPr lvl="0"/>
            <a:r>
              <a:rPr lang="en-US"/>
              <a:t>Lorem ipsum dolor sit amet, consectetur adipiscing elit. </a:t>
            </a:r>
          </a:p>
        </p:txBody>
      </p:sp>
      <p:sp>
        <p:nvSpPr>
          <p:cNvPr id="20" name="Text Placeholder 2">
            <a:extLst>
              <a:ext uri="{FF2B5EF4-FFF2-40B4-BE49-F238E27FC236}">
                <a16:creationId xmlns:a16="http://schemas.microsoft.com/office/drawing/2014/main" id="{54FDC613-45BE-47C3-82C5-FC027C2DE43E}"/>
              </a:ext>
            </a:extLst>
          </p:cNvPr>
          <p:cNvSpPr>
            <a:spLocks noGrp="1"/>
          </p:cNvSpPr>
          <p:nvPr>
            <p:ph type="body" sz="quarter" idx="24" hasCustomPrompt="1"/>
          </p:nvPr>
        </p:nvSpPr>
        <p:spPr>
          <a:xfrm>
            <a:off x="9326880" y="3543216"/>
            <a:ext cx="2407920" cy="2630592"/>
          </a:xfrm>
          <a:prstGeom prst="rect">
            <a:avLst/>
          </a:prstGeom>
        </p:spPr>
        <p:txBody>
          <a:bodyPr wrap="square">
            <a:spAutoFit/>
          </a:bodyPr>
          <a:lstStyle>
            <a:lvl1pPr>
              <a:defRPr sz="1200">
                <a:latin typeface="+mn-lt"/>
                <a:cs typeface="Calibri Light" panose="020F0302020204030204" pitchFamily="34" charset="0"/>
              </a:defRPr>
            </a:lvl1pPr>
          </a:lstStyle>
          <a:p>
            <a:pPr lvl="0"/>
            <a:r>
              <a:rPr lang="en-US"/>
              <a:t>Lorem ipsum dolor sit amet, consectetur adipiscing elit. Leo luctus adipiscing feugiat viverra facilisi. Tristique aliquet tempor, tortor amet scelerisque fermentum. Venenatis, quam consequat netus magna eleifend eget. Eros orci commodo at pellentesque tellus malesuada. Leo dui sapien, imperdiet molestie tristique. Cras sit integer porttitor enim mauris morbi tincidunt sem volutpat. Magna in aliquam eget consectetur consequat. </a:t>
            </a:r>
          </a:p>
        </p:txBody>
      </p:sp>
      <p:sp>
        <p:nvSpPr>
          <p:cNvPr id="24" name="Picture Placeholder 23">
            <a:extLst>
              <a:ext uri="{FF2B5EF4-FFF2-40B4-BE49-F238E27FC236}">
                <a16:creationId xmlns:a16="http://schemas.microsoft.com/office/drawing/2014/main" id="{F84AF8F5-D562-4FBF-9069-09A640AACD09}"/>
              </a:ext>
            </a:extLst>
          </p:cNvPr>
          <p:cNvSpPr>
            <a:spLocks noGrp="1"/>
          </p:cNvSpPr>
          <p:nvPr>
            <p:ph type="pic" sz="quarter" idx="27"/>
          </p:nvPr>
        </p:nvSpPr>
        <p:spPr>
          <a:xfrm>
            <a:off x="463731" y="1389801"/>
            <a:ext cx="2408238" cy="1371600"/>
          </a:xfrm>
          <a:prstGeom prst="rect">
            <a:avLst/>
          </a:prstGeom>
          <a:solidFill>
            <a:schemeClr val="bg1">
              <a:lumMod val="95000"/>
            </a:schemeClr>
          </a:solidFill>
        </p:spPr>
        <p:txBody>
          <a:bodyPr/>
          <a:lstStyle/>
          <a:p>
            <a:r>
              <a:rPr lang="en-US"/>
              <a:t>Click icon to add picture</a:t>
            </a:r>
          </a:p>
        </p:txBody>
      </p:sp>
      <p:sp>
        <p:nvSpPr>
          <p:cNvPr id="25" name="Picture Placeholder 23">
            <a:extLst>
              <a:ext uri="{FF2B5EF4-FFF2-40B4-BE49-F238E27FC236}">
                <a16:creationId xmlns:a16="http://schemas.microsoft.com/office/drawing/2014/main" id="{4F5537FA-B25A-4A75-AFE8-CB3D2D4EA781}"/>
              </a:ext>
            </a:extLst>
          </p:cNvPr>
          <p:cNvSpPr>
            <a:spLocks noGrp="1"/>
          </p:cNvSpPr>
          <p:nvPr>
            <p:ph type="pic" sz="quarter" idx="28"/>
          </p:nvPr>
        </p:nvSpPr>
        <p:spPr>
          <a:xfrm>
            <a:off x="3413442" y="1389801"/>
            <a:ext cx="2408238" cy="1371600"/>
          </a:xfrm>
          <a:prstGeom prst="rect">
            <a:avLst/>
          </a:prstGeom>
          <a:solidFill>
            <a:schemeClr val="bg1">
              <a:lumMod val="95000"/>
            </a:schemeClr>
          </a:solidFill>
        </p:spPr>
        <p:txBody>
          <a:bodyPr/>
          <a:lstStyle/>
          <a:p>
            <a:r>
              <a:rPr lang="en-US"/>
              <a:t>Click icon to add picture</a:t>
            </a:r>
          </a:p>
        </p:txBody>
      </p:sp>
      <p:sp>
        <p:nvSpPr>
          <p:cNvPr id="26" name="Picture Placeholder 23">
            <a:extLst>
              <a:ext uri="{FF2B5EF4-FFF2-40B4-BE49-F238E27FC236}">
                <a16:creationId xmlns:a16="http://schemas.microsoft.com/office/drawing/2014/main" id="{62EC0755-06FE-418F-830B-3953EAC2B2B8}"/>
              </a:ext>
            </a:extLst>
          </p:cNvPr>
          <p:cNvSpPr>
            <a:spLocks noGrp="1"/>
          </p:cNvSpPr>
          <p:nvPr>
            <p:ph type="pic" sz="quarter" idx="29"/>
          </p:nvPr>
        </p:nvSpPr>
        <p:spPr>
          <a:xfrm>
            <a:off x="6363153" y="1389801"/>
            <a:ext cx="2408238" cy="1371600"/>
          </a:xfrm>
          <a:prstGeom prst="rect">
            <a:avLst/>
          </a:prstGeom>
          <a:solidFill>
            <a:schemeClr val="bg1">
              <a:lumMod val="95000"/>
            </a:schemeClr>
          </a:solidFill>
        </p:spPr>
        <p:txBody>
          <a:bodyPr/>
          <a:lstStyle/>
          <a:p>
            <a:r>
              <a:rPr lang="en-US"/>
              <a:t>Click icon to add picture</a:t>
            </a:r>
          </a:p>
        </p:txBody>
      </p:sp>
      <p:sp>
        <p:nvSpPr>
          <p:cNvPr id="27" name="Picture Placeholder 23">
            <a:extLst>
              <a:ext uri="{FF2B5EF4-FFF2-40B4-BE49-F238E27FC236}">
                <a16:creationId xmlns:a16="http://schemas.microsoft.com/office/drawing/2014/main" id="{5145A383-DF32-4D59-98B6-07591E0CE3E3}"/>
              </a:ext>
            </a:extLst>
          </p:cNvPr>
          <p:cNvSpPr>
            <a:spLocks noGrp="1"/>
          </p:cNvSpPr>
          <p:nvPr>
            <p:ph type="pic" sz="quarter" idx="30"/>
          </p:nvPr>
        </p:nvSpPr>
        <p:spPr>
          <a:xfrm>
            <a:off x="9312864" y="1389801"/>
            <a:ext cx="2408238" cy="1371600"/>
          </a:xfrm>
          <a:prstGeom prst="rect">
            <a:avLst/>
          </a:prstGeom>
          <a:solidFill>
            <a:schemeClr val="bg1">
              <a:lumMod val="95000"/>
            </a:schemeClr>
          </a:solidFill>
        </p:spPr>
        <p:txBody>
          <a:bodyPr/>
          <a:lstStyle/>
          <a:p>
            <a:r>
              <a:rPr lang="en-US"/>
              <a:t>Click icon to add picture</a:t>
            </a:r>
          </a:p>
        </p:txBody>
      </p:sp>
      <p:sp>
        <p:nvSpPr>
          <p:cNvPr id="2" name="Title 1">
            <a:extLst>
              <a:ext uri="{FF2B5EF4-FFF2-40B4-BE49-F238E27FC236}">
                <a16:creationId xmlns:a16="http://schemas.microsoft.com/office/drawing/2014/main" id="{A1E02B5D-C175-DE3C-BEC7-EB4A41870F21}"/>
              </a:ext>
            </a:extLst>
          </p:cNvPr>
          <p:cNvSpPr>
            <a:spLocks noGrp="1"/>
          </p:cNvSpPr>
          <p:nvPr>
            <p:ph type="title"/>
          </p:nvPr>
        </p:nvSpPr>
        <p:spPr>
          <a:xfrm>
            <a:off x="457200" y="723900"/>
            <a:ext cx="11271069" cy="457200"/>
          </a:xfrm>
        </p:spPr>
        <p:txBody>
          <a:bodyPr/>
          <a:lstStyle>
            <a:lvl1pPr>
              <a:defRPr b="1">
                <a:solidFill>
                  <a:schemeClr val="tx1"/>
                </a:solidFill>
                <a:latin typeface="+mn-lt"/>
              </a:defRPr>
            </a:lvl1pPr>
          </a:lstStyle>
          <a:p>
            <a:r>
              <a:rPr lang="en-US"/>
              <a:t>Click to edit Master title style</a:t>
            </a:r>
          </a:p>
        </p:txBody>
      </p:sp>
      <p:sp>
        <p:nvSpPr>
          <p:cNvPr id="4" name="Text Placeholder 10">
            <a:extLst>
              <a:ext uri="{FF2B5EF4-FFF2-40B4-BE49-F238E27FC236}">
                <a16:creationId xmlns:a16="http://schemas.microsoft.com/office/drawing/2014/main" id="{293C67F9-F2A6-3918-0A8D-555112C9F469}"/>
              </a:ext>
            </a:extLst>
          </p:cNvPr>
          <p:cNvSpPr>
            <a:spLocks noGrp="1"/>
          </p:cNvSpPr>
          <p:nvPr>
            <p:ph type="body" sz="quarter" idx="15" hasCustomPrompt="1"/>
          </p:nvPr>
        </p:nvSpPr>
        <p:spPr>
          <a:xfrm>
            <a:off x="457201" y="382446"/>
            <a:ext cx="2695074" cy="207101"/>
          </a:xfrm>
          <a:prstGeom prst="rect">
            <a:avLst/>
          </a:prstGeom>
        </p:spPr>
        <p:txBody>
          <a:bodyPr vert="horz" lIns="0" tIns="0" rIns="0" bIns="0" rtlCol="0">
            <a:noAutofit/>
          </a:bodyPr>
          <a:lstStyle>
            <a:lvl1pPr>
              <a:defRPr lang="en-US" sz="1000" cap="all" spc="300" baseline="0">
                <a:solidFill>
                  <a:schemeClr val="tx1"/>
                </a:solidFill>
                <a:latin typeface="Calibri" panose="020F0502020204030204" pitchFamily="34" charset="0"/>
              </a:defRPr>
            </a:lvl1pPr>
          </a:lstStyle>
          <a:p>
            <a:pPr lvl="0">
              <a:lnSpc>
                <a:spcPct val="100000"/>
              </a:lnSpc>
            </a:pPr>
            <a:r>
              <a:rPr lang="en-US"/>
              <a:t>Click to add section title</a:t>
            </a:r>
          </a:p>
        </p:txBody>
      </p:sp>
    </p:spTree>
    <p:extLst>
      <p:ext uri="{BB962C8B-B14F-4D97-AF65-F5344CB8AC3E}">
        <p14:creationId xmlns:p14="http://schemas.microsoft.com/office/powerpoint/2010/main" val="2136416566"/>
      </p:ext>
    </p:extLst>
  </p:cSld>
  <p:clrMapOvr>
    <a:masterClrMapping/>
  </p:clrMapOvr>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3-Column Pictures-Leila ">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B4B02766-9497-4A26-BB62-880E91855227}"/>
              </a:ext>
            </a:extLst>
          </p:cNvPr>
          <p:cNvSpPr>
            <a:spLocks noGrp="1"/>
          </p:cNvSpPr>
          <p:nvPr>
            <p:ph type="body" sz="quarter" idx="16" hasCustomPrompt="1"/>
          </p:nvPr>
        </p:nvSpPr>
        <p:spPr>
          <a:xfrm>
            <a:off x="457192" y="2921251"/>
            <a:ext cx="3600000" cy="462114"/>
          </a:xfrm>
          <a:prstGeom prst="rect">
            <a:avLst/>
          </a:prstGeom>
        </p:spPr>
        <p:txBody>
          <a:bodyPr wrap="square">
            <a:noAutofit/>
          </a:bodyPr>
          <a:lstStyle>
            <a:lvl1pPr>
              <a:defRPr sz="1400" b="1">
                <a:latin typeface="+mn-lt"/>
                <a:cs typeface="Calibri Light" panose="020F0302020204030204" pitchFamily="34" charset="0"/>
              </a:defRPr>
            </a:lvl1pPr>
          </a:lstStyle>
          <a:p>
            <a:pPr lvl="0"/>
            <a:r>
              <a:rPr lang="en-US"/>
              <a:t>Lorem ipsum dolor sit amet, consectetur adipiscing elit. </a:t>
            </a:r>
          </a:p>
        </p:txBody>
      </p:sp>
      <p:sp>
        <p:nvSpPr>
          <p:cNvPr id="6" name="Text Placeholder 2">
            <a:extLst>
              <a:ext uri="{FF2B5EF4-FFF2-40B4-BE49-F238E27FC236}">
                <a16:creationId xmlns:a16="http://schemas.microsoft.com/office/drawing/2014/main" id="{14ACCEEE-9EE8-4BBF-B992-09ACA791A933}"/>
              </a:ext>
            </a:extLst>
          </p:cNvPr>
          <p:cNvSpPr>
            <a:spLocks noGrp="1"/>
          </p:cNvSpPr>
          <p:nvPr>
            <p:ph type="body" sz="quarter" idx="18" hasCustomPrompt="1"/>
          </p:nvPr>
        </p:nvSpPr>
        <p:spPr>
          <a:xfrm>
            <a:off x="457192" y="3543216"/>
            <a:ext cx="3600000" cy="2630592"/>
          </a:xfrm>
          <a:prstGeom prst="rect">
            <a:avLst/>
          </a:prstGeom>
        </p:spPr>
        <p:txBody>
          <a:bodyPr wrap="square">
            <a:noAutofit/>
          </a:bodyPr>
          <a:lstStyle>
            <a:lvl1pPr>
              <a:defRPr sz="1200">
                <a:latin typeface="+mn-lt"/>
                <a:cs typeface="Calibri Light" panose="020F0302020204030204" pitchFamily="34" charset="0"/>
              </a:defRPr>
            </a:lvl1pPr>
          </a:lstStyle>
          <a:p>
            <a:pPr lvl="0"/>
            <a:r>
              <a:rPr lang="en-US"/>
              <a:t>Lorem ipsum dolor sit amet, consectetur adipiscing elit. Leo luctus adipiscing feugiat viverra facilisi. Tristique aliquet tempor, tortor amet scelerisque fermentum. Venenatis, quam consequat netus magna eleifend eget. Eros orci commodo at pellentesque tellus malesuada. Leo dui sapien, imperdiet molestie tristique. Cras sit integer porttitor enim mauris morbi tincidunt sem volutpat. Magna in aliquam eget consectetur consequat. </a:t>
            </a:r>
          </a:p>
        </p:txBody>
      </p:sp>
      <p:sp>
        <p:nvSpPr>
          <p:cNvPr id="9" name="Text Placeholder 2">
            <a:extLst>
              <a:ext uri="{FF2B5EF4-FFF2-40B4-BE49-F238E27FC236}">
                <a16:creationId xmlns:a16="http://schemas.microsoft.com/office/drawing/2014/main" id="{D2C8C061-6443-461A-A052-E19A46AADCA8}"/>
              </a:ext>
            </a:extLst>
          </p:cNvPr>
          <p:cNvSpPr>
            <a:spLocks noGrp="1"/>
          </p:cNvSpPr>
          <p:nvPr>
            <p:ph type="body" sz="quarter" idx="19" hasCustomPrompt="1"/>
          </p:nvPr>
        </p:nvSpPr>
        <p:spPr>
          <a:xfrm>
            <a:off x="4307656" y="2921251"/>
            <a:ext cx="3600000" cy="462114"/>
          </a:xfrm>
          <a:prstGeom prst="rect">
            <a:avLst/>
          </a:prstGeom>
        </p:spPr>
        <p:txBody>
          <a:bodyPr wrap="square">
            <a:noAutofit/>
          </a:bodyPr>
          <a:lstStyle>
            <a:lvl1pPr>
              <a:defRPr sz="1400" b="1">
                <a:latin typeface="+mn-lt"/>
                <a:cs typeface="Calibri Light" panose="020F0302020204030204" pitchFamily="34" charset="0"/>
              </a:defRPr>
            </a:lvl1pPr>
          </a:lstStyle>
          <a:p>
            <a:pPr lvl="0"/>
            <a:r>
              <a:rPr lang="en-US"/>
              <a:t>Lorem ipsum dolor sit amet, consectetur adipiscing elit. </a:t>
            </a:r>
          </a:p>
        </p:txBody>
      </p:sp>
      <p:sp>
        <p:nvSpPr>
          <p:cNvPr id="10" name="Text Placeholder 2">
            <a:extLst>
              <a:ext uri="{FF2B5EF4-FFF2-40B4-BE49-F238E27FC236}">
                <a16:creationId xmlns:a16="http://schemas.microsoft.com/office/drawing/2014/main" id="{626FC49A-5396-46E4-8A00-C0A017834ED3}"/>
              </a:ext>
            </a:extLst>
          </p:cNvPr>
          <p:cNvSpPr>
            <a:spLocks noGrp="1"/>
          </p:cNvSpPr>
          <p:nvPr>
            <p:ph type="body" sz="quarter" idx="20" hasCustomPrompt="1"/>
          </p:nvPr>
        </p:nvSpPr>
        <p:spPr>
          <a:xfrm>
            <a:off x="4307656" y="3543216"/>
            <a:ext cx="3600000" cy="2630592"/>
          </a:xfrm>
          <a:prstGeom prst="rect">
            <a:avLst/>
          </a:prstGeom>
        </p:spPr>
        <p:txBody>
          <a:bodyPr wrap="square">
            <a:noAutofit/>
          </a:bodyPr>
          <a:lstStyle>
            <a:lvl1pPr>
              <a:defRPr sz="1200">
                <a:latin typeface="+mn-lt"/>
                <a:cs typeface="Calibri Light" panose="020F0302020204030204" pitchFamily="34" charset="0"/>
              </a:defRPr>
            </a:lvl1pPr>
          </a:lstStyle>
          <a:p>
            <a:pPr lvl="0"/>
            <a:r>
              <a:rPr lang="en-US"/>
              <a:t>Lorem ipsum dolor sit amet, consectetur adipiscing elit. Leo luctus adipiscing feugiat viverra facilisi. Tristique aliquet tempor, tortor amet scelerisque fermentum. Venenatis, quam consequat netus magna eleifend eget. Eros orci commodo at pellentesque tellus malesuada. Leo dui sapien, imperdiet molestie tristique. Cras sit integer porttitor enim mauris morbi tincidunt sem volutpat. Magna in aliquam eget consectetur consequat. </a:t>
            </a:r>
          </a:p>
        </p:txBody>
      </p:sp>
      <p:sp>
        <p:nvSpPr>
          <p:cNvPr id="13" name="Text Placeholder 2">
            <a:extLst>
              <a:ext uri="{FF2B5EF4-FFF2-40B4-BE49-F238E27FC236}">
                <a16:creationId xmlns:a16="http://schemas.microsoft.com/office/drawing/2014/main" id="{AEEE17DA-6635-495B-A481-BBD7188AD456}"/>
              </a:ext>
            </a:extLst>
          </p:cNvPr>
          <p:cNvSpPr>
            <a:spLocks noGrp="1"/>
          </p:cNvSpPr>
          <p:nvPr>
            <p:ph type="body" sz="quarter" idx="21" hasCustomPrompt="1"/>
          </p:nvPr>
        </p:nvSpPr>
        <p:spPr>
          <a:xfrm>
            <a:off x="8147867" y="2921251"/>
            <a:ext cx="3600000" cy="462114"/>
          </a:xfrm>
          <a:prstGeom prst="rect">
            <a:avLst/>
          </a:prstGeom>
        </p:spPr>
        <p:txBody>
          <a:bodyPr wrap="square">
            <a:noAutofit/>
          </a:bodyPr>
          <a:lstStyle>
            <a:lvl1pPr>
              <a:defRPr sz="1400" b="1">
                <a:latin typeface="+mn-lt"/>
                <a:cs typeface="Calibri Light" panose="020F0302020204030204" pitchFamily="34" charset="0"/>
              </a:defRPr>
            </a:lvl1pPr>
          </a:lstStyle>
          <a:p>
            <a:pPr lvl="0"/>
            <a:r>
              <a:rPr lang="en-US"/>
              <a:t>Lorem ipsum dolor sit amet, consectetur adipiscing elit. </a:t>
            </a:r>
          </a:p>
        </p:txBody>
      </p:sp>
      <p:sp>
        <p:nvSpPr>
          <p:cNvPr id="14" name="Text Placeholder 2">
            <a:extLst>
              <a:ext uri="{FF2B5EF4-FFF2-40B4-BE49-F238E27FC236}">
                <a16:creationId xmlns:a16="http://schemas.microsoft.com/office/drawing/2014/main" id="{BF29616B-A8DB-42A6-A277-8CAE573E985F}"/>
              </a:ext>
            </a:extLst>
          </p:cNvPr>
          <p:cNvSpPr>
            <a:spLocks noGrp="1"/>
          </p:cNvSpPr>
          <p:nvPr>
            <p:ph type="body" sz="quarter" idx="22" hasCustomPrompt="1"/>
          </p:nvPr>
        </p:nvSpPr>
        <p:spPr>
          <a:xfrm>
            <a:off x="8147867" y="3543216"/>
            <a:ext cx="3600000" cy="2630592"/>
          </a:xfrm>
          <a:prstGeom prst="rect">
            <a:avLst/>
          </a:prstGeom>
        </p:spPr>
        <p:txBody>
          <a:bodyPr wrap="square">
            <a:noAutofit/>
          </a:bodyPr>
          <a:lstStyle>
            <a:lvl1pPr>
              <a:defRPr sz="1200">
                <a:latin typeface="+mn-lt"/>
                <a:cs typeface="Calibri Light" panose="020F0302020204030204" pitchFamily="34" charset="0"/>
              </a:defRPr>
            </a:lvl1pPr>
          </a:lstStyle>
          <a:p>
            <a:pPr lvl="0"/>
            <a:r>
              <a:rPr lang="en-US"/>
              <a:t>Lorem ipsum dolor sit amet, consectetur adipiscing elit. Leo luctus adipiscing feugiat viverra facilisi. Tristique aliquet tempor, tortor amet scelerisque fermentum. Venenatis, quam consequat netus magna eleifend eget. Eros orci commodo at pellentesque tellus malesuada. Leo dui sapien, imperdiet molestie tristique. Cras sit integer porttitor enim mauris morbi tincidunt sem volutpat. Magna in aliquam eget consectetur consequat. </a:t>
            </a:r>
          </a:p>
        </p:txBody>
      </p:sp>
      <p:sp>
        <p:nvSpPr>
          <p:cNvPr id="24" name="Picture Placeholder 23">
            <a:extLst>
              <a:ext uri="{FF2B5EF4-FFF2-40B4-BE49-F238E27FC236}">
                <a16:creationId xmlns:a16="http://schemas.microsoft.com/office/drawing/2014/main" id="{F84AF8F5-D562-4FBF-9069-09A640AACD09}"/>
              </a:ext>
            </a:extLst>
          </p:cNvPr>
          <p:cNvSpPr>
            <a:spLocks noGrp="1"/>
          </p:cNvSpPr>
          <p:nvPr>
            <p:ph type="pic" sz="quarter" idx="27"/>
          </p:nvPr>
        </p:nvSpPr>
        <p:spPr>
          <a:xfrm>
            <a:off x="463723" y="1389801"/>
            <a:ext cx="3600000" cy="1371600"/>
          </a:xfrm>
          <a:prstGeom prst="rect">
            <a:avLst/>
          </a:prstGeom>
          <a:solidFill>
            <a:schemeClr val="bg1">
              <a:lumMod val="95000"/>
            </a:schemeClr>
          </a:solidFill>
        </p:spPr>
        <p:txBody>
          <a:bodyPr>
            <a:noAutofit/>
          </a:bodyPr>
          <a:lstStyle/>
          <a:p>
            <a:r>
              <a:rPr lang="en-US"/>
              <a:t>Click icon to add picture</a:t>
            </a:r>
          </a:p>
        </p:txBody>
      </p:sp>
      <p:sp>
        <p:nvSpPr>
          <p:cNvPr id="25" name="Picture Placeholder 23">
            <a:extLst>
              <a:ext uri="{FF2B5EF4-FFF2-40B4-BE49-F238E27FC236}">
                <a16:creationId xmlns:a16="http://schemas.microsoft.com/office/drawing/2014/main" id="{4F5537FA-B25A-4A75-AFE8-CB3D2D4EA781}"/>
              </a:ext>
            </a:extLst>
          </p:cNvPr>
          <p:cNvSpPr>
            <a:spLocks noGrp="1"/>
          </p:cNvSpPr>
          <p:nvPr>
            <p:ph type="pic" sz="quarter" idx="28"/>
          </p:nvPr>
        </p:nvSpPr>
        <p:spPr>
          <a:xfrm>
            <a:off x="4307338" y="1389801"/>
            <a:ext cx="3600000" cy="1371600"/>
          </a:xfrm>
          <a:prstGeom prst="rect">
            <a:avLst/>
          </a:prstGeom>
          <a:solidFill>
            <a:schemeClr val="bg1">
              <a:lumMod val="95000"/>
            </a:schemeClr>
          </a:solidFill>
        </p:spPr>
        <p:txBody>
          <a:bodyPr>
            <a:noAutofit/>
          </a:bodyPr>
          <a:lstStyle/>
          <a:p>
            <a:r>
              <a:rPr lang="en-US"/>
              <a:t>Click icon to add picture</a:t>
            </a:r>
          </a:p>
        </p:txBody>
      </p:sp>
      <p:sp>
        <p:nvSpPr>
          <p:cNvPr id="26" name="Picture Placeholder 23">
            <a:extLst>
              <a:ext uri="{FF2B5EF4-FFF2-40B4-BE49-F238E27FC236}">
                <a16:creationId xmlns:a16="http://schemas.microsoft.com/office/drawing/2014/main" id="{62EC0755-06FE-418F-830B-3953EAC2B2B8}"/>
              </a:ext>
            </a:extLst>
          </p:cNvPr>
          <p:cNvSpPr>
            <a:spLocks noGrp="1"/>
          </p:cNvSpPr>
          <p:nvPr>
            <p:ph type="pic" sz="quarter" idx="29"/>
          </p:nvPr>
        </p:nvSpPr>
        <p:spPr>
          <a:xfrm>
            <a:off x="8140700" y="1389801"/>
            <a:ext cx="3600000" cy="1371600"/>
          </a:xfrm>
          <a:prstGeom prst="rect">
            <a:avLst/>
          </a:prstGeom>
          <a:solidFill>
            <a:schemeClr val="bg1">
              <a:lumMod val="95000"/>
            </a:schemeClr>
          </a:solidFill>
        </p:spPr>
        <p:txBody>
          <a:bodyPr>
            <a:noAutofit/>
          </a:bodyPr>
          <a:lstStyle/>
          <a:p>
            <a:r>
              <a:rPr lang="en-US"/>
              <a:t>Click icon to add picture</a:t>
            </a:r>
          </a:p>
        </p:txBody>
      </p:sp>
      <p:sp>
        <p:nvSpPr>
          <p:cNvPr id="2" name="Title 1">
            <a:extLst>
              <a:ext uri="{FF2B5EF4-FFF2-40B4-BE49-F238E27FC236}">
                <a16:creationId xmlns:a16="http://schemas.microsoft.com/office/drawing/2014/main" id="{A1E02B5D-C175-DE3C-BEC7-EB4A41870F21}"/>
              </a:ext>
            </a:extLst>
          </p:cNvPr>
          <p:cNvSpPr>
            <a:spLocks noGrp="1"/>
          </p:cNvSpPr>
          <p:nvPr>
            <p:ph type="title"/>
          </p:nvPr>
        </p:nvSpPr>
        <p:spPr>
          <a:xfrm>
            <a:off x="457200" y="723900"/>
            <a:ext cx="11271069" cy="457200"/>
          </a:xfrm>
        </p:spPr>
        <p:txBody>
          <a:bodyPr/>
          <a:lstStyle>
            <a:lvl1pPr>
              <a:defRPr b="1">
                <a:solidFill>
                  <a:schemeClr val="tx1"/>
                </a:solidFill>
                <a:latin typeface="+mn-lt"/>
              </a:defRPr>
            </a:lvl1pPr>
          </a:lstStyle>
          <a:p>
            <a:r>
              <a:rPr lang="en-US"/>
              <a:t>Click to edit Master title style</a:t>
            </a:r>
          </a:p>
        </p:txBody>
      </p:sp>
      <p:sp>
        <p:nvSpPr>
          <p:cNvPr id="4" name="Text Placeholder 10">
            <a:extLst>
              <a:ext uri="{FF2B5EF4-FFF2-40B4-BE49-F238E27FC236}">
                <a16:creationId xmlns:a16="http://schemas.microsoft.com/office/drawing/2014/main" id="{293C67F9-F2A6-3918-0A8D-555112C9F469}"/>
              </a:ext>
            </a:extLst>
          </p:cNvPr>
          <p:cNvSpPr>
            <a:spLocks noGrp="1"/>
          </p:cNvSpPr>
          <p:nvPr>
            <p:ph type="body" sz="quarter" idx="15" hasCustomPrompt="1"/>
          </p:nvPr>
        </p:nvSpPr>
        <p:spPr>
          <a:xfrm>
            <a:off x="457201" y="382446"/>
            <a:ext cx="2695074" cy="207101"/>
          </a:xfrm>
          <a:prstGeom prst="rect">
            <a:avLst/>
          </a:prstGeom>
        </p:spPr>
        <p:txBody>
          <a:bodyPr vert="horz" lIns="0" tIns="0" rIns="0" bIns="0" rtlCol="0">
            <a:noAutofit/>
          </a:bodyPr>
          <a:lstStyle>
            <a:lvl1pPr>
              <a:defRPr lang="en-US" sz="1000" cap="all" spc="300" baseline="0">
                <a:solidFill>
                  <a:schemeClr val="tx1"/>
                </a:solidFill>
                <a:latin typeface="Calibri" panose="020F0502020204030204" pitchFamily="34" charset="0"/>
              </a:defRPr>
            </a:lvl1pPr>
          </a:lstStyle>
          <a:p>
            <a:pPr lvl="0">
              <a:lnSpc>
                <a:spcPct val="100000"/>
              </a:lnSpc>
            </a:pPr>
            <a:r>
              <a:rPr lang="en-US"/>
              <a:t>Click to add section title</a:t>
            </a:r>
          </a:p>
        </p:txBody>
      </p:sp>
    </p:spTree>
    <p:extLst>
      <p:ext uri="{BB962C8B-B14F-4D97-AF65-F5344CB8AC3E}">
        <p14:creationId xmlns:p14="http://schemas.microsoft.com/office/powerpoint/2010/main" val="729460982"/>
      </p:ext>
    </p:extLst>
  </p:cSld>
  <p:clrMapOvr>
    <a:masterClrMapping/>
  </p:clrMapOvr>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Case Study-3 Pictures">
    <p:spTree>
      <p:nvGrpSpPr>
        <p:cNvPr id="1" name=""/>
        <p:cNvGrpSpPr/>
        <p:nvPr/>
      </p:nvGrpSpPr>
      <p:grpSpPr>
        <a:xfrm>
          <a:off x="0" y="0"/>
          <a:ext cx="0" cy="0"/>
          <a:chOff x="0" y="0"/>
          <a:chExt cx="0" cy="0"/>
        </a:xfrm>
      </p:grpSpPr>
      <p:sp>
        <p:nvSpPr>
          <p:cNvPr id="11" name="Title 1"/>
          <p:cNvSpPr>
            <a:spLocks noGrp="1"/>
          </p:cNvSpPr>
          <p:nvPr>
            <p:ph type="title"/>
          </p:nvPr>
        </p:nvSpPr>
        <p:spPr>
          <a:xfrm>
            <a:off x="457201" y="4124960"/>
            <a:ext cx="3312160" cy="246221"/>
          </a:xfrm>
        </p:spPr>
        <p:txBody>
          <a:bodyPr>
            <a:spAutoFit/>
          </a:bodyPr>
          <a:lstStyle>
            <a:lvl1pPr>
              <a:defRPr sz="1600" b="1">
                <a:solidFill>
                  <a:schemeClr val="tx1"/>
                </a:solidFill>
                <a:latin typeface="+mn-lt"/>
              </a:defRPr>
            </a:lvl1pPr>
          </a:lstStyle>
          <a:p>
            <a:r>
              <a:rPr lang="en-US"/>
              <a:t>Click to edit Master title style</a:t>
            </a:r>
          </a:p>
        </p:txBody>
      </p:sp>
      <p:sp>
        <p:nvSpPr>
          <p:cNvPr id="10" name="Text Placeholder 2">
            <a:extLst>
              <a:ext uri="{FF2B5EF4-FFF2-40B4-BE49-F238E27FC236}">
                <a16:creationId xmlns:a16="http://schemas.microsoft.com/office/drawing/2014/main" id="{DCFE7496-2B11-468F-A424-81EF7552D417}"/>
              </a:ext>
            </a:extLst>
          </p:cNvPr>
          <p:cNvSpPr>
            <a:spLocks noGrp="1"/>
          </p:cNvSpPr>
          <p:nvPr>
            <p:ph type="body" sz="quarter" idx="17" hasCustomPrompt="1"/>
          </p:nvPr>
        </p:nvSpPr>
        <p:spPr>
          <a:xfrm>
            <a:off x="469773" y="4502295"/>
            <a:ext cx="3299588" cy="802399"/>
          </a:xfrm>
          <a:prstGeom prst="rect">
            <a:avLst/>
          </a:prstGeom>
        </p:spPr>
        <p:txBody>
          <a:bodyPr wrap="square">
            <a:spAutoFit/>
          </a:bodyPr>
          <a:lstStyle>
            <a:lvl1pPr>
              <a:defRPr sz="1200">
                <a:solidFill>
                  <a:schemeClr val="tx1"/>
                </a:solidFill>
                <a:latin typeface="+mn-lt"/>
                <a:cs typeface="Calibri Light" panose="020F0302020204030204" pitchFamily="34" charset="0"/>
              </a:defRPr>
            </a:lvl1pPr>
            <a:lvl2pPr>
              <a:buNone/>
              <a:defRPr/>
            </a:lvl2pPr>
            <a:lvl3pPr>
              <a:buNone/>
              <a:defRPr/>
            </a:lvl3pPr>
          </a:lstStyle>
          <a:p>
            <a:pPr lvl="0"/>
            <a:r>
              <a:rPr lang="en-US"/>
              <a:t>Lorem Ipsum is simply dummy text of the printing and typesetting industry. Lorem Ipsum has been the industry's standard dummy text ever since the 1500s, when an unknown printer took a galley of type and</a:t>
            </a:r>
          </a:p>
        </p:txBody>
      </p:sp>
      <p:sp>
        <p:nvSpPr>
          <p:cNvPr id="13" name="Picture Placeholder 12">
            <a:extLst>
              <a:ext uri="{FF2B5EF4-FFF2-40B4-BE49-F238E27FC236}">
                <a16:creationId xmlns:a16="http://schemas.microsoft.com/office/drawing/2014/main" id="{256621FE-2493-434D-BD83-B0B78B101F25}"/>
              </a:ext>
            </a:extLst>
          </p:cNvPr>
          <p:cNvSpPr>
            <a:spLocks noGrp="1"/>
          </p:cNvSpPr>
          <p:nvPr>
            <p:ph type="pic" sz="quarter" idx="18"/>
          </p:nvPr>
        </p:nvSpPr>
        <p:spPr>
          <a:xfrm>
            <a:off x="0" y="0"/>
            <a:ext cx="4076700" cy="3429000"/>
          </a:xfrm>
          <a:prstGeom prst="rect">
            <a:avLst/>
          </a:prstGeom>
          <a:solidFill>
            <a:schemeClr val="bg2"/>
          </a:solidFill>
        </p:spPr>
        <p:txBody>
          <a:bodyPr/>
          <a:lstStyle/>
          <a:p>
            <a:r>
              <a:rPr lang="en-US"/>
              <a:t>Click icon to add picture</a:t>
            </a:r>
          </a:p>
        </p:txBody>
      </p:sp>
      <p:sp>
        <p:nvSpPr>
          <p:cNvPr id="14" name="Picture Placeholder 12">
            <a:extLst>
              <a:ext uri="{FF2B5EF4-FFF2-40B4-BE49-F238E27FC236}">
                <a16:creationId xmlns:a16="http://schemas.microsoft.com/office/drawing/2014/main" id="{2F7B19A9-71C0-403D-B507-22838A53F144}"/>
              </a:ext>
            </a:extLst>
          </p:cNvPr>
          <p:cNvSpPr>
            <a:spLocks noGrp="1"/>
          </p:cNvSpPr>
          <p:nvPr>
            <p:ph type="pic" sz="quarter" idx="19"/>
          </p:nvPr>
        </p:nvSpPr>
        <p:spPr>
          <a:xfrm>
            <a:off x="4076700" y="0"/>
            <a:ext cx="4064000" cy="3429000"/>
          </a:xfrm>
          <a:prstGeom prst="rect">
            <a:avLst/>
          </a:prstGeom>
          <a:solidFill>
            <a:schemeClr val="bg2"/>
          </a:solidFill>
        </p:spPr>
        <p:txBody>
          <a:bodyPr/>
          <a:lstStyle/>
          <a:p>
            <a:r>
              <a:rPr lang="en-US"/>
              <a:t>Click icon to add picture</a:t>
            </a:r>
          </a:p>
        </p:txBody>
      </p:sp>
      <p:sp>
        <p:nvSpPr>
          <p:cNvPr id="15" name="Picture Placeholder 12">
            <a:extLst>
              <a:ext uri="{FF2B5EF4-FFF2-40B4-BE49-F238E27FC236}">
                <a16:creationId xmlns:a16="http://schemas.microsoft.com/office/drawing/2014/main" id="{584A1708-3D5F-4AC2-B35F-FB446EFEB7C2}"/>
              </a:ext>
            </a:extLst>
          </p:cNvPr>
          <p:cNvSpPr>
            <a:spLocks noGrp="1"/>
          </p:cNvSpPr>
          <p:nvPr>
            <p:ph type="pic" sz="quarter" idx="20"/>
          </p:nvPr>
        </p:nvSpPr>
        <p:spPr>
          <a:xfrm>
            <a:off x="8140700" y="0"/>
            <a:ext cx="4064000" cy="3429000"/>
          </a:xfrm>
          <a:prstGeom prst="rect">
            <a:avLst/>
          </a:prstGeom>
          <a:solidFill>
            <a:schemeClr val="bg2"/>
          </a:solidFill>
        </p:spPr>
        <p:txBody>
          <a:bodyPr/>
          <a:lstStyle/>
          <a:p>
            <a:r>
              <a:rPr lang="en-US"/>
              <a:t>Click icon to add picture</a:t>
            </a:r>
          </a:p>
        </p:txBody>
      </p:sp>
      <p:sp>
        <p:nvSpPr>
          <p:cNvPr id="17" name="Text Placeholder 2">
            <a:extLst>
              <a:ext uri="{FF2B5EF4-FFF2-40B4-BE49-F238E27FC236}">
                <a16:creationId xmlns:a16="http://schemas.microsoft.com/office/drawing/2014/main" id="{97BF9D5A-73E5-43EB-95F4-FF5636951647}"/>
              </a:ext>
            </a:extLst>
          </p:cNvPr>
          <p:cNvSpPr>
            <a:spLocks noGrp="1"/>
          </p:cNvSpPr>
          <p:nvPr>
            <p:ph type="body" sz="quarter" idx="21" hasCustomPrompt="1"/>
          </p:nvPr>
        </p:nvSpPr>
        <p:spPr>
          <a:xfrm>
            <a:off x="4314697" y="4502295"/>
            <a:ext cx="3299588" cy="802399"/>
          </a:xfrm>
          <a:prstGeom prst="rect">
            <a:avLst/>
          </a:prstGeom>
        </p:spPr>
        <p:txBody>
          <a:bodyPr wrap="square">
            <a:spAutoFit/>
          </a:bodyPr>
          <a:lstStyle>
            <a:lvl1pPr>
              <a:defRPr sz="1200">
                <a:solidFill>
                  <a:schemeClr val="tx1"/>
                </a:solidFill>
                <a:latin typeface="+mn-lt"/>
                <a:cs typeface="Calibri Light" panose="020F0302020204030204" pitchFamily="34" charset="0"/>
              </a:defRPr>
            </a:lvl1pPr>
            <a:lvl2pPr>
              <a:buNone/>
              <a:defRPr/>
            </a:lvl2pPr>
            <a:lvl3pPr>
              <a:buNone/>
              <a:defRPr/>
            </a:lvl3pPr>
          </a:lstStyle>
          <a:p>
            <a:pPr lvl="0"/>
            <a:r>
              <a:rPr lang="en-US"/>
              <a:t>Lorem Ipsum is simply dummy text of the printing and typesetting industry. Lorem Ipsum has been the industry's standard dummy text ever since the 1500s, when an unknown printer took a galley of type and</a:t>
            </a:r>
          </a:p>
        </p:txBody>
      </p:sp>
      <p:sp>
        <p:nvSpPr>
          <p:cNvPr id="19" name="Text Placeholder 2">
            <a:extLst>
              <a:ext uri="{FF2B5EF4-FFF2-40B4-BE49-F238E27FC236}">
                <a16:creationId xmlns:a16="http://schemas.microsoft.com/office/drawing/2014/main" id="{6AC52B6B-2068-4BD5-8D7B-E2AA5CC142A6}"/>
              </a:ext>
            </a:extLst>
          </p:cNvPr>
          <p:cNvSpPr>
            <a:spLocks noGrp="1"/>
          </p:cNvSpPr>
          <p:nvPr>
            <p:ph type="body" sz="quarter" idx="22" hasCustomPrompt="1"/>
          </p:nvPr>
        </p:nvSpPr>
        <p:spPr>
          <a:xfrm>
            <a:off x="8406449" y="4502295"/>
            <a:ext cx="3299588" cy="802399"/>
          </a:xfrm>
          <a:prstGeom prst="rect">
            <a:avLst/>
          </a:prstGeom>
        </p:spPr>
        <p:txBody>
          <a:bodyPr wrap="square">
            <a:spAutoFit/>
          </a:bodyPr>
          <a:lstStyle>
            <a:lvl1pPr>
              <a:defRPr sz="1200">
                <a:solidFill>
                  <a:schemeClr val="tx1"/>
                </a:solidFill>
                <a:latin typeface="+mn-lt"/>
                <a:cs typeface="Calibri Light" panose="020F0302020204030204" pitchFamily="34" charset="0"/>
              </a:defRPr>
            </a:lvl1pPr>
            <a:lvl2pPr>
              <a:buNone/>
              <a:defRPr/>
            </a:lvl2pPr>
            <a:lvl3pPr>
              <a:buNone/>
              <a:defRPr/>
            </a:lvl3pPr>
          </a:lstStyle>
          <a:p>
            <a:pPr lvl="0"/>
            <a:r>
              <a:rPr lang="en-US"/>
              <a:t>Lorem Ipsum is simply dummy text of the printing and typesetting industry. Lorem Ipsum has been the industry's standard dummy text ever since the 1500s, when an unknown printer took a galley of type and</a:t>
            </a:r>
          </a:p>
        </p:txBody>
      </p:sp>
      <p:sp>
        <p:nvSpPr>
          <p:cNvPr id="4" name="Text Placeholder 3">
            <a:extLst>
              <a:ext uri="{FF2B5EF4-FFF2-40B4-BE49-F238E27FC236}">
                <a16:creationId xmlns:a16="http://schemas.microsoft.com/office/drawing/2014/main" id="{AC56DCAB-CD09-4E29-A907-70E7EBE0E688}"/>
              </a:ext>
            </a:extLst>
          </p:cNvPr>
          <p:cNvSpPr>
            <a:spLocks noGrp="1"/>
          </p:cNvSpPr>
          <p:nvPr>
            <p:ph type="body" sz="quarter" idx="23"/>
          </p:nvPr>
        </p:nvSpPr>
        <p:spPr>
          <a:xfrm>
            <a:off x="4302125" y="4124325"/>
            <a:ext cx="3311525" cy="246221"/>
          </a:xfrm>
          <a:prstGeom prst="rect">
            <a:avLst/>
          </a:prstGeom>
        </p:spPr>
        <p:txBody>
          <a:bodyPr vert="horz" lIns="0" tIns="0" rIns="0" bIns="0" rtlCol="0" anchor="t">
            <a:spAutoFit/>
          </a:bodyPr>
          <a:lstStyle>
            <a:lvl1pPr>
              <a:defRPr lang="en-US" sz="1600" b="1" smtClean="0"/>
            </a:lvl1pPr>
            <a:lvl2pPr>
              <a:defRPr lang="en-US" smtClean="0"/>
            </a:lvl2pPr>
            <a:lvl3pPr>
              <a:defRPr lang="en-US" smtClean="0"/>
            </a:lvl3pPr>
            <a:lvl4pPr>
              <a:defRPr lang="en-US" smtClean="0"/>
            </a:lvl4pPr>
            <a:lvl5pPr>
              <a:defRPr lang="en-US"/>
            </a:lvl5pPr>
          </a:lstStyle>
          <a:p>
            <a:pPr lvl="0">
              <a:lnSpc>
                <a:spcPct val="100000"/>
              </a:lnSpc>
              <a:spcBef>
                <a:spcPct val="0"/>
              </a:spcBef>
            </a:pPr>
            <a:r>
              <a:rPr lang="en-US"/>
              <a:t>Click to edit Master text styles</a:t>
            </a:r>
          </a:p>
        </p:txBody>
      </p:sp>
      <p:sp>
        <p:nvSpPr>
          <p:cNvPr id="6" name="Text Placeholder 5">
            <a:extLst>
              <a:ext uri="{FF2B5EF4-FFF2-40B4-BE49-F238E27FC236}">
                <a16:creationId xmlns:a16="http://schemas.microsoft.com/office/drawing/2014/main" id="{AC9A5C7D-52BE-42FF-9382-B63BBD810FDD}"/>
              </a:ext>
            </a:extLst>
          </p:cNvPr>
          <p:cNvSpPr>
            <a:spLocks noGrp="1"/>
          </p:cNvSpPr>
          <p:nvPr>
            <p:ph type="body" sz="quarter" idx="24"/>
          </p:nvPr>
        </p:nvSpPr>
        <p:spPr>
          <a:xfrm>
            <a:off x="8406449" y="4114800"/>
            <a:ext cx="3312160" cy="246221"/>
          </a:xfrm>
          <a:prstGeom prst="rect">
            <a:avLst/>
          </a:prstGeom>
        </p:spPr>
        <p:txBody>
          <a:bodyPr vert="horz" lIns="0" tIns="0" rIns="0" bIns="0" rtlCol="0" anchor="t">
            <a:spAutoFit/>
          </a:bodyPr>
          <a:lstStyle>
            <a:lvl1pPr>
              <a:defRPr lang="en-US" sz="1600" b="1" smtClean="0"/>
            </a:lvl1pPr>
            <a:lvl2pPr>
              <a:defRPr lang="en-US" smtClean="0"/>
            </a:lvl2pPr>
            <a:lvl3pPr>
              <a:defRPr lang="en-US" smtClean="0"/>
            </a:lvl3pPr>
            <a:lvl4pPr>
              <a:defRPr lang="en-US" smtClean="0"/>
            </a:lvl4pPr>
            <a:lvl5pPr>
              <a:defRPr lang="en-US"/>
            </a:lvl5pPr>
          </a:lstStyle>
          <a:p>
            <a:pPr lvl="0">
              <a:lnSpc>
                <a:spcPct val="100000"/>
              </a:lnSpc>
              <a:spcBef>
                <a:spcPct val="0"/>
              </a:spcBef>
            </a:pPr>
            <a:r>
              <a:rPr lang="en-US"/>
              <a:t>Click to edit Master text styles</a:t>
            </a:r>
          </a:p>
        </p:txBody>
      </p:sp>
    </p:spTree>
    <p:extLst>
      <p:ext uri="{BB962C8B-B14F-4D97-AF65-F5344CB8AC3E}">
        <p14:creationId xmlns:p14="http://schemas.microsoft.com/office/powerpoint/2010/main" val="628499744"/>
      </p:ext>
    </p:extLst>
  </p:cSld>
  <p:clrMapOvr>
    <a:masterClrMapping/>
  </p:clrMapOvr>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Case Study-4 Pictures-Leila">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256621FE-2493-434D-BD83-B0B78B101F25}"/>
              </a:ext>
            </a:extLst>
          </p:cNvPr>
          <p:cNvSpPr>
            <a:spLocks noGrp="1"/>
          </p:cNvSpPr>
          <p:nvPr>
            <p:ph type="pic" sz="quarter" idx="18"/>
          </p:nvPr>
        </p:nvSpPr>
        <p:spPr>
          <a:xfrm>
            <a:off x="-1" y="0"/>
            <a:ext cx="3060000" cy="3429000"/>
          </a:xfrm>
          <a:prstGeom prst="rect">
            <a:avLst/>
          </a:prstGeom>
          <a:solidFill>
            <a:schemeClr val="bg2"/>
          </a:solidFill>
        </p:spPr>
        <p:txBody>
          <a:bodyPr/>
          <a:lstStyle/>
          <a:p>
            <a:r>
              <a:rPr lang="en-US"/>
              <a:t>Click icon to add picture</a:t>
            </a:r>
          </a:p>
        </p:txBody>
      </p:sp>
      <p:sp>
        <p:nvSpPr>
          <p:cNvPr id="14" name="Picture Placeholder 12">
            <a:extLst>
              <a:ext uri="{FF2B5EF4-FFF2-40B4-BE49-F238E27FC236}">
                <a16:creationId xmlns:a16="http://schemas.microsoft.com/office/drawing/2014/main" id="{2F7B19A9-71C0-403D-B507-22838A53F144}"/>
              </a:ext>
            </a:extLst>
          </p:cNvPr>
          <p:cNvSpPr>
            <a:spLocks noGrp="1"/>
          </p:cNvSpPr>
          <p:nvPr>
            <p:ph type="pic" sz="quarter" idx="19"/>
          </p:nvPr>
        </p:nvSpPr>
        <p:spPr>
          <a:xfrm>
            <a:off x="3043999" y="0"/>
            <a:ext cx="3060000" cy="3429000"/>
          </a:xfrm>
          <a:prstGeom prst="rect">
            <a:avLst/>
          </a:prstGeom>
          <a:solidFill>
            <a:schemeClr val="bg2"/>
          </a:solidFill>
        </p:spPr>
        <p:txBody>
          <a:bodyPr/>
          <a:lstStyle/>
          <a:p>
            <a:r>
              <a:rPr lang="en-US"/>
              <a:t>Click icon to add picture</a:t>
            </a:r>
          </a:p>
        </p:txBody>
      </p:sp>
      <p:sp>
        <p:nvSpPr>
          <p:cNvPr id="15" name="Picture Placeholder 12">
            <a:extLst>
              <a:ext uri="{FF2B5EF4-FFF2-40B4-BE49-F238E27FC236}">
                <a16:creationId xmlns:a16="http://schemas.microsoft.com/office/drawing/2014/main" id="{584A1708-3D5F-4AC2-B35F-FB446EFEB7C2}"/>
              </a:ext>
            </a:extLst>
          </p:cNvPr>
          <p:cNvSpPr>
            <a:spLocks noGrp="1"/>
          </p:cNvSpPr>
          <p:nvPr>
            <p:ph type="pic" sz="quarter" idx="20"/>
          </p:nvPr>
        </p:nvSpPr>
        <p:spPr>
          <a:xfrm>
            <a:off x="6087999" y="0"/>
            <a:ext cx="3060000" cy="3429000"/>
          </a:xfrm>
          <a:prstGeom prst="rect">
            <a:avLst/>
          </a:prstGeom>
          <a:solidFill>
            <a:schemeClr val="bg2"/>
          </a:solidFill>
        </p:spPr>
        <p:txBody>
          <a:bodyPr/>
          <a:lstStyle/>
          <a:p>
            <a:r>
              <a:rPr lang="en-US"/>
              <a:t>Click icon to add picture</a:t>
            </a:r>
          </a:p>
        </p:txBody>
      </p:sp>
      <p:sp>
        <p:nvSpPr>
          <p:cNvPr id="2" name="Picture Placeholder 12">
            <a:extLst>
              <a:ext uri="{FF2B5EF4-FFF2-40B4-BE49-F238E27FC236}">
                <a16:creationId xmlns:a16="http://schemas.microsoft.com/office/drawing/2014/main" id="{4C3044EB-579C-1960-F9EB-F116665A7292}"/>
              </a:ext>
            </a:extLst>
          </p:cNvPr>
          <p:cNvSpPr>
            <a:spLocks noGrp="1"/>
          </p:cNvSpPr>
          <p:nvPr>
            <p:ph type="pic" sz="quarter" idx="25"/>
          </p:nvPr>
        </p:nvSpPr>
        <p:spPr>
          <a:xfrm>
            <a:off x="9132000" y="0"/>
            <a:ext cx="3060000" cy="3429000"/>
          </a:xfrm>
          <a:prstGeom prst="rect">
            <a:avLst/>
          </a:prstGeom>
          <a:solidFill>
            <a:schemeClr val="bg2"/>
          </a:solidFill>
        </p:spPr>
        <p:txBody>
          <a:bodyPr/>
          <a:lstStyle/>
          <a:p>
            <a:r>
              <a:rPr lang="en-US"/>
              <a:t>Click icon to add picture</a:t>
            </a:r>
          </a:p>
        </p:txBody>
      </p:sp>
      <p:sp>
        <p:nvSpPr>
          <p:cNvPr id="3" name="Text Placeholder 2">
            <a:extLst>
              <a:ext uri="{FF2B5EF4-FFF2-40B4-BE49-F238E27FC236}">
                <a16:creationId xmlns:a16="http://schemas.microsoft.com/office/drawing/2014/main" id="{C9D6271A-50EF-A83C-8073-0A6628457E18}"/>
              </a:ext>
            </a:extLst>
          </p:cNvPr>
          <p:cNvSpPr>
            <a:spLocks noGrp="1"/>
          </p:cNvSpPr>
          <p:nvPr>
            <p:ph type="body" sz="quarter" idx="16" hasCustomPrompt="1"/>
          </p:nvPr>
        </p:nvSpPr>
        <p:spPr>
          <a:xfrm>
            <a:off x="457200" y="3731479"/>
            <a:ext cx="2407920" cy="462114"/>
          </a:xfrm>
          <a:prstGeom prst="rect">
            <a:avLst/>
          </a:prstGeom>
        </p:spPr>
        <p:txBody>
          <a:bodyPr wrap="square">
            <a:spAutoFit/>
          </a:bodyPr>
          <a:lstStyle>
            <a:lvl1pPr>
              <a:defRPr sz="1400" b="1">
                <a:latin typeface="+mn-lt"/>
                <a:cs typeface="Calibri Light" panose="020F0302020204030204" pitchFamily="34" charset="0"/>
              </a:defRPr>
            </a:lvl1pPr>
          </a:lstStyle>
          <a:p>
            <a:pPr lvl="0"/>
            <a:r>
              <a:rPr lang="en-US"/>
              <a:t>Lorem ipsum dolor sit amet, consectetur adipiscing elit. </a:t>
            </a:r>
          </a:p>
        </p:txBody>
      </p:sp>
      <p:sp>
        <p:nvSpPr>
          <p:cNvPr id="5" name="Text Placeholder 2">
            <a:extLst>
              <a:ext uri="{FF2B5EF4-FFF2-40B4-BE49-F238E27FC236}">
                <a16:creationId xmlns:a16="http://schemas.microsoft.com/office/drawing/2014/main" id="{33A26170-4FED-69CC-E7CF-6F163320DA0C}"/>
              </a:ext>
            </a:extLst>
          </p:cNvPr>
          <p:cNvSpPr>
            <a:spLocks noGrp="1"/>
          </p:cNvSpPr>
          <p:nvPr>
            <p:ph type="body" sz="quarter" idx="26" hasCustomPrompt="1"/>
          </p:nvPr>
        </p:nvSpPr>
        <p:spPr>
          <a:xfrm>
            <a:off x="457200" y="4353444"/>
            <a:ext cx="2407920" cy="1208664"/>
          </a:xfrm>
          <a:prstGeom prst="rect">
            <a:avLst/>
          </a:prstGeom>
        </p:spPr>
        <p:txBody>
          <a:bodyPr wrap="square">
            <a:spAutoFit/>
          </a:bodyPr>
          <a:lstStyle>
            <a:lvl1pPr>
              <a:defRPr sz="1200">
                <a:latin typeface="+mn-lt"/>
                <a:cs typeface="Calibri Light" panose="020F0302020204030204" pitchFamily="34" charset="0"/>
              </a:defRPr>
            </a:lvl1pPr>
          </a:lstStyle>
          <a:p>
            <a:pPr lvl="0"/>
            <a:r>
              <a:rPr lang="en-US"/>
              <a:t>Lorem ipsum dolor sit amet, consectetur adipiscing elit. Leo luctus adipiscing feugiat viverra facilisi. Tristique aliquet tempor, tortor amet scelerisque fermentum. Venenatis, quam consequat netus magna</a:t>
            </a:r>
          </a:p>
        </p:txBody>
      </p:sp>
      <p:sp>
        <p:nvSpPr>
          <p:cNvPr id="7" name="Text Placeholder 2">
            <a:extLst>
              <a:ext uri="{FF2B5EF4-FFF2-40B4-BE49-F238E27FC236}">
                <a16:creationId xmlns:a16="http://schemas.microsoft.com/office/drawing/2014/main" id="{EFF5574A-DA2F-79E2-5257-E464C4DCBED9}"/>
              </a:ext>
            </a:extLst>
          </p:cNvPr>
          <p:cNvSpPr>
            <a:spLocks noGrp="1"/>
          </p:cNvSpPr>
          <p:nvPr>
            <p:ph type="body" sz="quarter" idx="27" hasCustomPrompt="1"/>
          </p:nvPr>
        </p:nvSpPr>
        <p:spPr>
          <a:xfrm>
            <a:off x="3370039" y="3731479"/>
            <a:ext cx="2407920" cy="462114"/>
          </a:xfrm>
          <a:prstGeom prst="rect">
            <a:avLst/>
          </a:prstGeom>
        </p:spPr>
        <p:txBody>
          <a:bodyPr wrap="square">
            <a:spAutoFit/>
          </a:bodyPr>
          <a:lstStyle>
            <a:lvl1pPr>
              <a:defRPr sz="1400" b="1">
                <a:latin typeface="+mn-lt"/>
                <a:cs typeface="Calibri Light" panose="020F0302020204030204" pitchFamily="34" charset="0"/>
              </a:defRPr>
            </a:lvl1pPr>
          </a:lstStyle>
          <a:p>
            <a:pPr lvl="0"/>
            <a:r>
              <a:rPr lang="en-US"/>
              <a:t>Lorem ipsum dolor sit amet, consectetur adipiscing elit. </a:t>
            </a:r>
          </a:p>
        </p:txBody>
      </p:sp>
      <p:sp>
        <p:nvSpPr>
          <p:cNvPr id="8" name="Text Placeholder 2">
            <a:extLst>
              <a:ext uri="{FF2B5EF4-FFF2-40B4-BE49-F238E27FC236}">
                <a16:creationId xmlns:a16="http://schemas.microsoft.com/office/drawing/2014/main" id="{2E50C4C1-6951-43AE-9158-49572E0C92C6}"/>
              </a:ext>
            </a:extLst>
          </p:cNvPr>
          <p:cNvSpPr>
            <a:spLocks noGrp="1"/>
          </p:cNvSpPr>
          <p:nvPr>
            <p:ph type="body" sz="quarter" idx="28" hasCustomPrompt="1"/>
          </p:nvPr>
        </p:nvSpPr>
        <p:spPr>
          <a:xfrm>
            <a:off x="3370039" y="4353444"/>
            <a:ext cx="2407920" cy="1208664"/>
          </a:xfrm>
          <a:prstGeom prst="rect">
            <a:avLst/>
          </a:prstGeom>
        </p:spPr>
        <p:txBody>
          <a:bodyPr wrap="square">
            <a:spAutoFit/>
          </a:bodyPr>
          <a:lstStyle>
            <a:lvl1pPr>
              <a:defRPr sz="1200">
                <a:latin typeface="+mn-lt"/>
                <a:cs typeface="Calibri Light" panose="020F0302020204030204" pitchFamily="34" charset="0"/>
              </a:defRPr>
            </a:lvl1pPr>
          </a:lstStyle>
          <a:p>
            <a:pPr lvl="0"/>
            <a:r>
              <a:rPr lang="en-US"/>
              <a:t>Lorem ipsum dolor sit amet, consectetur adipiscing elit. Leo luctus adipiscing feugiat viverra facilisi. Tristique aliquet tempor, tortor amet scelerisque fermentum. Venenatis, quam consequat netus magna</a:t>
            </a:r>
          </a:p>
        </p:txBody>
      </p:sp>
      <p:sp>
        <p:nvSpPr>
          <p:cNvPr id="9" name="Text Placeholder 2">
            <a:extLst>
              <a:ext uri="{FF2B5EF4-FFF2-40B4-BE49-F238E27FC236}">
                <a16:creationId xmlns:a16="http://schemas.microsoft.com/office/drawing/2014/main" id="{7000C3D5-7B7C-EDA2-9F53-869EC3327CCF}"/>
              </a:ext>
            </a:extLst>
          </p:cNvPr>
          <p:cNvSpPr>
            <a:spLocks noGrp="1"/>
          </p:cNvSpPr>
          <p:nvPr>
            <p:ph type="body" sz="quarter" idx="21" hasCustomPrompt="1"/>
          </p:nvPr>
        </p:nvSpPr>
        <p:spPr>
          <a:xfrm>
            <a:off x="6414039" y="3731479"/>
            <a:ext cx="2407920" cy="462114"/>
          </a:xfrm>
          <a:prstGeom prst="rect">
            <a:avLst/>
          </a:prstGeom>
        </p:spPr>
        <p:txBody>
          <a:bodyPr wrap="square">
            <a:spAutoFit/>
          </a:bodyPr>
          <a:lstStyle>
            <a:lvl1pPr>
              <a:defRPr sz="1400" b="1">
                <a:latin typeface="+mn-lt"/>
                <a:cs typeface="Calibri Light" panose="020F0302020204030204" pitchFamily="34" charset="0"/>
              </a:defRPr>
            </a:lvl1pPr>
          </a:lstStyle>
          <a:p>
            <a:pPr lvl="0"/>
            <a:r>
              <a:rPr lang="en-US"/>
              <a:t>Lorem ipsum dolor sit amet, consectetur adipiscing elit. </a:t>
            </a:r>
          </a:p>
        </p:txBody>
      </p:sp>
      <p:sp>
        <p:nvSpPr>
          <p:cNvPr id="12" name="Text Placeholder 2">
            <a:extLst>
              <a:ext uri="{FF2B5EF4-FFF2-40B4-BE49-F238E27FC236}">
                <a16:creationId xmlns:a16="http://schemas.microsoft.com/office/drawing/2014/main" id="{E9AE19AD-1845-6345-DD33-3FC9CF1784E4}"/>
              </a:ext>
            </a:extLst>
          </p:cNvPr>
          <p:cNvSpPr>
            <a:spLocks noGrp="1"/>
          </p:cNvSpPr>
          <p:nvPr>
            <p:ph type="body" sz="quarter" idx="22" hasCustomPrompt="1"/>
          </p:nvPr>
        </p:nvSpPr>
        <p:spPr>
          <a:xfrm>
            <a:off x="6414039" y="4353444"/>
            <a:ext cx="2407920" cy="1208664"/>
          </a:xfrm>
          <a:prstGeom prst="rect">
            <a:avLst/>
          </a:prstGeom>
        </p:spPr>
        <p:txBody>
          <a:bodyPr wrap="square">
            <a:spAutoFit/>
          </a:bodyPr>
          <a:lstStyle>
            <a:lvl1pPr>
              <a:defRPr sz="1200">
                <a:latin typeface="+mn-lt"/>
                <a:cs typeface="Calibri Light" panose="020F0302020204030204" pitchFamily="34" charset="0"/>
              </a:defRPr>
            </a:lvl1pPr>
          </a:lstStyle>
          <a:p>
            <a:pPr lvl="0"/>
            <a:r>
              <a:rPr lang="en-US"/>
              <a:t>Lorem ipsum dolor sit amet, consectetur adipiscing elit. Leo luctus adipiscing feugiat viverra facilisi. Tristique aliquet tempor, tortor amet scelerisque fermentum. Venenatis, quam consequat netus magna</a:t>
            </a:r>
          </a:p>
        </p:txBody>
      </p:sp>
      <p:sp>
        <p:nvSpPr>
          <p:cNvPr id="16" name="Text Placeholder 2">
            <a:extLst>
              <a:ext uri="{FF2B5EF4-FFF2-40B4-BE49-F238E27FC236}">
                <a16:creationId xmlns:a16="http://schemas.microsoft.com/office/drawing/2014/main" id="{EFF38F98-219B-60E4-DEE4-A49FED7181F5}"/>
              </a:ext>
            </a:extLst>
          </p:cNvPr>
          <p:cNvSpPr>
            <a:spLocks noGrp="1"/>
          </p:cNvSpPr>
          <p:nvPr>
            <p:ph type="body" sz="quarter" idx="23" hasCustomPrompt="1"/>
          </p:nvPr>
        </p:nvSpPr>
        <p:spPr>
          <a:xfrm>
            <a:off x="9326880" y="3731479"/>
            <a:ext cx="2407920" cy="462114"/>
          </a:xfrm>
          <a:prstGeom prst="rect">
            <a:avLst/>
          </a:prstGeom>
        </p:spPr>
        <p:txBody>
          <a:bodyPr wrap="square">
            <a:spAutoFit/>
          </a:bodyPr>
          <a:lstStyle>
            <a:lvl1pPr>
              <a:defRPr sz="1400" b="1">
                <a:latin typeface="+mn-lt"/>
                <a:cs typeface="Calibri Light" panose="020F0302020204030204" pitchFamily="34" charset="0"/>
              </a:defRPr>
            </a:lvl1pPr>
          </a:lstStyle>
          <a:p>
            <a:pPr lvl="0"/>
            <a:r>
              <a:rPr lang="en-US"/>
              <a:t>Lorem ipsum dolor sit amet, consectetur adipiscing elit. </a:t>
            </a:r>
          </a:p>
        </p:txBody>
      </p:sp>
      <p:sp>
        <p:nvSpPr>
          <p:cNvPr id="18" name="Text Placeholder 2">
            <a:extLst>
              <a:ext uri="{FF2B5EF4-FFF2-40B4-BE49-F238E27FC236}">
                <a16:creationId xmlns:a16="http://schemas.microsoft.com/office/drawing/2014/main" id="{76073D28-63C4-4EAB-D10E-E4C9A179B803}"/>
              </a:ext>
            </a:extLst>
          </p:cNvPr>
          <p:cNvSpPr>
            <a:spLocks noGrp="1"/>
          </p:cNvSpPr>
          <p:nvPr>
            <p:ph type="body" sz="quarter" idx="24" hasCustomPrompt="1"/>
          </p:nvPr>
        </p:nvSpPr>
        <p:spPr>
          <a:xfrm>
            <a:off x="9326880" y="4353444"/>
            <a:ext cx="2407920" cy="1208664"/>
          </a:xfrm>
          <a:prstGeom prst="rect">
            <a:avLst/>
          </a:prstGeom>
        </p:spPr>
        <p:txBody>
          <a:bodyPr wrap="square">
            <a:spAutoFit/>
          </a:bodyPr>
          <a:lstStyle>
            <a:lvl1pPr>
              <a:defRPr sz="1200">
                <a:latin typeface="+mn-lt"/>
                <a:cs typeface="Calibri Light" panose="020F0302020204030204" pitchFamily="34" charset="0"/>
              </a:defRPr>
            </a:lvl1pPr>
          </a:lstStyle>
          <a:p>
            <a:pPr lvl="0"/>
            <a:r>
              <a:rPr lang="en-US"/>
              <a:t>Lorem ipsum dolor sit amet, consectetur adipiscing elit. Leo luctus adipiscing feugiat viverra facilisi. Tristique aliquet tempor, tortor amet scelerisque fermentum. Venenatis, quam consequat netus magna</a:t>
            </a:r>
          </a:p>
        </p:txBody>
      </p:sp>
    </p:spTree>
    <p:extLst>
      <p:ext uri="{BB962C8B-B14F-4D97-AF65-F5344CB8AC3E}">
        <p14:creationId xmlns:p14="http://schemas.microsoft.com/office/powerpoint/2010/main" val="1853658086"/>
      </p:ext>
    </p:extLst>
  </p:cSld>
  <p:clrMapOvr>
    <a:masterClrMapping/>
  </p:clrMapOvr>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Case Study-4 Pictures">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256621FE-2493-434D-BD83-B0B78B101F25}"/>
              </a:ext>
            </a:extLst>
          </p:cNvPr>
          <p:cNvSpPr>
            <a:spLocks noGrp="1"/>
          </p:cNvSpPr>
          <p:nvPr>
            <p:ph type="pic" sz="quarter" idx="18"/>
          </p:nvPr>
        </p:nvSpPr>
        <p:spPr>
          <a:xfrm>
            <a:off x="-1" y="0"/>
            <a:ext cx="3045667" cy="6858000"/>
          </a:xfrm>
          <a:prstGeom prst="rect">
            <a:avLst/>
          </a:prstGeom>
          <a:solidFill>
            <a:schemeClr val="bg2"/>
          </a:solidFill>
        </p:spPr>
        <p:txBody>
          <a:bodyPr/>
          <a:lstStyle/>
          <a:p>
            <a:r>
              <a:rPr lang="en-US"/>
              <a:t>Click icon to add picture</a:t>
            </a:r>
          </a:p>
        </p:txBody>
      </p:sp>
      <p:sp>
        <p:nvSpPr>
          <p:cNvPr id="16" name="Picture Placeholder 12">
            <a:extLst>
              <a:ext uri="{FF2B5EF4-FFF2-40B4-BE49-F238E27FC236}">
                <a16:creationId xmlns:a16="http://schemas.microsoft.com/office/drawing/2014/main" id="{95D56692-426B-4F40-8BC1-45B989D44140}"/>
              </a:ext>
            </a:extLst>
          </p:cNvPr>
          <p:cNvSpPr>
            <a:spLocks noGrp="1"/>
          </p:cNvSpPr>
          <p:nvPr>
            <p:ph type="pic" sz="quarter" idx="19"/>
          </p:nvPr>
        </p:nvSpPr>
        <p:spPr>
          <a:xfrm>
            <a:off x="3048777" y="0"/>
            <a:ext cx="3045667" cy="6858000"/>
          </a:xfrm>
          <a:prstGeom prst="rect">
            <a:avLst/>
          </a:prstGeom>
          <a:solidFill>
            <a:schemeClr val="bg2"/>
          </a:solidFill>
        </p:spPr>
        <p:txBody>
          <a:bodyPr/>
          <a:lstStyle/>
          <a:p>
            <a:r>
              <a:rPr lang="en-US"/>
              <a:t>Click icon to add picture</a:t>
            </a:r>
          </a:p>
        </p:txBody>
      </p:sp>
      <p:sp>
        <p:nvSpPr>
          <p:cNvPr id="18" name="Picture Placeholder 12">
            <a:extLst>
              <a:ext uri="{FF2B5EF4-FFF2-40B4-BE49-F238E27FC236}">
                <a16:creationId xmlns:a16="http://schemas.microsoft.com/office/drawing/2014/main" id="{32D43E18-54F7-4125-A364-D733497B4F32}"/>
              </a:ext>
            </a:extLst>
          </p:cNvPr>
          <p:cNvSpPr>
            <a:spLocks noGrp="1"/>
          </p:cNvSpPr>
          <p:nvPr>
            <p:ph type="pic" sz="quarter" idx="20"/>
          </p:nvPr>
        </p:nvSpPr>
        <p:spPr>
          <a:xfrm>
            <a:off x="6097555" y="0"/>
            <a:ext cx="3045667" cy="6858000"/>
          </a:xfrm>
          <a:prstGeom prst="rect">
            <a:avLst/>
          </a:prstGeom>
          <a:solidFill>
            <a:schemeClr val="bg2"/>
          </a:solidFill>
        </p:spPr>
        <p:txBody>
          <a:bodyPr/>
          <a:lstStyle/>
          <a:p>
            <a:r>
              <a:rPr lang="en-US"/>
              <a:t>Click icon to add picture</a:t>
            </a:r>
          </a:p>
        </p:txBody>
      </p:sp>
      <p:sp>
        <p:nvSpPr>
          <p:cNvPr id="20" name="Picture Placeholder 12">
            <a:extLst>
              <a:ext uri="{FF2B5EF4-FFF2-40B4-BE49-F238E27FC236}">
                <a16:creationId xmlns:a16="http://schemas.microsoft.com/office/drawing/2014/main" id="{0D751945-7936-4E08-A1DF-7F344072146F}"/>
              </a:ext>
            </a:extLst>
          </p:cNvPr>
          <p:cNvSpPr>
            <a:spLocks noGrp="1"/>
          </p:cNvSpPr>
          <p:nvPr>
            <p:ph type="pic" sz="quarter" idx="21"/>
          </p:nvPr>
        </p:nvSpPr>
        <p:spPr>
          <a:xfrm>
            <a:off x="9146333" y="0"/>
            <a:ext cx="3045667" cy="6858000"/>
          </a:xfrm>
          <a:prstGeom prst="rect">
            <a:avLst/>
          </a:prstGeom>
          <a:solidFill>
            <a:schemeClr val="bg2"/>
          </a:solidFill>
        </p:spPr>
        <p:txBody>
          <a:bodyPr/>
          <a:lstStyle/>
          <a:p>
            <a:r>
              <a:rPr lang="en-US"/>
              <a:t>Click icon to add picture</a:t>
            </a:r>
          </a:p>
        </p:txBody>
      </p:sp>
      <p:pic>
        <p:nvPicPr>
          <p:cNvPr id="2" name="Graphic 1">
            <a:extLst>
              <a:ext uri="{FF2B5EF4-FFF2-40B4-BE49-F238E27FC236}">
                <a16:creationId xmlns:a16="http://schemas.microsoft.com/office/drawing/2014/main" id="{0F219C23-5248-6A23-1656-7F24D37DB200}"/>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57201" y="6438901"/>
            <a:ext cx="540540" cy="190499"/>
          </a:xfrm>
          <a:prstGeom prst="rect">
            <a:avLst/>
          </a:prstGeom>
        </p:spPr>
      </p:pic>
      <p:sp>
        <p:nvSpPr>
          <p:cNvPr id="4" name="TextBox 3">
            <a:extLst>
              <a:ext uri="{FF2B5EF4-FFF2-40B4-BE49-F238E27FC236}">
                <a16:creationId xmlns:a16="http://schemas.microsoft.com/office/drawing/2014/main" id="{9D0F7879-EF16-5C25-BC5F-DF85AD10BA3F}"/>
              </a:ext>
            </a:extLst>
          </p:cNvPr>
          <p:cNvSpPr txBox="1"/>
          <p:nvPr userDrawn="1"/>
        </p:nvSpPr>
        <p:spPr>
          <a:xfrm>
            <a:off x="10048875" y="6406590"/>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tx1"/>
                </a:solidFill>
              </a:rPr>
              <a:t>EPAM Proprietary &amp; Confidential.</a:t>
            </a:r>
          </a:p>
        </p:txBody>
      </p:sp>
      <p:sp>
        <p:nvSpPr>
          <p:cNvPr id="5" name="Text Placeholder 3">
            <a:extLst>
              <a:ext uri="{FF2B5EF4-FFF2-40B4-BE49-F238E27FC236}">
                <a16:creationId xmlns:a16="http://schemas.microsoft.com/office/drawing/2014/main" id="{47931746-EE72-E501-E583-1218E82991FF}"/>
              </a:ext>
            </a:extLst>
          </p:cNvPr>
          <p:cNvSpPr txBox="1"/>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smtClean="0"/>
              <a:pPr lvl="0"/>
              <a:t>‹#›</a:t>
            </a:fld>
            <a:endParaRPr lang="en-US" sz="1000"/>
          </a:p>
        </p:txBody>
      </p:sp>
    </p:spTree>
    <p:extLst>
      <p:ext uri="{BB962C8B-B14F-4D97-AF65-F5344CB8AC3E}">
        <p14:creationId xmlns:p14="http://schemas.microsoft.com/office/powerpoint/2010/main" val="3076135773"/>
      </p:ext>
    </p:extLst>
  </p:cSld>
  <p:clrMapOvr>
    <a:masterClrMapping/>
  </p:clrMapOvr>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Full Picture">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3BE84340-BD33-8E44-99AA-69963886122B}"/>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p>
        </p:txBody>
      </p:sp>
    </p:spTree>
    <p:extLst>
      <p:ext uri="{BB962C8B-B14F-4D97-AF65-F5344CB8AC3E}">
        <p14:creationId xmlns:p14="http://schemas.microsoft.com/office/powerpoint/2010/main" val="1528525907"/>
      </p:ext>
    </p:extLst>
  </p:cSld>
  <p:clrMapOvr>
    <a:masterClrMapping/>
  </p:clrMapOvr>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32DEA7B-FE87-E4A3-0E28-5A6940077AAF}"/>
              </a:ext>
            </a:extLst>
          </p:cNvPr>
          <p:cNvSpPr/>
          <p:nvPr userDrawn="1"/>
        </p:nvSpPr>
        <p:spPr bwMode="auto">
          <a:xfrm>
            <a:off x="1020000" y="999000"/>
            <a:ext cx="10152000" cy="4860000"/>
          </a:xfrm>
          <a:prstGeom prst="rect">
            <a:avLst/>
          </a:prstGeom>
          <a:gradFill>
            <a:gsLst>
              <a:gs pos="66000">
                <a:schemeClr val="accent5"/>
              </a:gs>
              <a:gs pos="0">
                <a:schemeClr val="accent2"/>
              </a:gs>
              <a:gs pos="100000">
                <a:schemeClr val="accent4"/>
              </a:gs>
            </a:gsLst>
            <a:lin ang="1800000" scaled="0"/>
          </a:gradFill>
          <a:ln>
            <a:noFill/>
          </a:ln>
          <a:effectLst/>
        </p:spPr>
        <p:txBody>
          <a:bodyPr wrap="square" lIns="0" tIns="0" rIns="0" bIns="0" rtlCol="0" anchor="ctr"/>
          <a:lstStyle/>
          <a:p>
            <a:pPr lvl="0" algn="ctr"/>
            <a:endParaRPr lang="en-US" sz="2400">
              <a:solidFill>
                <a:schemeClr val="bg1"/>
              </a:solidFill>
              <a:latin typeface="Calibri Light" panose="020F0302020204030204" pitchFamily="34" charset="0"/>
              <a:ea typeface="Human Sans ExtraLight" charset="0"/>
              <a:cs typeface="Human Sans ExtraLight" charset="0"/>
            </a:endParaRPr>
          </a:p>
        </p:txBody>
      </p:sp>
      <p:sp>
        <p:nvSpPr>
          <p:cNvPr id="9" name="Title 8">
            <a:extLst>
              <a:ext uri="{FF2B5EF4-FFF2-40B4-BE49-F238E27FC236}">
                <a16:creationId xmlns:a16="http://schemas.microsoft.com/office/drawing/2014/main" id="{388A2ACC-EFED-3CEF-B58F-EA44CFA34596}"/>
              </a:ext>
            </a:extLst>
          </p:cNvPr>
          <p:cNvSpPr>
            <a:spLocks noGrp="1"/>
          </p:cNvSpPr>
          <p:nvPr>
            <p:ph type="title" hasCustomPrompt="1"/>
          </p:nvPr>
        </p:nvSpPr>
        <p:spPr>
          <a:xfrm>
            <a:off x="2149475" y="2464175"/>
            <a:ext cx="7899400" cy="615553"/>
          </a:xfrm>
          <a:prstGeom prst="rect">
            <a:avLst/>
          </a:prstGeom>
        </p:spPr>
        <p:txBody>
          <a:bodyPr vert="horz" wrap="square" lIns="0" tIns="0" rIns="0" bIns="0" rtlCol="0" anchor="t">
            <a:spAutoFit/>
          </a:bodyPr>
          <a:lstStyle>
            <a:lvl1pPr>
              <a:defRPr lang="en-US" sz="4000" b="0" i="0" spc="0">
                <a:solidFill>
                  <a:schemeClr val="bg1"/>
                </a:solidFill>
                <a:effectLst/>
                <a:latin typeface="Calibri Light" panose="020F0302020204030204" pitchFamily="34" charset="0"/>
                <a:cs typeface="Calibri Light" panose="020F0302020204030204" pitchFamily="34" charset="0"/>
              </a:defRPr>
            </a:lvl1pPr>
          </a:lstStyle>
          <a:p>
            <a:pPr lvl="0"/>
            <a:r>
              <a:rPr lang="en-US"/>
              <a:t>Insert your quote here</a:t>
            </a:r>
          </a:p>
        </p:txBody>
      </p:sp>
      <p:sp>
        <p:nvSpPr>
          <p:cNvPr id="2" name="Title 8">
            <a:extLst>
              <a:ext uri="{FF2B5EF4-FFF2-40B4-BE49-F238E27FC236}">
                <a16:creationId xmlns:a16="http://schemas.microsoft.com/office/drawing/2014/main" id="{A967559A-5EC8-8B92-65E3-76928C972876}"/>
              </a:ext>
            </a:extLst>
          </p:cNvPr>
          <p:cNvSpPr txBox="1"/>
          <p:nvPr userDrawn="1"/>
        </p:nvSpPr>
        <p:spPr>
          <a:xfrm>
            <a:off x="2062976" y="1531155"/>
            <a:ext cx="1248633" cy="1477328"/>
          </a:xfrm>
          <a:prstGeom prst="rect">
            <a:avLst/>
          </a:prstGeom>
        </p:spPr>
        <p:txBody>
          <a:bodyPr vert="horz" wrap="square" lIns="0" tIns="0" rIns="0" bIns="0" rtlCol="0" anchor="t">
            <a:spAutoFit/>
          </a:bodyPr>
          <a:lstStyle>
            <a:lvl1pPr algn="l" defTabSz="914400" rtl="0" eaLnBrk="1" latinLnBrk="0" hangingPunct="1">
              <a:lnSpc>
                <a:spcPct val="100000"/>
              </a:lnSpc>
              <a:spcBef>
                <a:spcPct val="0"/>
              </a:spcBef>
              <a:buNone/>
              <a:defRPr lang="en-US" sz="4000" b="0" i="0" kern="1200" spc="0">
                <a:gradFill>
                  <a:gsLst>
                    <a:gs pos="50000">
                      <a:schemeClr val="accent2"/>
                    </a:gs>
                    <a:gs pos="70000">
                      <a:schemeClr val="accent5"/>
                    </a:gs>
                    <a:gs pos="100000">
                      <a:schemeClr val="accent4"/>
                    </a:gs>
                  </a:gsLst>
                  <a:lin ang="1200000" scaled="0"/>
                </a:gradFill>
                <a:effectLst/>
                <a:latin typeface="Calibri Light" panose="020F0302020204030204" pitchFamily="34" charset="0"/>
                <a:ea typeface="Calibri" panose="020F0502020204030204" pitchFamily="34" charset="0"/>
                <a:cs typeface="Calibri Light" panose="020F0302020204030204" pitchFamily="34" charset="0"/>
              </a:defRPr>
            </a:lvl1pPr>
          </a:lstStyle>
          <a:p>
            <a:r>
              <a:rPr lang="en-GB" sz="9600">
                <a:solidFill>
                  <a:schemeClr val="bg1"/>
                </a:solidFill>
              </a:rPr>
              <a:t>“</a:t>
            </a:r>
          </a:p>
        </p:txBody>
      </p:sp>
    </p:spTree>
    <p:extLst>
      <p:ext uri="{BB962C8B-B14F-4D97-AF65-F5344CB8AC3E}">
        <p14:creationId xmlns:p14="http://schemas.microsoft.com/office/powerpoint/2010/main" val="1456843651"/>
      </p:ext>
    </p:extLst>
  </p:cSld>
  <p:clrMapOvr>
    <a:masterClrMapping/>
  </p:clrMapOvr>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Thank_you">
    <p:bg>
      <p:bgPr>
        <a:solidFill>
          <a:schemeClr val="tx1"/>
        </a:solidFill>
        <a:effectLst/>
      </p:bgPr>
    </p:bg>
    <p:spTree>
      <p:nvGrpSpPr>
        <p:cNvPr id="1" name=""/>
        <p:cNvGrpSpPr/>
        <p:nvPr/>
      </p:nvGrpSpPr>
      <p:grpSpPr>
        <a:xfrm>
          <a:off x="0" y="0"/>
          <a:ext cx="0" cy="0"/>
          <a:chOff x="0" y="0"/>
          <a:chExt cx="0" cy="0"/>
        </a:xfrm>
      </p:grpSpPr>
      <p:sp>
        <p:nvSpPr>
          <p:cNvPr id="6" name="Text Placeholder 2">
            <a:extLst>
              <a:ext uri="{FF2B5EF4-FFF2-40B4-BE49-F238E27FC236}">
                <a16:creationId xmlns:a16="http://schemas.microsoft.com/office/drawing/2014/main" id="{32B93596-9EFA-D1CF-1891-B79E8C134296}"/>
              </a:ext>
            </a:extLst>
          </p:cNvPr>
          <p:cNvSpPr>
            <a:spLocks noGrp="1"/>
          </p:cNvSpPr>
          <p:nvPr>
            <p:ph type="body" sz="quarter" idx="12"/>
          </p:nvPr>
        </p:nvSpPr>
        <p:spPr>
          <a:xfrm>
            <a:off x="6008594" y="1585875"/>
            <a:ext cx="3827462" cy="257250"/>
          </a:xfrm>
          <a:prstGeom prst="rect">
            <a:avLst/>
          </a:prstGeom>
        </p:spPr>
        <p:txBody>
          <a:bodyPr/>
          <a:lstStyle>
            <a:lvl1pPr>
              <a:defRPr sz="1600" b="0" i="0">
                <a:solidFill>
                  <a:schemeClr val="bg1"/>
                </a:solidFill>
                <a:latin typeface="Calibri" panose="020F0502020204030204" pitchFamily="34" charset="0"/>
                <a:cs typeface="Calibri" panose="020F0502020204030204" pitchFamily="34" charset="0"/>
              </a:defRPr>
            </a:lvl1pPr>
          </a:lstStyle>
          <a:p>
            <a:pPr lvl="0"/>
            <a:r>
              <a:rPr lang="en-US"/>
              <a:t>Click to edit Master text styles</a:t>
            </a:r>
          </a:p>
        </p:txBody>
      </p:sp>
      <p:sp>
        <p:nvSpPr>
          <p:cNvPr id="7" name="Text Placeholder 3">
            <a:extLst>
              <a:ext uri="{FF2B5EF4-FFF2-40B4-BE49-F238E27FC236}">
                <a16:creationId xmlns:a16="http://schemas.microsoft.com/office/drawing/2014/main" id="{6FDC7A20-9DDC-243D-12E0-D419647A673B}"/>
              </a:ext>
            </a:extLst>
          </p:cNvPr>
          <p:cNvSpPr>
            <a:spLocks noGrp="1"/>
          </p:cNvSpPr>
          <p:nvPr>
            <p:ph type="body" sz="quarter" idx="13"/>
          </p:nvPr>
        </p:nvSpPr>
        <p:spPr>
          <a:xfrm>
            <a:off x="6008594" y="2359058"/>
            <a:ext cx="3827462" cy="289438"/>
          </a:xfrm>
          <a:prstGeom prst="rect">
            <a:avLst/>
          </a:prstGeom>
        </p:spPr>
        <p:txBody>
          <a:bodyPr/>
          <a:lstStyle>
            <a:lvl1pPr>
              <a:defRPr sz="1800" b="1" i="0">
                <a:solidFill>
                  <a:schemeClr val="accent2"/>
                </a:solidFill>
                <a:latin typeface="Calibri" panose="020F0502020204030204" pitchFamily="34" charset="0"/>
                <a:cs typeface="Calibri" panose="020F0502020204030204" pitchFamily="34" charset="0"/>
              </a:defRPr>
            </a:lvl1pPr>
          </a:lstStyle>
          <a:p>
            <a:pPr lvl="0"/>
            <a:r>
              <a:rPr lang="en-US"/>
              <a:t>Click to edit Master text styles</a:t>
            </a:r>
          </a:p>
        </p:txBody>
      </p:sp>
      <p:sp>
        <p:nvSpPr>
          <p:cNvPr id="8" name="Text Placeholder 4">
            <a:extLst>
              <a:ext uri="{FF2B5EF4-FFF2-40B4-BE49-F238E27FC236}">
                <a16:creationId xmlns:a16="http://schemas.microsoft.com/office/drawing/2014/main" id="{DF0BB83A-8F61-9449-F88A-D14428FB92FB}"/>
              </a:ext>
            </a:extLst>
          </p:cNvPr>
          <p:cNvSpPr>
            <a:spLocks noGrp="1"/>
          </p:cNvSpPr>
          <p:nvPr>
            <p:ph type="body" sz="quarter" idx="14"/>
          </p:nvPr>
        </p:nvSpPr>
        <p:spPr>
          <a:xfrm>
            <a:off x="6008594" y="2744373"/>
            <a:ext cx="3827462" cy="225126"/>
          </a:xfrm>
          <a:prstGeom prst="rect">
            <a:avLst/>
          </a:prstGeom>
        </p:spPr>
        <p:txBody>
          <a:bodyPr/>
          <a:lstStyle>
            <a:lvl1pPr>
              <a:defRPr sz="1400" b="0" i="0">
                <a:solidFill>
                  <a:schemeClr val="accent2"/>
                </a:solidFill>
                <a:latin typeface="Calibri Light" panose="020F0302020204030204" pitchFamily="34" charset="0"/>
                <a:cs typeface="Calibri Light" panose="020F0302020204030204" pitchFamily="34" charset="0"/>
              </a:defRPr>
            </a:lvl1pPr>
          </a:lstStyle>
          <a:p>
            <a:pPr lvl="0"/>
            <a:r>
              <a:rPr lang="en-US"/>
              <a:t>Click to edit Master text styles</a:t>
            </a:r>
          </a:p>
        </p:txBody>
      </p:sp>
      <p:sp>
        <p:nvSpPr>
          <p:cNvPr id="9" name="Text Placeholder 5">
            <a:extLst>
              <a:ext uri="{FF2B5EF4-FFF2-40B4-BE49-F238E27FC236}">
                <a16:creationId xmlns:a16="http://schemas.microsoft.com/office/drawing/2014/main" id="{928CEB9B-E281-2F84-4094-6D6C75AE1667}"/>
              </a:ext>
            </a:extLst>
          </p:cNvPr>
          <p:cNvSpPr>
            <a:spLocks noGrp="1"/>
          </p:cNvSpPr>
          <p:nvPr>
            <p:ph type="body" sz="quarter" idx="15"/>
          </p:nvPr>
        </p:nvSpPr>
        <p:spPr>
          <a:xfrm>
            <a:off x="6008594" y="3273458"/>
            <a:ext cx="3827462" cy="225126"/>
          </a:xfrm>
          <a:prstGeom prst="rect">
            <a:avLst/>
          </a:prstGeom>
        </p:spPr>
        <p:txBody>
          <a:bodyPr/>
          <a:lstStyle>
            <a:lvl1pPr>
              <a:defRPr sz="1400" b="0" i="0">
                <a:solidFill>
                  <a:schemeClr val="bg1"/>
                </a:solidFill>
                <a:latin typeface="Calibri Light" panose="020F0302020204030204" pitchFamily="34" charset="0"/>
                <a:cs typeface="Calibri Light" panose="020F0302020204030204" pitchFamily="34" charset="0"/>
              </a:defRPr>
            </a:lvl1pPr>
          </a:lstStyle>
          <a:p>
            <a:pPr lvl="0"/>
            <a:r>
              <a:rPr lang="en-US"/>
              <a:t>Click to edit Master text styles</a:t>
            </a:r>
          </a:p>
        </p:txBody>
      </p:sp>
      <p:sp>
        <p:nvSpPr>
          <p:cNvPr id="10" name="Text Placeholder 6">
            <a:extLst>
              <a:ext uri="{FF2B5EF4-FFF2-40B4-BE49-F238E27FC236}">
                <a16:creationId xmlns:a16="http://schemas.microsoft.com/office/drawing/2014/main" id="{4B5D4FBD-9119-A47E-823E-8468ED6CF450}"/>
              </a:ext>
            </a:extLst>
          </p:cNvPr>
          <p:cNvSpPr>
            <a:spLocks noGrp="1"/>
          </p:cNvSpPr>
          <p:nvPr>
            <p:ph type="body" sz="quarter" idx="16"/>
          </p:nvPr>
        </p:nvSpPr>
        <p:spPr>
          <a:xfrm>
            <a:off x="6008594" y="3560388"/>
            <a:ext cx="3827462" cy="225126"/>
          </a:xfrm>
          <a:prstGeom prst="rect">
            <a:avLst/>
          </a:prstGeom>
        </p:spPr>
        <p:txBody>
          <a:bodyPr/>
          <a:lstStyle>
            <a:lvl1pPr>
              <a:defRPr sz="1400" b="0" i="0">
                <a:solidFill>
                  <a:schemeClr val="bg1"/>
                </a:solidFill>
                <a:latin typeface="Calibri Light" panose="020F0302020204030204" pitchFamily="34" charset="0"/>
                <a:cs typeface="Calibri Light" panose="020F0302020204030204" pitchFamily="34" charset="0"/>
              </a:defRPr>
            </a:lvl1pPr>
          </a:lstStyle>
          <a:p>
            <a:pPr lvl="0"/>
            <a:r>
              <a:rPr lang="en-US"/>
              <a:t>Click to edit Master text styles</a:t>
            </a:r>
          </a:p>
        </p:txBody>
      </p:sp>
      <p:sp>
        <p:nvSpPr>
          <p:cNvPr id="11" name="Text Placeholder 7">
            <a:extLst>
              <a:ext uri="{FF2B5EF4-FFF2-40B4-BE49-F238E27FC236}">
                <a16:creationId xmlns:a16="http://schemas.microsoft.com/office/drawing/2014/main" id="{C67B81F6-EE7E-69A9-E411-F7C52303401A}"/>
              </a:ext>
            </a:extLst>
          </p:cNvPr>
          <p:cNvSpPr>
            <a:spLocks noGrp="1"/>
          </p:cNvSpPr>
          <p:nvPr>
            <p:ph type="body" sz="quarter" idx="17"/>
          </p:nvPr>
        </p:nvSpPr>
        <p:spPr>
          <a:xfrm>
            <a:off x="6008594" y="4117149"/>
            <a:ext cx="3827462" cy="1173078"/>
          </a:xfrm>
          <a:prstGeom prst="rect">
            <a:avLst/>
          </a:prstGeom>
        </p:spPr>
        <p:txBody>
          <a:bodyPr/>
          <a:lstStyle>
            <a:lvl1pPr>
              <a:defRPr sz="1400" b="0" i="0">
                <a:solidFill>
                  <a:schemeClr val="bg1"/>
                </a:solidFill>
                <a:latin typeface="Calibri Light" panose="020F0302020204030204" pitchFamily="34" charset="0"/>
                <a:cs typeface="Calibri Light" panose="020F0302020204030204" pitchFamily="34" charset="0"/>
              </a:defRPr>
            </a:lvl1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itle 2">
            <a:extLst>
              <a:ext uri="{FF2B5EF4-FFF2-40B4-BE49-F238E27FC236}">
                <a16:creationId xmlns:a16="http://schemas.microsoft.com/office/drawing/2014/main" id="{7D40B0A2-8366-4164-6D42-A15D2F6F574B}"/>
              </a:ext>
            </a:extLst>
          </p:cNvPr>
          <p:cNvSpPr>
            <a:spLocks noGrp="1"/>
          </p:cNvSpPr>
          <p:nvPr>
            <p:ph type="title" hasCustomPrompt="1"/>
          </p:nvPr>
        </p:nvSpPr>
        <p:spPr>
          <a:xfrm>
            <a:off x="457200" y="1353882"/>
            <a:ext cx="4220135" cy="1107996"/>
          </a:xfrm>
          <a:prstGeom prst="rect">
            <a:avLst/>
          </a:prstGeom>
        </p:spPr>
        <p:txBody>
          <a:bodyPr wrap="square">
            <a:spAutoFit/>
          </a:bodyPr>
          <a:lstStyle>
            <a:lvl1pPr>
              <a:defRPr sz="7200" b="0" i="0">
                <a:gradFill>
                  <a:gsLst>
                    <a:gs pos="50000">
                      <a:schemeClr val="accent2"/>
                    </a:gs>
                    <a:gs pos="70000">
                      <a:schemeClr val="accent5"/>
                    </a:gs>
                    <a:gs pos="100000">
                      <a:schemeClr val="accent4"/>
                    </a:gs>
                  </a:gsLst>
                  <a:lin ang="1200000" scaled="0"/>
                </a:gradFill>
                <a:latin typeface="Calibri" panose="020F0502020204030204" pitchFamily="34" charset="0"/>
                <a:cs typeface="Calibri" panose="020F0502020204030204" pitchFamily="34" charset="0"/>
              </a:defRPr>
            </a:lvl1pPr>
          </a:lstStyle>
          <a:p>
            <a:r>
              <a:rPr lang="en-US"/>
              <a:t>Thank you!</a:t>
            </a:r>
          </a:p>
        </p:txBody>
      </p:sp>
      <p:cxnSp>
        <p:nvCxnSpPr>
          <p:cNvPr id="16" name="Straight Connector 15">
            <a:extLst>
              <a:ext uri="{FF2B5EF4-FFF2-40B4-BE49-F238E27FC236}">
                <a16:creationId xmlns:a16="http://schemas.microsoft.com/office/drawing/2014/main" id="{32A2464A-FAB8-9787-5897-30B871357252}"/>
              </a:ext>
            </a:extLst>
          </p:cNvPr>
          <p:cNvCxnSpPr/>
          <p:nvPr userDrawn="1"/>
        </p:nvCxnSpPr>
        <p:spPr>
          <a:xfrm>
            <a:off x="6008594" y="1981200"/>
            <a:ext cx="6248400" cy="0"/>
          </a:xfrm>
          <a:prstGeom prst="line">
            <a:avLst/>
          </a:prstGeom>
          <a:ln w="6350">
            <a:solidFill>
              <a:schemeClr val="bg1">
                <a:alpha val="65123"/>
              </a:schemeClr>
            </a:solidFill>
          </a:ln>
        </p:spPr>
        <p:style>
          <a:lnRef idx="1">
            <a:schemeClr val="accent1"/>
          </a:lnRef>
          <a:fillRef idx="0">
            <a:schemeClr val="accent1"/>
          </a:fillRef>
          <a:effectRef idx="0">
            <a:schemeClr val="accent1"/>
          </a:effectRef>
          <a:fontRef idx="minor">
            <a:schemeClr val="tx1"/>
          </a:fontRef>
        </p:style>
      </p:cxnSp>
      <p:pic>
        <p:nvPicPr>
          <p:cNvPr id="2" name="Graphic 1">
            <a:extLst>
              <a:ext uri="{FF2B5EF4-FFF2-40B4-BE49-F238E27FC236}">
                <a16:creationId xmlns:a16="http://schemas.microsoft.com/office/drawing/2014/main" id="{84736574-B51A-9653-821A-E3F5C3FCDF51}"/>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57201" y="6438901"/>
            <a:ext cx="540540" cy="190499"/>
          </a:xfrm>
          <a:prstGeom prst="rect">
            <a:avLst/>
          </a:prstGeom>
        </p:spPr>
      </p:pic>
      <p:sp>
        <p:nvSpPr>
          <p:cNvPr id="3" name="TextBox 2">
            <a:extLst>
              <a:ext uri="{FF2B5EF4-FFF2-40B4-BE49-F238E27FC236}">
                <a16:creationId xmlns:a16="http://schemas.microsoft.com/office/drawing/2014/main" id="{6191EA3E-7B20-955D-0C59-DF85A9153658}"/>
              </a:ext>
            </a:extLst>
          </p:cNvPr>
          <p:cNvSpPr txBox="1"/>
          <p:nvPr userDrawn="1"/>
        </p:nvSpPr>
        <p:spPr>
          <a:xfrm>
            <a:off x="10048875" y="6406590"/>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bg1"/>
                </a:solidFill>
              </a:rPr>
              <a:t>EPAM Proprietary &amp; Confidential.</a:t>
            </a:r>
          </a:p>
        </p:txBody>
      </p:sp>
      <p:sp>
        <p:nvSpPr>
          <p:cNvPr id="4" name="Text Placeholder 3">
            <a:extLst>
              <a:ext uri="{FF2B5EF4-FFF2-40B4-BE49-F238E27FC236}">
                <a16:creationId xmlns:a16="http://schemas.microsoft.com/office/drawing/2014/main" id="{A9BB0EE7-0219-6A5E-BA7F-872F2C48D7E9}"/>
              </a:ext>
            </a:extLst>
          </p:cNvPr>
          <p:cNvSpPr txBox="1"/>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smtClean="0">
                <a:solidFill>
                  <a:schemeClr val="bg1"/>
                </a:solidFill>
              </a:rPr>
              <a:pPr lvl="0"/>
              <a:t>‹#›</a:t>
            </a:fld>
            <a:endParaRPr lang="en-US" sz="1000">
              <a:solidFill>
                <a:schemeClr val="bg1"/>
              </a:solidFill>
            </a:endParaRPr>
          </a:p>
        </p:txBody>
      </p:sp>
    </p:spTree>
    <p:extLst>
      <p:ext uri="{BB962C8B-B14F-4D97-AF65-F5344CB8AC3E}">
        <p14:creationId xmlns:p14="http://schemas.microsoft.com/office/powerpoint/2010/main" val="929187624"/>
      </p:ext>
    </p:extLst>
  </p:cSld>
  <p:clrMapOvr>
    <a:masterClrMapping/>
  </p:clrMapOvr>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Thank_you-Light">
    <p:bg>
      <p:bgPr>
        <a:blipFill dpi="0" rotWithShape="1">
          <a:blip r:embed="rId2">
            <a:lum/>
          </a:blip>
          <a:stretch>
            <a:fillRect/>
          </a:stretch>
        </a:blipFill>
        <a:effectLst/>
      </p:bgPr>
    </p:bg>
    <p:spTree>
      <p:nvGrpSpPr>
        <p:cNvPr id="1" name=""/>
        <p:cNvGrpSpPr/>
        <p:nvPr/>
      </p:nvGrpSpPr>
      <p:grpSpPr>
        <a:xfrm>
          <a:off x="0" y="0"/>
          <a:ext cx="0" cy="0"/>
          <a:chOff x="0" y="0"/>
          <a:chExt cx="0" cy="0"/>
        </a:xfrm>
      </p:grpSpPr>
      <p:sp>
        <p:nvSpPr>
          <p:cNvPr id="6" name="Text Placeholder 2">
            <a:extLst>
              <a:ext uri="{FF2B5EF4-FFF2-40B4-BE49-F238E27FC236}">
                <a16:creationId xmlns:a16="http://schemas.microsoft.com/office/drawing/2014/main" id="{32B93596-9EFA-D1CF-1891-B79E8C134296}"/>
              </a:ext>
            </a:extLst>
          </p:cNvPr>
          <p:cNvSpPr>
            <a:spLocks noGrp="1"/>
          </p:cNvSpPr>
          <p:nvPr>
            <p:ph type="body" sz="quarter" idx="12"/>
          </p:nvPr>
        </p:nvSpPr>
        <p:spPr>
          <a:xfrm>
            <a:off x="6008594" y="1585875"/>
            <a:ext cx="3827462" cy="257250"/>
          </a:xfrm>
          <a:prstGeom prst="rect">
            <a:avLst/>
          </a:prstGeom>
        </p:spPr>
        <p:txBody>
          <a:bodyPr/>
          <a:lstStyle>
            <a:lvl1pPr>
              <a:defRPr sz="1600" b="0" i="0">
                <a:solidFill>
                  <a:schemeClr val="tx1"/>
                </a:solidFill>
                <a:latin typeface="Calibri" panose="020F0502020204030204" pitchFamily="34" charset="0"/>
                <a:cs typeface="Calibri" panose="020F0502020204030204" pitchFamily="34" charset="0"/>
              </a:defRPr>
            </a:lvl1pPr>
          </a:lstStyle>
          <a:p>
            <a:pPr lvl="0"/>
            <a:r>
              <a:rPr lang="en-US"/>
              <a:t>Click to edit Master text styles</a:t>
            </a:r>
          </a:p>
        </p:txBody>
      </p:sp>
      <p:sp>
        <p:nvSpPr>
          <p:cNvPr id="7" name="Text Placeholder 3">
            <a:extLst>
              <a:ext uri="{FF2B5EF4-FFF2-40B4-BE49-F238E27FC236}">
                <a16:creationId xmlns:a16="http://schemas.microsoft.com/office/drawing/2014/main" id="{6FDC7A20-9DDC-243D-12E0-D419647A673B}"/>
              </a:ext>
            </a:extLst>
          </p:cNvPr>
          <p:cNvSpPr>
            <a:spLocks noGrp="1"/>
          </p:cNvSpPr>
          <p:nvPr>
            <p:ph type="body" sz="quarter" idx="13"/>
          </p:nvPr>
        </p:nvSpPr>
        <p:spPr>
          <a:xfrm>
            <a:off x="6008594" y="2359058"/>
            <a:ext cx="3827462" cy="289438"/>
          </a:xfrm>
          <a:prstGeom prst="rect">
            <a:avLst/>
          </a:prstGeom>
        </p:spPr>
        <p:txBody>
          <a:bodyPr/>
          <a:lstStyle>
            <a:lvl1pPr>
              <a:defRPr sz="1800" b="1" i="0">
                <a:solidFill>
                  <a:schemeClr val="accent2"/>
                </a:solidFill>
                <a:latin typeface="Calibri" panose="020F0502020204030204" pitchFamily="34" charset="0"/>
                <a:cs typeface="Calibri" panose="020F0502020204030204" pitchFamily="34" charset="0"/>
              </a:defRPr>
            </a:lvl1pPr>
          </a:lstStyle>
          <a:p>
            <a:pPr lvl="0"/>
            <a:r>
              <a:rPr lang="en-US"/>
              <a:t>Click to edit Master text styles</a:t>
            </a:r>
          </a:p>
        </p:txBody>
      </p:sp>
      <p:sp>
        <p:nvSpPr>
          <p:cNvPr id="8" name="Text Placeholder 4">
            <a:extLst>
              <a:ext uri="{FF2B5EF4-FFF2-40B4-BE49-F238E27FC236}">
                <a16:creationId xmlns:a16="http://schemas.microsoft.com/office/drawing/2014/main" id="{DF0BB83A-8F61-9449-F88A-D14428FB92FB}"/>
              </a:ext>
            </a:extLst>
          </p:cNvPr>
          <p:cNvSpPr>
            <a:spLocks noGrp="1"/>
          </p:cNvSpPr>
          <p:nvPr>
            <p:ph type="body" sz="quarter" idx="14"/>
          </p:nvPr>
        </p:nvSpPr>
        <p:spPr>
          <a:xfrm>
            <a:off x="6008594" y="2744373"/>
            <a:ext cx="3827462" cy="225126"/>
          </a:xfrm>
          <a:prstGeom prst="rect">
            <a:avLst/>
          </a:prstGeom>
        </p:spPr>
        <p:txBody>
          <a:bodyPr/>
          <a:lstStyle>
            <a:lvl1pPr>
              <a:defRPr sz="1400" b="0" i="0">
                <a:solidFill>
                  <a:schemeClr val="accent2"/>
                </a:solidFill>
                <a:latin typeface="Calibri Light" panose="020F0302020204030204" pitchFamily="34" charset="0"/>
                <a:cs typeface="Calibri Light" panose="020F0302020204030204" pitchFamily="34" charset="0"/>
              </a:defRPr>
            </a:lvl1pPr>
          </a:lstStyle>
          <a:p>
            <a:pPr lvl="0"/>
            <a:r>
              <a:rPr lang="en-US"/>
              <a:t>Click to edit Master text styles</a:t>
            </a:r>
          </a:p>
        </p:txBody>
      </p:sp>
      <p:sp>
        <p:nvSpPr>
          <p:cNvPr id="9" name="Text Placeholder 5">
            <a:extLst>
              <a:ext uri="{FF2B5EF4-FFF2-40B4-BE49-F238E27FC236}">
                <a16:creationId xmlns:a16="http://schemas.microsoft.com/office/drawing/2014/main" id="{928CEB9B-E281-2F84-4094-6D6C75AE1667}"/>
              </a:ext>
            </a:extLst>
          </p:cNvPr>
          <p:cNvSpPr>
            <a:spLocks noGrp="1"/>
          </p:cNvSpPr>
          <p:nvPr>
            <p:ph type="body" sz="quarter" idx="15"/>
          </p:nvPr>
        </p:nvSpPr>
        <p:spPr>
          <a:xfrm>
            <a:off x="6008594" y="3273458"/>
            <a:ext cx="3827462" cy="225126"/>
          </a:xfrm>
          <a:prstGeom prst="rect">
            <a:avLst/>
          </a:prstGeom>
        </p:spPr>
        <p:txBody>
          <a:bodyPr/>
          <a:lstStyle>
            <a:lvl1pPr>
              <a:defRPr sz="1400" b="0" i="0">
                <a:solidFill>
                  <a:schemeClr val="tx1"/>
                </a:solidFill>
                <a:latin typeface="Calibri Light" panose="020F0302020204030204" pitchFamily="34" charset="0"/>
                <a:cs typeface="Calibri Light" panose="020F0302020204030204" pitchFamily="34" charset="0"/>
              </a:defRPr>
            </a:lvl1pPr>
          </a:lstStyle>
          <a:p>
            <a:pPr lvl="0"/>
            <a:r>
              <a:rPr lang="en-US"/>
              <a:t>Click to edit Master text styles</a:t>
            </a:r>
          </a:p>
        </p:txBody>
      </p:sp>
      <p:sp>
        <p:nvSpPr>
          <p:cNvPr id="10" name="Text Placeholder 6">
            <a:extLst>
              <a:ext uri="{FF2B5EF4-FFF2-40B4-BE49-F238E27FC236}">
                <a16:creationId xmlns:a16="http://schemas.microsoft.com/office/drawing/2014/main" id="{4B5D4FBD-9119-A47E-823E-8468ED6CF450}"/>
              </a:ext>
            </a:extLst>
          </p:cNvPr>
          <p:cNvSpPr>
            <a:spLocks noGrp="1"/>
          </p:cNvSpPr>
          <p:nvPr>
            <p:ph type="body" sz="quarter" idx="16"/>
          </p:nvPr>
        </p:nvSpPr>
        <p:spPr>
          <a:xfrm>
            <a:off x="6008594" y="3560388"/>
            <a:ext cx="3827462" cy="225126"/>
          </a:xfrm>
          <a:prstGeom prst="rect">
            <a:avLst/>
          </a:prstGeom>
        </p:spPr>
        <p:txBody>
          <a:bodyPr/>
          <a:lstStyle>
            <a:lvl1pPr>
              <a:defRPr sz="1400" b="0" i="0">
                <a:solidFill>
                  <a:schemeClr val="tx1"/>
                </a:solidFill>
                <a:latin typeface="Calibri Light" panose="020F0302020204030204" pitchFamily="34" charset="0"/>
                <a:cs typeface="Calibri Light" panose="020F0302020204030204" pitchFamily="34" charset="0"/>
              </a:defRPr>
            </a:lvl1pPr>
          </a:lstStyle>
          <a:p>
            <a:pPr lvl="0"/>
            <a:r>
              <a:rPr lang="en-US"/>
              <a:t>Click to edit Master text styles</a:t>
            </a:r>
          </a:p>
        </p:txBody>
      </p:sp>
      <p:sp>
        <p:nvSpPr>
          <p:cNvPr id="11" name="Text Placeholder 7">
            <a:extLst>
              <a:ext uri="{FF2B5EF4-FFF2-40B4-BE49-F238E27FC236}">
                <a16:creationId xmlns:a16="http://schemas.microsoft.com/office/drawing/2014/main" id="{C67B81F6-EE7E-69A9-E411-F7C52303401A}"/>
              </a:ext>
            </a:extLst>
          </p:cNvPr>
          <p:cNvSpPr>
            <a:spLocks noGrp="1"/>
          </p:cNvSpPr>
          <p:nvPr>
            <p:ph type="body" sz="quarter" idx="17"/>
          </p:nvPr>
        </p:nvSpPr>
        <p:spPr>
          <a:xfrm>
            <a:off x="6008594" y="4117149"/>
            <a:ext cx="3827462" cy="1173078"/>
          </a:xfrm>
          <a:prstGeom prst="rect">
            <a:avLst/>
          </a:prstGeom>
        </p:spPr>
        <p:txBody>
          <a:bodyPr/>
          <a:lstStyle>
            <a:lvl1pPr>
              <a:defRPr sz="1400" b="0" i="0">
                <a:solidFill>
                  <a:schemeClr val="tx1"/>
                </a:solidFill>
                <a:latin typeface="Calibri Light" panose="020F0302020204030204" pitchFamily="34" charset="0"/>
                <a:cs typeface="Calibri Light" panose="020F0302020204030204" pitchFamily="34" charset="0"/>
              </a:defRPr>
            </a:lvl1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itle 2">
            <a:extLst>
              <a:ext uri="{FF2B5EF4-FFF2-40B4-BE49-F238E27FC236}">
                <a16:creationId xmlns:a16="http://schemas.microsoft.com/office/drawing/2014/main" id="{7D40B0A2-8366-4164-6D42-A15D2F6F574B}"/>
              </a:ext>
            </a:extLst>
          </p:cNvPr>
          <p:cNvSpPr>
            <a:spLocks noGrp="1"/>
          </p:cNvSpPr>
          <p:nvPr>
            <p:ph type="title" hasCustomPrompt="1"/>
          </p:nvPr>
        </p:nvSpPr>
        <p:spPr>
          <a:xfrm>
            <a:off x="457200" y="1353882"/>
            <a:ext cx="4220135" cy="1107996"/>
          </a:xfrm>
          <a:prstGeom prst="rect">
            <a:avLst/>
          </a:prstGeom>
        </p:spPr>
        <p:txBody>
          <a:bodyPr wrap="square">
            <a:spAutoFit/>
          </a:bodyPr>
          <a:lstStyle>
            <a:lvl1pPr>
              <a:defRPr sz="7200" b="0" i="0">
                <a:gradFill>
                  <a:gsLst>
                    <a:gs pos="50000">
                      <a:schemeClr val="accent2"/>
                    </a:gs>
                    <a:gs pos="70000">
                      <a:schemeClr val="accent5"/>
                    </a:gs>
                    <a:gs pos="100000">
                      <a:schemeClr val="accent4"/>
                    </a:gs>
                  </a:gsLst>
                  <a:lin ang="1200000" scaled="0"/>
                </a:gradFill>
                <a:latin typeface="Calibri" panose="020F0502020204030204" pitchFamily="34" charset="0"/>
                <a:cs typeface="Calibri" panose="020F0502020204030204" pitchFamily="34" charset="0"/>
              </a:defRPr>
            </a:lvl1pPr>
          </a:lstStyle>
          <a:p>
            <a:r>
              <a:rPr lang="en-US"/>
              <a:t>Thank you!</a:t>
            </a:r>
          </a:p>
        </p:txBody>
      </p:sp>
      <p:cxnSp>
        <p:nvCxnSpPr>
          <p:cNvPr id="16" name="Straight Connector 15">
            <a:extLst>
              <a:ext uri="{FF2B5EF4-FFF2-40B4-BE49-F238E27FC236}">
                <a16:creationId xmlns:a16="http://schemas.microsoft.com/office/drawing/2014/main" id="{32A2464A-FAB8-9787-5897-30B871357252}"/>
              </a:ext>
            </a:extLst>
          </p:cNvPr>
          <p:cNvCxnSpPr/>
          <p:nvPr userDrawn="1"/>
        </p:nvCxnSpPr>
        <p:spPr>
          <a:xfrm>
            <a:off x="6008594" y="1981200"/>
            <a:ext cx="6248400" cy="0"/>
          </a:xfrm>
          <a:prstGeom prst="line">
            <a:avLst/>
          </a:prstGeom>
          <a:ln w="6350">
            <a:solidFill>
              <a:schemeClr val="tx2">
                <a:alpha val="65123"/>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76836990"/>
      </p:ext>
    </p:extLst>
  </p:cSld>
  <p:clrMapOvr>
    <a:masterClrMapping/>
  </p:clrMapOvr>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Thank_you_photo">
    <p:bg>
      <p:bgPr>
        <a:solidFill>
          <a:schemeClr val="tx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79C487BF-0EFB-7D6C-3495-E817AE08A6AD}"/>
              </a:ext>
            </a:extLst>
          </p:cNvPr>
          <p:cNvSpPr>
            <a:spLocks noGrp="1"/>
          </p:cNvSpPr>
          <p:nvPr>
            <p:ph type="pic" sz="quarter" idx="24"/>
          </p:nvPr>
        </p:nvSpPr>
        <p:spPr>
          <a:xfrm>
            <a:off x="6096000" y="0"/>
            <a:ext cx="6096000" cy="6858000"/>
          </a:xfrm>
          <a:prstGeom prst="rect">
            <a:avLst/>
          </a:prstGeom>
        </p:spPr>
        <p:txBody>
          <a:bodyPr/>
          <a:lstStyle/>
          <a:p>
            <a:r>
              <a:rPr lang="en-US"/>
              <a:t>Click icon to add picture</a:t>
            </a:r>
          </a:p>
        </p:txBody>
      </p:sp>
      <p:sp>
        <p:nvSpPr>
          <p:cNvPr id="2" name="Title 2">
            <a:extLst>
              <a:ext uri="{FF2B5EF4-FFF2-40B4-BE49-F238E27FC236}">
                <a16:creationId xmlns:a16="http://schemas.microsoft.com/office/drawing/2014/main" id="{C4526B2C-80FA-F150-338B-DB03C5073388}"/>
              </a:ext>
            </a:extLst>
          </p:cNvPr>
          <p:cNvSpPr>
            <a:spLocks noGrp="1"/>
          </p:cNvSpPr>
          <p:nvPr>
            <p:ph type="title" hasCustomPrompt="1"/>
          </p:nvPr>
        </p:nvSpPr>
        <p:spPr>
          <a:xfrm>
            <a:off x="474663" y="1035424"/>
            <a:ext cx="4648200" cy="1107996"/>
          </a:xfrm>
          <a:prstGeom prst="rect">
            <a:avLst/>
          </a:prstGeom>
        </p:spPr>
        <p:txBody>
          <a:bodyPr vert="horz" wrap="square" lIns="0" tIns="0" rIns="0" bIns="0" rtlCol="0" anchor="t">
            <a:spAutoFit/>
          </a:bodyPr>
          <a:lstStyle>
            <a:lvl1pPr>
              <a:defRPr lang="en-US" sz="7200" b="0">
                <a:gradFill>
                  <a:gsLst>
                    <a:gs pos="50000">
                      <a:schemeClr val="accent2"/>
                    </a:gs>
                    <a:gs pos="70000">
                      <a:schemeClr val="accent5"/>
                    </a:gs>
                    <a:gs pos="100000">
                      <a:schemeClr val="accent4"/>
                    </a:gs>
                  </a:gsLst>
                  <a:lin ang="1200000" scaled="0"/>
                </a:gradFill>
                <a:latin typeface="Calibri" panose="020F0502020204030204" pitchFamily="34" charset="0"/>
              </a:defRPr>
            </a:lvl1pPr>
          </a:lstStyle>
          <a:p>
            <a:pPr lvl="0"/>
            <a:r>
              <a:rPr lang="en-US"/>
              <a:t>Thank you!</a:t>
            </a:r>
          </a:p>
        </p:txBody>
      </p:sp>
      <p:sp>
        <p:nvSpPr>
          <p:cNvPr id="5" name="Text Placeholder 2">
            <a:extLst>
              <a:ext uri="{FF2B5EF4-FFF2-40B4-BE49-F238E27FC236}">
                <a16:creationId xmlns:a16="http://schemas.microsoft.com/office/drawing/2014/main" id="{7AF9CC8A-BAB0-4529-6083-A3D7F01CE458}"/>
              </a:ext>
            </a:extLst>
          </p:cNvPr>
          <p:cNvSpPr>
            <a:spLocks noGrp="1"/>
          </p:cNvSpPr>
          <p:nvPr>
            <p:ph type="body" sz="quarter" idx="12"/>
          </p:nvPr>
        </p:nvSpPr>
        <p:spPr>
          <a:xfrm>
            <a:off x="474663" y="2540616"/>
            <a:ext cx="3827462" cy="257250"/>
          </a:xfrm>
          <a:prstGeom prst="rect">
            <a:avLst/>
          </a:prstGeom>
        </p:spPr>
        <p:txBody>
          <a:bodyPr/>
          <a:lstStyle>
            <a:lvl1pPr>
              <a:defRPr sz="1600" b="0" i="0">
                <a:solidFill>
                  <a:schemeClr val="bg1"/>
                </a:solidFill>
                <a:latin typeface="Calibri" panose="020F0502020204030204" pitchFamily="34" charset="0"/>
                <a:cs typeface="Calibri" panose="020F0502020204030204" pitchFamily="34" charset="0"/>
              </a:defRPr>
            </a:lvl1pPr>
          </a:lstStyle>
          <a:p>
            <a:pPr lvl="0"/>
            <a:r>
              <a:rPr lang="en-US"/>
              <a:t>Click to edit Master text styles</a:t>
            </a:r>
          </a:p>
        </p:txBody>
      </p:sp>
      <p:sp>
        <p:nvSpPr>
          <p:cNvPr id="6" name="Text Placeholder 3">
            <a:extLst>
              <a:ext uri="{FF2B5EF4-FFF2-40B4-BE49-F238E27FC236}">
                <a16:creationId xmlns:a16="http://schemas.microsoft.com/office/drawing/2014/main" id="{25054708-622B-37B7-6E33-486A71C9526E}"/>
              </a:ext>
            </a:extLst>
          </p:cNvPr>
          <p:cNvSpPr>
            <a:spLocks noGrp="1"/>
          </p:cNvSpPr>
          <p:nvPr>
            <p:ph type="body" sz="quarter" idx="13"/>
          </p:nvPr>
        </p:nvSpPr>
        <p:spPr>
          <a:xfrm>
            <a:off x="474663" y="3313799"/>
            <a:ext cx="3827462" cy="289438"/>
          </a:xfrm>
          <a:prstGeom prst="rect">
            <a:avLst/>
          </a:prstGeom>
        </p:spPr>
        <p:txBody>
          <a:bodyPr/>
          <a:lstStyle>
            <a:lvl1pPr>
              <a:defRPr sz="1800" b="1" i="0">
                <a:solidFill>
                  <a:schemeClr val="accent2"/>
                </a:solidFill>
                <a:latin typeface="Calibri" panose="020F0502020204030204" pitchFamily="34" charset="0"/>
                <a:cs typeface="Calibri" panose="020F0502020204030204" pitchFamily="34" charset="0"/>
              </a:defRPr>
            </a:lvl1pPr>
          </a:lstStyle>
          <a:p>
            <a:pPr lvl="0"/>
            <a:r>
              <a:rPr lang="en-US"/>
              <a:t>Click to edit Master text styles</a:t>
            </a:r>
          </a:p>
        </p:txBody>
      </p:sp>
      <p:sp>
        <p:nvSpPr>
          <p:cNvPr id="7" name="Text Placeholder 4">
            <a:extLst>
              <a:ext uri="{FF2B5EF4-FFF2-40B4-BE49-F238E27FC236}">
                <a16:creationId xmlns:a16="http://schemas.microsoft.com/office/drawing/2014/main" id="{756D2A3F-CCA1-F399-D035-1BB32FED6345}"/>
              </a:ext>
            </a:extLst>
          </p:cNvPr>
          <p:cNvSpPr>
            <a:spLocks noGrp="1"/>
          </p:cNvSpPr>
          <p:nvPr>
            <p:ph type="body" sz="quarter" idx="14"/>
          </p:nvPr>
        </p:nvSpPr>
        <p:spPr>
          <a:xfrm>
            <a:off x="474663" y="3672220"/>
            <a:ext cx="3827462" cy="225126"/>
          </a:xfrm>
          <a:prstGeom prst="rect">
            <a:avLst/>
          </a:prstGeom>
        </p:spPr>
        <p:txBody>
          <a:bodyPr/>
          <a:lstStyle>
            <a:lvl1pPr>
              <a:defRPr sz="1400" b="0" i="0">
                <a:solidFill>
                  <a:schemeClr val="accent2"/>
                </a:solidFill>
                <a:latin typeface="Calibri Light" panose="020F0302020204030204" pitchFamily="34" charset="0"/>
                <a:cs typeface="Calibri Light" panose="020F0302020204030204" pitchFamily="34" charset="0"/>
              </a:defRPr>
            </a:lvl1pPr>
          </a:lstStyle>
          <a:p>
            <a:pPr lvl="0"/>
            <a:r>
              <a:rPr lang="en-US"/>
              <a:t>Click to edit Master text styles</a:t>
            </a:r>
          </a:p>
        </p:txBody>
      </p:sp>
      <p:sp>
        <p:nvSpPr>
          <p:cNvPr id="8" name="Text Placeholder 5">
            <a:extLst>
              <a:ext uri="{FF2B5EF4-FFF2-40B4-BE49-F238E27FC236}">
                <a16:creationId xmlns:a16="http://schemas.microsoft.com/office/drawing/2014/main" id="{D50C7B71-5C80-8C3A-B66C-42F7296EB9CC}"/>
              </a:ext>
            </a:extLst>
          </p:cNvPr>
          <p:cNvSpPr>
            <a:spLocks noGrp="1"/>
          </p:cNvSpPr>
          <p:nvPr>
            <p:ph type="body" sz="quarter" idx="15"/>
          </p:nvPr>
        </p:nvSpPr>
        <p:spPr>
          <a:xfrm>
            <a:off x="474663" y="4201305"/>
            <a:ext cx="3827462" cy="225126"/>
          </a:xfrm>
          <a:prstGeom prst="rect">
            <a:avLst/>
          </a:prstGeom>
        </p:spPr>
        <p:txBody>
          <a:bodyPr/>
          <a:lstStyle>
            <a:lvl1pPr>
              <a:defRPr sz="1400" b="0" i="0">
                <a:solidFill>
                  <a:schemeClr val="bg1"/>
                </a:solidFill>
                <a:latin typeface="Calibri Light" panose="020F0302020204030204" pitchFamily="34" charset="0"/>
                <a:cs typeface="Calibri Light" panose="020F0302020204030204" pitchFamily="34" charset="0"/>
              </a:defRPr>
            </a:lvl1pPr>
          </a:lstStyle>
          <a:p>
            <a:pPr lvl="0"/>
            <a:r>
              <a:rPr lang="en-US"/>
              <a:t>Click to edit Master text styles</a:t>
            </a:r>
          </a:p>
        </p:txBody>
      </p:sp>
      <p:sp>
        <p:nvSpPr>
          <p:cNvPr id="9" name="Text Placeholder 6">
            <a:extLst>
              <a:ext uri="{FF2B5EF4-FFF2-40B4-BE49-F238E27FC236}">
                <a16:creationId xmlns:a16="http://schemas.microsoft.com/office/drawing/2014/main" id="{0BFDDCB6-69BB-2359-40AB-46BA1DA744F3}"/>
              </a:ext>
            </a:extLst>
          </p:cNvPr>
          <p:cNvSpPr>
            <a:spLocks noGrp="1"/>
          </p:cNvSpPr>
          <p:nvPr>
            <p:ph type="body" sz="quarter" idx="16"/>
          </p:nvPr>
        </p:nvSpPr>
        <p:spPr>
          <a:xfrm>
            <a:off x="474663" y="4488235"/>
            <a:ext cx="3827462" cy="225126"/>
          </a:xfrm>
          <a:prstGeom prst="rect">
            <a:avLst/>
          </a:prstGeom>
        </p:spPr>
        <p:txBody>
          <a:bodyPr/>
          <a:lstStyle>
            <a:lvl1pPr>
              <a:defRPr sz="1400" b="0" i="0">
                <a:solidFill>
                  <a:schemeClr val="bg1"/>
                </a:solidFill>
                <a:latin typeface="Calibri Light" panose="020F0302020204030204" pitchFamily="34" charset="0"/>
                <a:cs typeface="Calibri Light" panose="020F0302020204030204" pitchFamily="34" charset="0"/>
              </a:defRPr>
            </a:lvl1pPr>
          </a:lstStyle>
          <a:p>
            <a:pPr lvl="0"/>
            <a:r>
              <a:rPr lang="en-US"/>
              <a:t>Click to edit Master text styles</a:t>
            </a:r>
          </a:p>
        </p:txBody>
      </p:sp>
      <p:sp>
        <p:nvSpPr>
          <p:cNvPr id="10" name="Text Placeholder 7">
            <a:extLst>
              <a:ext uri="{FF2B5EF4-FFF2-40B4-BE49-F238E27FC236}">
                <a16:creationId xmlns:a16="http://schemas.microsoft.com/office/drawing/2014/main" id="{3D16F9E7-5E17-1B62-F499-C761278885E7}"/>
              </a:ext>
            </a:extLst>
          </p:cNvPr>
          <p:cNvSpPr>
            <a:spLocks noGrp="1"/>
          </p:cNvSpPr>
          <p:nvPr>
            <p:ph type="body" sz="quarter" idx="17"/>
          </p:nvPr>
        </p:nvSpPr>
        <p:spPr>
          <a:xfrm>
            <a:off x="474663" y="4897078"/>
            <a:ext cx="3827462" cy="1173078"/>
          </a:xfrm>
          <a:prstGeom prst="rect">
            <a:avLst/>
          </a:prstGeom>
        </p:spPr>
        <p:txBody>
          <a:bodyPr/>
          <a:lstStyle>
            <a:lvl1pPr>
              <a:defRPr sz="1400" b="0" i="0">
                <a:solidFill>
                  <a:schemeClr val="bg1"/>
                </a:solidFill>
                <a:latin typeface="Calibri Light" panose="020F0302020204030204" pitchFamily="34" charset="0"/>
                <a:cs typeface="Calibri Light" panose="020F0302020204030204" pitchFamily="34" charset="0"/>
              </a:defRPr>
            </a:lvl1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1" name="Straight Connector 10">
            <a:extLst>
              <a:ext uri="{FF2B5EF4-FFF2-40B4-BE49-F238E27FC236}">
                <a16:creationId xmlns:a16="http://schemas.microsoft.com/office/drawing/2014/main" id="{68FF80AE-E38B-EC18-E1B5-2B5AAE36C2F4}"/>
              </a:ext>
            </a:extLst>
          </p:cNvPr>
          <p:cNvCxnSpPr/>
          <p:nvPr userDrawn="1"/>
        </p:nvCxnSpPr>
        <p:spPr>
          <a:xfrm>
            <a:off x="474663" y="2935941"/>
            <a:ext cx="3534335" cy="0"/>
          </a:xfrm>
          <a:prstGeom prst="line">
            <a:avLst/>
          </a:prstGeom>
          <a:ln w="6350">
            <a:solidFill>
              <a:schemeClr val="bg1">
                <a:alpha val="65123"/>
              </a:schemeClr>
            </a:solidFill>
          </a:ln>
        </p:spPr>
        <p:style>
          <a:lnRef idx="1">
            <a:schemeClr val="accent1"/>
          </a:lnRef>
          <a:fillRef idx="0">
            <a:schemeClr val="accent1"/>
          </a:fillRef>
          <a:effectRef idx="0">
            <a:schemeClr val="accent1"/>
          </a:effectRef>
          <a:fontRef idx="minor">
            <a:schemeClr val="tx1"/>
          </a:fontRef>
        </p:style>
      </p:cxnSp>
      <p:pic>
        <p:nvPicPr>
          <p:cNvPr id="4" name="Graphic 3">
            <a:extLst>
              <a:ext uri="{FF2B5EF4-FFF2-40B4-BE49-F238E27FC236}">
                <a16:creationId xmlns:a16="http://schemas.microsoft.com/office/drawing/2014/main" id="{B5E39841-8080-2E83-D8BB-7AD807F024AD}"/>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57201" y="6438901"/>
            <a:ext cx="540540" cy="190499"/>
          </a:xfrm>
          <a:prstGeom prst="rect">
            <a:avLst/>
          </a:prstGeom>
        </p:spPr>
      </p:pic>
      <p:sp>
        <p:nvSpPr>
          <p:cNvPr id="12" name="TextBox 11">
            <a:extLst>
              <a:ext uri="{FF2B5EF4-FFF2-40B4-BE49-F238E27FC236}">
                <a16:creationId xmlns:a16="http://schemas.microsoft.com/office/drawing/2014/main" id="{598728A8-4504-9979-0928-94780E8A451A}"/>
              </a:ext>
            </a:extLst>
          </p:cNvPr>
          <p:cNvSpPr txBox="1"/>
          <p:nvPr userDrawn="1"/>
        </p:nvSpPr>
        <p:spPr>
          <a:xfrm>
            <a:off x="10048875" y="6406590"/>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bg1"/>
                </a:solidFill>
              </a:rPr>
              <a:t>EPAM Proprietary &amp; Confidential.</a:t>
            </a:r>
          </a:p>
        </p:txBody>
      </p:sp>
      <p:sp>
        <p:nvSpPr>
          <p:cNvPr id="13" name="Text Placeholder 3">
            <a:extLst>
              <a:ext uri="{FF2B5EF4-FFF2-40B4-BE49-F238E27FC236}">
                <a16:creationId xmlns:a16="http://schemas.microsoft.com/office/drawing/2014/main" id="{68625CBB-5BC8-9235-54D3-C8F265017D79}"/>
              </a:ext>
            </a:extLst>
          </p:cNvPr>
          <p:cNvSpPr txBox="1"/>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smtClean="0">
                <a:solidFill>
                  <a:schemeClr val="bg1"/>
                </a:solidFill>
              </a:rPr>
              <a:pPr lvl="0"/>
              <a:t>‹#›</a:t>
            </a:fld>
            <a:endParaRPr lang="en-US" sz="1000">
              <a:solidFill>
                <a:schemeClr val="bg1"/>
              </a:solidFill>
            </a:endParaRPr>
          </a:p>
        </p:txBody>
      </p:sp>
    </p:spTree>
    <p:extLst>
      <p:ext uri="{BB962C8B-B14F-4D97-AF65-F5344CB8AC3E}">
        <p14:creationId xmlns:p14="http://schemas.microsoft.com/office/powerpoint/2010/main" val="126307696"/>
      </p:ext>
    </p:extLst>
  </p:cSld>
  <p:clrMapOvr>
    <a:masterClrMapping/>
  </p:clrMapOvr>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x_Photo_+_Caption_A">
    <p:bg>
      <p:bgPr>
        <a:solidFill>
          <a:schemeClr val="tx1"/>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C50EF9F7-1BDD-C412-DA7B-D3D0D1ABA091}"/>
              </a:ext>
            </a:extLst>
          </p:cNvPr>
          <p:cNvSpPr>
            <a:spLocks noGrp="1"/>
          </p:cNvSpPr>
          <p:nvPr>
            <p:ph type="pic" sz="quarter" idx="13"/>
          </p:nvPr>
        </p:nvSpPr>
        <p:spPr>
          <a:xfrm>
            <a:off x="647700" y="670773"/>
            <a:ext cx="10896600" cy="5539527"/>
          </a:xfrm>
          <a:prstGeom prst="rect">
            <a:avLst/>
          </a:prstGeom>
        </p:spPr>
        <p:txBody>
          <a:bodyPr/>
          <a:lstStyle/>
          <a:p>
            <a:r>
              <a:rPr lang="en-US"/>
              <a:t>Click icon to add picture</a:t>
            </a:r>
          </a:p>
        </p:txBody>
      </p:sp>
      <p:sp>
        <p:nvSpPr>
          <p:cNvPr id="2" name="Rectangle 1">
            <a:extLst>
              <a:ext uri="{FF2B5EF4-FFF2-40B4-BE49-F238E27FC236}">
                <a16:creationId xmlns:a16="http://schemas.microsoft.com/office/drawing/2014/main" id="{F7C1B8CB-9FFB-8D0A-F788-18710501B096}"/>
              </a:ext>
            </a:extLst>
          </p:cNvPr>
          <p:cNvSpPr/>
          <p:nvPr userDrawn="1"/>
        </p:nvSpPr>
        <p:spPr bwMode="auto">
          <a:xfrm>
            <a:off x="0" y="2679405"/>
            <a:ext cx="4924396" cy="4178595"/>
          </a:xfrm>
          <a:prstGeom prst="rect">
            <a:avLst/>
          </a:prstGeom>
          <a:solidFill>
            <a:srgbClr val="161616"/>
          </a:solidFill>
          <a:ln>
            <a:noFill/>
          </a:ln>
          <a:effectLst/>
        </p:spPr>
        <p:txBody>
          <a:bodyPr wrap="none" rtlCol="0" anchor="ctr"/>
          <a:lstStyle/>
          <a:p>
            <a:pPr algn="ctr"/>
            <a:endParaRPr lang="en-US" sz="2400">
              <a:solidFill>
                <a:schemeClr val="bg1"/>
              </a:solidFill>
              <a:latin typeface="Calibri Light" panose="020F0302020204030204" pitchFamily="34" charset="0"/>
              <a:ea typeface="Human Sans ExtraLight" charset="0"/>
              <a:cs typeface="Human Sans ExtraLight" charset="0"/>
            </a:endParaRPr>
          </a:p>
        </p:txBody>
      </p:sp>
      <p:sp>
        <p:nvSpPr>
          <p:cNvPr id="8" name="Oval 7">
            <a:extLst>
              <a:ext uri="{FF2B5EF4-FFF2-40B4-BE49-F238E27FC236}">
                <a16:creationId xmlns:a16="http://schemas.microsoft.com/office/drawing/2014/main" id="{08E94620-1500-8D43-BD64-006D83AE4B8E}"/>
              </a:ext>
            </a:extLst>
          </p:cNvPr>
          <p:cNvSpPr/>
          <p:nvPr userDrawn="1"/>
        </p:nvSpPr>
        <p:spPr bwMode="auto">
          <a:xfrm>
            <a:off x="-2151983" y="5103629"/>
            <a:ext cx="3848986" cy="3848986"/>
          </a:xfrm>
          <a:prstGeom prst="ellipse">
            <a:avLst/>
          </a:prstGeom>
          <a:solidFill>
            <a:srgbClr val="8B97FF">
              <a:alpha val="65000"/>
            </a:srgbClr>
          </a:solidFill>
          <a:ln>
            <a:noFill/>
          </a:ln>
          <a:effectLst>
            <a:softEdge rad="805949"/>
          </a:effectLst>
        </p:spPr>
        <p:txBody>
          <a:bodyPr wrap="none" rtlCol="0" anchor="ctr"/>
          <a:lstStyle/>
          <a:p>
            <a:pPr algn="ctr"/>
            <a:endParaRPr lang="en-US" sz="2400">
              <a:solidFill>
                <a:schemeClr val="bg1"/>
              </a:solidFill>
              <a:latin typeface="Calibri Light" panose="020F0302020204030204" pitchFamily="34" charset="0"/>
              <a:ea typeface="Human Sans ExtraLight" charset="0"/>
              <a:cs typeface="Calibri" panose="020F0502020204030204" pitchFamily="34" charset="0"/>
            </a:endParaRPr>
          </a:p>
        </p:txBody>
      </p:sp>
      <p:sp>
        <p:nvSpPr>
          <p:cNvPr id="5" name="Text Placeholder 4">
            <a:extLst>
              <a:ext uri="{FF2B5EF4-FFF2-40B4-BE49-F238E27FC236}">
                <a16:creationId xmlns:a16="http://schemas.microsoft.com/office/drawing/2014/main" id="{A2159C2A-0FC8-422F-92E4-B92935AAE5A0}"/>
              </a:ext>
            </a:extLst>
          </p:cNvPr>
          <p:cNvSpPr>
            <a:spLocks noGrp="1"/>
          </p:cNvSpPr>
          <p:nvPr>
            <p:ph type="body" sz="quarter" idx="10" hasCustomPrompt="1"/>
          </p:nvPr>
        </p:nvSpPr>
        <p:spPr>
          <a:xfrm>
            <a:off x="647699" y="3809007"/>
            <a:ext cx="3722281" cy="584775"/>
          </a:xfrm>
          <a:prstGeom prst="rect">
            <a:avLst/>
          </a:prstGeom>
        </p:spPr>
        <p:txBody>
          <a:bodyPr wrap="square">
            <a:spAutoFit/>
          </a:bodyPr>
          <a:lstStyle>
            <a:lvl1pPr>
              <a:lnSpc>
                <a:spcPct val="100000"/>
              </a:lnSpc>
              <a:spcBef>
                <a:spcPct val="0"/>
              </a:spcBef>
              <a:defRPr sz="3800" b="0" i="0">
                <a:solidFill>
                  <a:schemeClr val="bg1"/>
                </a:solidFill>
                <a:latin typeface="Calibri Light" panose="020F0302020204030204" pitchFamily="34" charset="0"/>
                <a:cs typeface="Calibri Light" panose="020F0302020204030204" pitchFamily="34" charset="0"/>
              </a:defRPr>
            </a:lvl1pPr>
            <a:lvl2pPr>
              <a:buNone/>
              <a:defRPr/>
            </a:lvl2pPr>
          </a:lstStyle>
          <a:p>
            <a:pPr lvl="0"/>
            <a:r>
              <a:rPr lang="en-US"/>
              <a:t>Thank you!</a:t>
            </a:r>
          </a:p>
        </p:txBody>
      </p:sp>
      <p:sp>
        <p:nvSpPr>
          <p:cNvPr id="13" name="Text Placeholder 4">
            <a:extLst>
              <a:ext uri="{FF2B5EF4-FFF2-40B4-BE49-F238E27FC236}">
                <a16:creationId xmlns:a16="http://schemas.microsoft.com/office/drawing/2014/main" id="{B8E369A2-FC86-4140-9080-E549260B9180}"/>
              </a:ext>
            </a:extLst>
          </p:cNvPr>
          <p:cNvSpPr>
            <a:spLocks noGrp="1"/>
          </p:cNvSpPr>
          <p:nvPr>
            <p:ph type="body" sz="quarter" idx="11" hasCustomPrompt="1"/>
          </p:nvPr>
        </p:nvSpPr>
        <p:spPr>
          <a:xfrm>
            <a:off x="647700" y="3428999"/>
            <a:ext cx="3732914" cy="184666"/>
          </a:xfrm>
          <a:prstGeom prst="rect">
            <a:avLst/>
          </a:prstGeom>
        </p:spPr>
        <p:txBody>
          <a:bodyPr wrap="square">
            <a:spAutoFit/>
          </a:bodyPr>
          <a:lstStyle>
            <a:lvl1pPr>
              <a:lnSpc>
                <a:spcPct val="100000"/>
              </a:lnSpc>
              <a:spcBef>
                <a:spcPct val="0"/>
              </a:spcBef>
              <a:defRPr sz="1200" b="1" spc="300">
                <a:solidFill>
                  <a:schemeClr val="bg1"/>
                </a:solidFill>
                <a:latin typeface="+mj-lt"/>
                <a:cs typeface="Calibri Light" panose="020F0302020204030204" pitchFamily="34" charset="0"/>
              </a:defRPr>
            </a:lvl1pPr>
            <a:lvl2pPr>
              <a:buNone/>
              <a:defRPr/>
            </a:lvl2pPr>
          </a:lstStyle>
          <a:p>
            <a:pPr lvl="0"/>
            <a:r>
              <a:rPr lang="en-US">
                <a:effectLst/>
              </a:rPr>
              <a:t>EPAM</a:t>
            </a:r>
            <a:endParaRPr lang="en-US"/>
          </a:p>
        </p:txBody>
      </p:sp>
      <p:sp>
        <p:nvSpPr>
          <p:cNvPr id="3" name="Text Placeholder 4">
            <a:extLst>
              <a:ext uri="{FF2B5EF4-FFF2-40B4-BE49-F238E27FC236}">
                <a16:creationId xmlns:a16="http://schemas.microsoft.com/office/drawing/2014/main" id="{184CEF6B-33E9-BCE0-3818-CFEBB6352D89}"/>
              </a:ext>
            </a:extLst>
          </p:cNvPr>
          <p:cNvSpPr>
            <a:spLocks noGrp="1"/>
          </p:cNvSpPr>
          <p:nvPr>
            <p:ph type="body" sz="quarter" idx="12" hasCustomPrompt="1"/>
          </p:nvPr>
        </p:nvSpPr>
        <p:spPr>
          <a:xfrm>
            <a:off x="647700" y="5438001"/>
            <a:ext cx="3690384" cy="276999"/>
          </a:xfrm>
          <a:prstGeom prst="rect">
            <a:avLst/>
          </a:prstGeom>
        </p:spPr>
        <p:txBody>
          <a:bodyPr wrap="square">
            <a:spAutoFit/>
          </a:bodyPr>
          <a:lstStyle>
            <a:lvl1pPr>
              <a:lnSpc>
                <a:spcPct val="100000"/>
              </a:lnSpc>
              <a:spcBef>
                <a:spcPct val="0"/>
              </a:spcBef>
              <a:defRPr sz="1800">
                <a:solidFill>
                  <a:schemeClr val="bg1"/>
                </a:solidFill>
                <a:latin typeface="Calibri Light" panose="020F0302020204030204" pitchFamily="34" charset="0"/>
                <a:cs typeface="Calibri Light" panose="020F0302020204030204" pitchFamily="34" charset="0"/>
              </a:defRPr>
            </a:lvl1pPr>
            <a:lvl2pPr>
              <a:buNone/>
              <a:defRPr/>
            </a:lvl2pPr>
          </a:lstStyle>
          <a:p>
            <a:pPr lvl="0"/>
            <a:r>
              <a:rPr lang="en-US">
                <a:effectLst/>
              </a:rPr>
              <a:t>Sub-description text goes here</a:t>
            </a:r>
            <a:endParaRPr lang="en-US"/>
          </a:p>
        </p:txBody>
      </p:sp>
      <p:sp>
        <p:nvSpPr>
          <p:cNvPr id="4" name="TextBox 3">
            <a:extLst>
              <a:ext uri="{FF2B5EF4-FFF2-40B4-BE49-F238E27FC236}">
                <a16:creationId xmlns:a16="http://schemas.microsoft.com/office/drawing/2014/main" id="{332FADFE-CDC9-BCE0-575D-8C2B21EF5ECA}"/>
              </a:ext>
            </a:extLst>
          </p:cNvPr>
          <p:cNvSpPr txBox="1"/>
          <p:nvPr userDrawn="1"/>
        </p:nvSpPr>
        <p:spPr>
          <a:xfrm flipH="1">
            <a:off x="2271713" y="-857250"/>
            <a:ext cx="0" cy="0"/>
          </a:xfrm>
          <a:prstGeom prst="rect">
            <a:avLst/>
          </a:prstGeom>
          <a:noFill/>
        </p:spPr>
        <p:txBody>
          <a:bodyPr wrap="none" lIns="0" tIns="0" rIns="0" bIns="0" rtlCol="0">
            <a:noAutofit/>
          </a:bodyPr>
          <a:lstStyle/>
          <a:p>
            <a:pPr>
              <a:lnSpc>
                <a:spcPct val="110000"/>
              </a:lnSpc>
              <a:spcBef>
                <a:spcPts val="600"/>
              </a:spcBef>
            </a:pPr>
            <a:endParaRPr lang="en-US" sz="1200">
              <a:ea typeface="Human Sans" charset="0"/>
              <a:cs typeface="Human Sans" charset="0"/>
            </a:endParaRPr>
          </a:p>
        </p:txBody>
      </p:sp>
      <p:pic>
        <p:nvPicPr>
          <p:cNvPr id="6" name="Picture 5">
            <a:extLst>
              <a:ext uri="{FF2B5EF4-FFF2-40B4-BE49-F238E27FC236}">
                <a16:creationId xmlns:a16="http://schemas.microsoft.com/office/drawing/2014/main" id="{B7FE3F6A-717B-D671-C21C-B99B4FB2316A}"/>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647701" y="237004"/>
            <a:ext cx="495300" cy="182096"/>
          </a:xfrm>
          <a:prstGeom prst="rect">
            <a:avLst/>
          </a:prstGeom>
        </p:spPr>
      </p:pic>
      <p:sp>
        <p:nvSpPr>
          <p:cNvPr id="9" name="TextBox 8">
            <a:extLst>
              <a:ext uri="{FF2B5EF4-FFF2-40B4-BE49-F238E27FC236}">
                <a16:creationId xmlns:a16="http://schemas.microsoft.com/office/drawing/2014/main" id="{E5AA398A-2E47-0C00-F4A0-87498FC7BBC1}"/>
              </a:ext>
            </a:extLst>
          </p:cNvPr>
          <p:cNvSpPr txBox="1"/>
          <p:nvPr userDrawn="1"/>
        </p:nvSpPr>
        <p:spPr>
          <a:xfrm>
            <a:off x="9526625" y="6406591"/>
            <a:ext cx="1723301" cy="218934"/>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tx1"/>
                </a:solidFill>
              </a:rPr>
              <a:t>EPAM Proprietary &amp; Confidential.</a:t>
            </a:r>
          </a:p>
        </p:txBody>
      </p:sp>
      <p:sp>
        <p:nvSpPr>
          <p:cNvPr id="10" name="Text Placeholder 3">
            <a:extLst>
              <a:ext uri="{FF2B5EF4-FFF2-40B4-BE49-F238E27FC236}">
                <a16:creationId xmlns:a16="http://schemas.microsoft.com/office/drawing/2014/main" id="{E8E7F306-CD25-215E-BBB0-42720869F90C}"/>
              </a:ext>
            </a:extLst>
          </p:cNvPr>
          <p:cNvSpPr txBox="1"/>
          <p:nvPr userDrawn="1"/>
        </p:nvSpPr>
        <p:spPr>
          <a:xfrm>
            <a:off x="11340916"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800" smtClean="0">
                <a:solidFill>
                  <a:schemeClr val="tx1"/>
                </a:solidFill>
              </a:rPr>
              <a:pPr lvl="0"/>
              <a:t>‹#›</a:t>
            </a:fld>
            <a:endParaRPr lang="en-US" sz="1000">
              <a:solidFill>
                <a:schemeClr val="tx1"/>
              </a:solidFill>
            </a:endParaRPr>
          </a:p>
        </p:txBody>
      </p:sp>
    </p:spTree>
    <p:extLst>
      <p:ext uri="{BB962C8B-B14F-4D97-AF65-F5344CB8AC3E}">
        <p14:creationId xmlns:p14="http://schemas.microsoft.com/office/powerpoint/2010/main" val="2179589718"/>
      </p:ext>
    </p:extLst>
  </p:cSld>
  <p:clrMapOvr>
    <a:masterClrMapping/>
  </p:clrMapOvr>
  <p:transition/>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slideLayout" Target="../slideLayouts/slideLayout45.xml"/><Relationship Id="rId46" Type="http://schemas.openxmlformats.org/officeDocument/2006/relationships/slideLayout" Target="../slideLayouts/slideLayout46.xml"/><Relationship Id="rId47" Type="http://schemas.openxmlformats.org/officeDocument/2006/relationships/slideLayout" Target="../slideLayouts/slideLayout47.xml"/><Relationship Id="rId48" Type="http://schemas.openxmlformats.org/officeDocument/2006/relationships/slideLayout" Target="../slideLayouts/slideLayout48.xml"/><Relationship Id="rId49" Type="http://schemas.openxmlformats.org/officeDocument/2006/relationships/slideLayout" Target="../slideLayouts/slideLayout49.xml"/><Relationship Id="rId50" Type="http://schemas.openxmlformats.org/officeDocument/2006/relationships/slideLayout" Target="../slideLayouts/slideLayout50.xml"/><Relationship Id="rId51" Type="http://schemas.openxmlformats.org/officeDocument/2006/relationships/slideLayout" Target="../slideLayouts/slideLayout51.xml"/><Relationship Id="rId52" Type="http://schemas.openxmlformats.org/officeDocument/2006/relationships/slideLayout" Target="../slideLayouts/slideLayout52.xml"/><Relationship Id="rId53" Type="http://schemas.openxmlformats.org/officeDocument/2006/relationships/slideLayout" Target="../slideLayouts/slideLayout53.xml"/><Relationship Id="rId54" Type="http://schemas.openxmlformats.org/officeDocument/2006/relationships/slideLayout" Target="../slideLayouts/slideLayout54.xml"/><Relationship Id="rId55" Type="http://schemas.openxmlformats.org/officeDocument/2006/relationships/slideLayout" Target="../slideLayouts/slideLayout55.xml"/><Relationship Id="rId56" Type="http://schemas.openxmlformats.org/officeDocument/2006/relationships/slideLayout" Target="../slideLayouts/slideLayout56.xml"/><Relationship Id="rId57" Type="http://schemas.openxmlformats.org/officeDocument/2006/relationships/slideLayout" Target="../slideLayouts/slideLayout57.xml"/><Relationship Id="rId58" Type="http://schemas.openxmlformats.org/officeDocument/2006/relationships/slideLayout" Target="../slideLayouts/slideLayout58.xml"/><Relationship Id="rId59" Type="http://schemas.openxmlformats.org/officeDocument/2006/relationships/slideLayout" Target="../slideLayouts/slideLayout59.xml"/><Relationship Id="rId60" Type="http://schemas.openxmlformats.org/officeDocument/2006/relationships/slideLayout" Target="../slideLayouts/slideLayout60.xml"/><Relationship Id="rId61" Type="http://schemas.openxmlformats.org/officeDocument/2006/relationships/slideLayout" Target="../slideLayouts/slideLayout61.xml"/><Relationship Id="rId62" Type="http://schemas.openxmlformats.org/officeDocument/2006/relationships/slideLayout" Target="../slideLayouts/slideLayout62.xml"/><Relationship Id="rId63" Type="http://schemas.openxmlformats.org/officeDocument/2006/relationships/slideLayout" Target="../slideLayouts/slideLayout63.xml"/><Relationship Id="rId64" Type="http://schemas.openxmlformats.org/officeDocument/2006/relationships/slideLayout" Target="../slideLayouts/slideLayout64.xml"/><Relationship Id="rId65" Type="http://schemas.openxmlformats.org/officeDocument/2006/relationships/theme" Target="../theme/theme1.xml"/><Relationship Id="rId66" Type="http://schemas.openxmlformats.org/officeDocument/2006/relationships/image" Target="../media/image1.png"/><Relationship Id="rId67" Type="http://schemas.openxmlformats.org/officeDocument/2006/relationships/image" Target="../media/image2.sv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723899"/>
            <a:ext cx="11277599" cy="457200"/>
          </a:xfrm>
          <a:prstGeom prst="rect">
            <a:avLst/>
          </a:prstGeom>
        </p:spPr>
        <p:txBody>
          <a:bodyPr vert="horz" lIns="0" tIns="0" rIns="0" bIns="0" rtlCol="0" anchor="t">
            <a:noAutofit/>
          </a:bodyPr>
          <a:lstStyle/>
          <a:p>
            <a:pPr lvl="0"/>
            <a:r>
              <a:rPr lang="en-US"/>
              <a:t>Click to edit Master title style</a:t>
            </a:r>
          </a:p>
        </p:txBody>
      </p:sp>
      <p:pic>
        <p:nvPicPr>
          <p:cNvPr id="7" name="Graphic 6">
            <a:extLst>
              <a:ext uri="{FF2B5EF4-FFF2-40B4-BE49-F238E27FC236}">
                <a16:creationId xmlns:a16="http://schemas.microsoft.com/office/drawing/2014/main" id="{BB532318-7ECA-4FB6-ADB1-48895B543C86}"/>
              </a:ext>
            </a:extLst>
          </p:cNvPr>
          <p:cNvPicPr>
            <a:picLocks noChangeAspect="1"/>
          </p:cNvPicPr>
          <p:nvPr userDrawn="1"/>
        </p:nvPicPr>
        <p:blipFill>
          <a:blip r:embed="rId66">
            <a:extLst>
              <a:ext uri="{28A0092B-C50C-407E-A947-70E740481C1C}">
                <a14:useLocalDpi xmlns:a14="http://schemas.microsoft.com/office/drawing/2010/main"/>
              </a:ext>
              <a:ext uri="{96DAC541-7B7A-43D3-8B79-37D633B846F1}">
                <asvg:svgBlip xmlns:asvg="http://schemas.microsoft.com/office/drawing/2016/SVG/main" r:embed="rId67"/>
              </a:ext>
            </a:extLst>
          </a:blip>
          <a:stretch>
            <a:fillRect/>
          </a:stretch>
        </p:blipFill>
        <p:spPr>
          <a:xfrm>
            <a:off x="457201" y="6438901"/>
            <a:ext cx="540540" cy="190499"/>
          </a:xfrm>
          <a:prstGeom prst="rect">
            <a:avLst/>
          </a:prstGeom>
        </p:spPr>
      </p:pic>
      <p:sp>
        <p:nvSpPr>
          <p:cNvPr id="11" name="TextBox 10">
            <a:extLst>
              <a:ext uri="{FF2B5EF4-FFF2-40B4-BE49-F238E27FC236}">
                <a16:creationId xmlns:a16="http://schemas.microsoft.com/office/drawing/2014/main" id="{3F641FF6-5DCC-D34B-9DD7-29931472CBC7}"/>
              </a:ext>
            </a:extLst>
          </p:cNvPr>
          <p:cNvSpPr txBox="1"/>
          <p:nvPr userDrawn="1"/>
        </p:nvSpPr>
        <p:spPr>
          <a:xfrm>
            <a:off x="10048875" y="6406590"/>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tx1"/>
                </a:solidFill>
              </a:rPr>
              <a:t>EPAM Proprietary &amp; Confidential.</a:t>
            </a:r>
          </a:p>
        </p:txBody>
      </p:sp>
      <p:sp>
        <p:nvSpPr>
          <p:cNvPr id="12" name="Text Placeholder 3">
            <a:extLst>
              <a:ext uri="{FF2B5EF4-FFF2-40B4-BE49-F238E27FC236}">
                <a16:creationId xmlns:a16="http://schemas.microsoft.com/office/drawing/2014/main" id="{41DA6592-6579-C548-911C-85A5195E10BA}"/>
              </a:ext>
            </a:extLst>
          </p:cNvPr>
          <p:cNvSpPr txBox="1"/>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smtClean="0"/>
              <a:pPr lvl="0"/>
              <a:t>‹#›</a:t>
            </a:fld>
            <a:endParaRPr lang="en-US" sz="1000"/>
          </a:p>
        </p:txBody>
      </p:sp>
      <p:sp>
        <p:nvSpPr>
          <p:cNvPr id="3" name="Text Placeholder 2">
            <a:extLst>
              <a:ext uri="{FF2B5EF4-FFF2-40B4-BE49-F238E27FC236}">
                <a16:creationId xmlns:a16="http://schemas.microsoft.com/office/drawing/2014/main" id="{1B3A0289-E5C4-74D3-46E5-CB49BE90222C}"/>
              </a:ext>
            </a:extLst>
          </p:cNvPr>
          <p:cNvSpPr>
            <a:spLocks noGrp="1"/>
          </p:cNvSpPr>
          <p:nvPr>
            <p:ph type="body" idx="1"/>
          </p:nvPr>
        </p:nvSpPr>
        <p:spPr>
          <a:xfrm>
            <a:off x="467139" y="1680713"/>
            <a:ext cx="11267660" cy="4491487"/>
          </a:xfrm>
          <a:prstGeom prst="rect">
            <a:avLst/>
          </a:prstGeom>
        </p:spPr>
        <p:txBody>
          <a:bodyPr vert="horz" lIns="0" tIns="0" rIns="0" bIns="0" rtlCol="0">
            <a:normAutofit/>
          </a:bodyPr>
          <a:lstStyle/>
          <a:p>
            <a:pPr lvl="0"/>
            <a:r>
              <a:rPr lang="en-GB"/>
              <a:t>Click to edit Master text styles</a:t>
            </a:r>
          </a:p>
          <a:p>
            <a:pPr lvl="1"/>
            <a:r>
              <a:rPr lang="en-GB"/>
              <a:t>Second level</a:t>
            </a:r>
          </a:p>
          <a:p>
            <a:pPr lvl="2"/>
            <a:r>
              <a:rPr lang="en-GB"/>
              <a:t>Third level</a:t>
            </a:r>
          </a:p>
        </p:txBody>
      </p:sp>
    </p:spTree>
    <p:extLst>
      <p:ext uri="{BB962C8B-B14F-4D97-AF65-F5344CB8AC3E}">
        <p14:creationId xmlns:p14="http://schemas.microsoft.com/office/powerpoint/2010/main" val="398972195"/>
      </p:ext>
    </p:extLst>
  </p:cSld>
  <p:clrMap bg1="lt1" tx1="dk1" bg2="lt2" tx2="dk2" accent1="accent1" accent2="accent2" accent3="accent3" accent4="accent4" accent5="accent5" accent6="accent6" hlink="hlink" folHlink="folHlink"/>
  <p:sldLayoutIdLst>
    <p:sldLayoutId id="2147483729" r:id="rId1"/>
    <p:sldLayoutId id="2147483730" r:id="rId2"/>
    <p:sldLayoutId id="2147483731" r:id="rId3"/>
    <p:sldLayoutId id="2147483732" r:id="rId4"/>
    <p:sldLayoutId id="2147483733" r:id="rId5"/>
    <p:sldLayoutId id="2147483734" r:id="rId6"/>
    <p:sldLayoutId id="2147483735" r:id="rId7"/>
    <p:sldLayoutId id="2147483736" r:id="rId8"/>
    <p:sldLayoutId id="2147483737" r:id="rId9"/>
    <p:sldLayoutId id="2147483738" r:id="rId10"/>
    <p:sldLayoutId id="2147483739" r:id="rId11"/>
    <p:sldLayoutId id="2147483740" r:id="rId12"/>
    <p:sldLayoutId id="2147483741" r:id="rId13"/>
    <p:sldLayoutId id="2147483742" r:id="rId14"/>
    <p:sldLayoutId id="2147483743" r:id="rId15"/>
    <p:sldLayoutId id="2147483744" r:id="rId16"/>
    <p:sldLayoutId id="2147483745" r:id="rId17"/>
    <p:sldLayoutId id="2147483746" r:id="rId18"/>
    <p:sldLayoutId id="2147483747" r:id="rId19"/>
    <p:sldLayoutId id="2147483748" r:id="rId20"/>
    <p:sldLayoutId id="2147483749" r:id="rId21"/>
    <p:sldLayoutId id="2147483750" r:id="rId22"/>
    <p:sldLayoutId id="2147483751" r:id="rId23"/>
    <p:sldLayoutId id="2147483752" r:id="rId24"/>
    <p:sldLayoutId id="2147483753" r:id="rId25"/>
    <p:sldLayoutId id="2147483754" r:id="rId26"/>
    <p:sldLayoutId id="2147483755" r:id="rId27"/>
    <p:sldLayoutId id="2147483756" r:id="rId28"/>
    <p:sldLayoutId id="2147483757" r:id="rId29"/>
    <p:sldLayoutId id="2147483758" r:id="rId30"/>
    <p:sldLayoutId id="2147483759" r:id="rId31"/>
    <p:sldLayoutId id="2147483760" r:id="rId32"/>
    <p:sldLayoutId id="2147483761" r:id="rId33"/>
    <p:sldLayoutId id="2147483762" r:id="rId34"/>
    <p:sldLayoutId id="2147483763" r:id="rId35"/>
    <p:sldLayoutId id="2147483764" r:id="rId36"/>
    <p:sldLayoutId id="2147483765" r:id="rId37"/>
    <p:sldLayoutId id="2147483766" r:id="rId38"/>
    <p:sldLayoutId id="2147483767" r:id="rId39"/>
    <p:sldLayoutId id="2147483768" r:id="rId40"/>
    <p:sldLayoutId id="2147483769" r:id="rId41"/>
    <p:sldLayoutId id="2147483770" r:id="rId42"/>
    <p:sldLayoutId id="2147483771" r:id="rId43"/>
    <p:sldLayoutId id="2147483772" r:id="rId44"/>
    <p:sldLayoutId id="2147483773" r:id="rId45"/>
    <p:sldLayoutId id="2147483774" r:id="rId46"/>
    <p:sldLayoutId id="2147483775" r:id="rId47"/>
    <p:sldLayoutId id="2147483776" r:id="rId48"/>
    <p:sldLayoutId id="2147483777" r:id="rId49"/>
    <p:sldLayoutId id="2147483778" r:id="rId50"/>
    <p:sldLayoutId id="2147483779" r:id="rId51"/>
    <p:sldLayoutId id="2147483780" r:id="rId52"/>
    <p:sldLayoutId id="2147483781" r:id="rId53"/>
    <p:sldLayoutId id="2147483782" r:id="rId54"/>
    <p:sldLayoutId id="2147483783" r:id="rId55"/>
    <p:sldLayoutId id="2147483784" r:id="rId56"/>
    <p:sldLayoutId id="2147483785" r:id="rId57"/>
    <p:sldLayoutId id="2147483786" r:id="rId58"/>
    <p:sldLayoutId id="2147483787" r:id="rId59"/>
    <p:sldLayoutId id="2147483788" r:id="rId60"/>
    <p:sldLayoutId id="2147483789" r:id="rId61"/>
    <p:sldLayoutId id="2147483790" r:id="rId62"/>
    <p:sldLayoutId id="2147483791" r:id="rId63"/>
    <p:sldLayoutId id="2147483792" r:id="rId64"/>
  </p:sldLayoutIdLst>
  <p:transition/>
  <p:hf hdr="0" dt="0"/>
  <p:txStyles>
    <p:titleStyle>
      <a:lvl1pPr algn="l" defTabSz="914400" rtl="0" eaLnBrk="1" latinLnBrk="0" hangingPunct="1">
        <a:lnSpc>
          <a:spcPct val="100000"/>
        </a:lnSpc>
        <a:spcBef>
          <a:spcPct val="0"/>
        </a:spcBef>
        <a:buNone/>
        <a:defRPr lang="en-US" sz="2200" b="1" i="0" kern="1200">
          <a:solidFill>
            <a:schemeClr val="tx1"/>
          </a:solidFill>
          <a:latin typeface="+mn-lt"/>
          <a:ea typeface="Calibri" panose="020F0502020204030204" pitchFamily="34" charset="0"/>
          <a:cs typeface="Calibri" panose="020F0502020204030204" pitchFamily="34" charset="0"/>
        </a:defRPr>
      </a:lvl1pPr>
    </p:titleStyle>
    <p:bodyStyle>
      <a:lvl1pPr marL="0" indent="0" algn="l" defTabSz="914400" rtl="0" eaLnBrk="1" latinLnBrk="0" hangingPunct="1">
        <a:lnSpc>
          <a:spcPct val="110000"/>
        </a:lnSpc>
        <a:spcBef>
          <a:spcPts val="600"/>
        </a:spcBef>
        <a:spcAft>
          <a:spcPct val="0"/>
        </a:spcAft>
        <a:buFont typeface="Arial" panose="020B0604020202020204" pitchFamily="34" charset="0"/>
        <a:buNone/>
        <a:defRPr sz="1600" b="0" i="0" kern="1200">
          <a:solidFill>
            <a:schemeClr val="tx1"/>
          </a:solidFill>
          <a:latin typeface="+mn-lt"/>
          <a:ea typeface="Calibri" panose="020F0502020204030204" pitchFamily="34" charset="0"/>
          <a:cs typeface="Calibri" panose="020F0502020204030204" pitchFamily="34" charset="0"/>
        </a:defRPr>
      </a:lvl1pPr>
      <a:lvl2pPr marL="253800" indent="-252000" algn="l" defTabSz="914400" rtl="0" eaLnBrk="1" latinLnBrk="0" hangingPunct="1">
        <a:lnSpc>
          <a:spcPct val="100000"/>
        </a:lnSpc>
        <a:spcBef>
          <a:spcPts val="600"/>
        </a:spcBef>
        <a:spcAft>
          <a:spcPts val="600"/>
        </a:spcAft>
        <a:buClr>
          <a:schemeClr val="tx1"/>
        </a:buClr>
        <a:buFont typeface="Arial" panose="020B0604020202020204" pitchFamily="34" charset="0"/>
        <a:buChar char="•"/>
        <a:defRPr sz="1600" b="0" i="0" kern="1200">
          <a:solidFill>
            <a:schemeClr val="tx1"/>
          </a:solidFill>
          <a:latin typeface="+mn-lt"/>
          <a:ea typeface="Calibri" panose="020F0502020204030204" pitchFamily="34" charset="0"/>
          <a:cs typeface="Calibri" panose="020F0502020204030204" pitchFamily="34" charset="0"/>
        </a:defRPr>
      </a:lvl2pPr>
      <a:lvl3pPr marL="504000" indent="-252000" algn="l" defTabSz="914400" rtl="0" eaLnBrk="1" latinLnBrk="0" hangingPunct="1">
        <a:lnSpc>
          <a:spcPct val="100000"/>
        </a:lnSpc>
        <a:spcBef>
          <a:spcPts val="600"/>
        </a:spcBef>
        <a:spcAft>
          <a:spcPts val="600"/>
        </a:spcAft>
        <a:buFont typeface="Courier New" panose="02070309020205020404" pitchFamily="49" charset="0"/>
        <a:buChar char="o"/>
        <a:defRPr sz="1400" b="0" i="0" kern="1200">
          <a:solidFill>
            <a:schemeClr val="tx1"/>
          </a:solidFill>
          <a:latin typeface="+mn-lt"/>
          <a:ea typeface="Calibri" panose="020F0502020204030204" pitchFamily="34" charset="0"/>
          <a:cs typeface="Calibri" panose="020F0502020204030204" pitchFamily="34" charset="0"/>
        </a:defRPr>
      </a:lvl3pPr>
      <a:lvl4pPr marL="1600200" indent="-228600" algn="l" defTabSz="914400" rtl="0" eaLnBrk="1" latinLnBrk="0" hangingPunct="1">
        <a:lnSpc>
          <a:spcPct val="110000"/>
        </a:lnSpc>
        <a:spcBef>
          <a:spcPts val="600"/>
        </a:spcBef>
        <a:spcAft>
          <a:spcPct val="0"/>
        </a:spcAft>
        <a:buFont typeface="Arial" panose="020B0604020202020204" pitchFamily="34" charset="0"/>
        <a:buChar char="•"/>
        <a:defRPr sz="1600" b="0" i="0" kern="1200">
          <a:solidFill>
            <a:schemeClr val="tx1"/>
          </a:solidFill>
          <a:latin typeface="+mn-lt"/>
          <a:ea typeface="Calibri" panose="020F0502020204030204" pitchFamily="34" charset="0"/>
          <a:cs typeface="Calibri" panose="020F0502020204030204" pitchFamily="34" charset="0"/>
        </a:defRPr>
      </a:lvl4pPr>
      <a:lvl5pPr marL="2057400" indent="-228600" algn="l" defTabSz="914400" rtl="0" eaLnBrk="1" latinLnBrk="0" hangingPunct="1">
        <a:lnSpc>
          <a:spcPct val="110000"/>
        </a:lnSpc>
        <a:spcBef>
          <a:spcPts val="600"/>
        </a:spcBef>
        <a:spcAft>
          <a:spcPct val="0"/>
        </a:spcAft>
        <a:buFont typeface="Arial" panose="020B0604020202020204" pitchFamily="34" charset="0"/>
        <a:buChar char="•"/>
        <a:defRPr sz="1600" b="0" i="0" kern="1200">
          <a:solidFill>
            <a:schemeClr val="tx1"/>
          </a:solidFill>
          <a:latin typeface="+mn-lt"/>
          <a:ea typeface="Calibri" panose="020F0502020204030204" pitchFamily="34" charset="0"/>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880" userDrawn="1">
          <p15:clr>
            <a:srgbClr val="F26B43"/>
          </p15:clr>
        </p15:guide>
        <p15:guide id="16" orient="horz" pos="199" userDrawn="1">
          <p15:clr>
            <a:srgbClr val="F26B43"/>
          </p15:clr>
        </p15:guide>
        <p15:guide id="17" orient="horz" pos="378" userDrawn="1">
          <p15:clr>
            <a:srgbClr val="F26B43"/>
          </p15:clr>
        </p15:guide>
        <p15:guide id="20" orient="horz" pos="620" userDrawn="1">
          <p15:clr>
            <a:srgbClr val="F26B43"/>
          </p15:clr>
        </p15:guide>
        <p15:guide id="41" orient="horz" pos="3240" userDrawn="1">
          <p15:clr>
            <a:srgbClr val="F26B43"/>
          </p15:clr>
        </p15:guide>
        <p15:guide id="43" orient="horz" pos="3480" userDrawn="1">
          <p15:clr>
            <a:srgbClr val="F26B43"/>
          </p15:clr>
        </p15:guide>
        <p15:guide id="56" orient="horz" userDrawn="1">
          <p15:clr>
            <a:srgbClr val="F26B43"/>
          </p15:clr>
        </p15:guide>
        <p15:guide id="58" orient="horz" pos="3360" userDrawn="1">
          <p15:clr>
            <a:srgbClr val="F26B43"/>
          </p15:clr>
        </p15:guide>
        <p15:guide id="59" pos="240" userDrawn="1">
          <p15:clr>
            <a:srgbClr val="F26B43"/>
          </p15:clr>
        </p15:guide>
        <p15:guide id="61" pos="6160" userDrawn="1">
          <p15:clr>
            <a:srgbClr val="F26B43"/>
          </p15:clr>
        </p15:guide>
        <p15:guide id="64" pos="1128" userDrawn="1">
          <p15:clr>
            <a:srgbClr val="F26B43"/>
          </p15:clr>
        </p15:guide>
        <p15:guide id="65" pos="1248" userDrawn="1">
          <p15:clr>
            <a:srgbClr val="F26B43"/>
          </p15:clr>
        </p15:guide>
        <p15:guide id="68" pos="2258" userDrawn="1">
          <p15:clr>
            <a:srgbClr val="F26B43"/>
          </p15:clr>
        </p15:guide>
        <p15:guide id="69" pos="2140" userDrawn="1">
          <p15:clr>
            <a:srgbClr val="F26B43"/>
          </p15:clr>
        </p15:guide>
        <p15:guide id="72" pos="3143" userDrawn="1">
          <p15:clr>
            <a:srgbClr val="F26B43"/>
          </p15:clr>
        </p15:guide>
        <p15:guide id="73" pos="3266" userDrawn="1">
          <p15:clr>
            <a:srgbClr val="F26B43"/>
          </p15:clr>
        </p15:guide>
        <p15:guide id="76" pos="4273" userDrawn="1">
          <p15:clr>
            <a:srgbClr val="F26B43"/>
          </p15:clr>
        </p15:guide>
        <p15:guide id="77" pos="4151" userDrawn="1">
          <p15:clr>
            <a:srgbClr val="F26B43"/>
          </p15:clr>
        </p15:guide>
        <p15:guide id="80" pos="5155" userDrawn="1">
          <p15:clr>
            <a:srgbClr val="F26B43"/>
          </p15:clr>
        </p15:guide>
        <p15:guide id="81" pos="5275"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2.jpeg"/><Relationship Id="rId4" Type="http://schemas.openxmlformats.org/officeDocument/2006/relationships/image" Target="../media/image23.png"/><Relationship Id="rId5" Type="http://schemas.openxmlformats.org/officeDocument/2006/relationships/image" Target="../media/image4.em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image" Target="../media/image24.png"/><Relationship Id="rId3" Type="http://schemas.openxmlformats.org/officeDocument/2006/relationships/image" Target="../media/image25.svg"/><Relationship Id="rId4" Type="http://schemas.openxmlformats.org/officeDocument/2006/relationships/image" Target="../media/image26.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image" Target="../media/image27.png"/><Relationship Id="rId3" Type="http://schemas.openxmlformats.org/officeDocument/2006/relationships/image" Target="../media/image28.png"/><Relationship Id="rId4" Type="http://schemas.openxmlformats.org/officeDocument/2006/relationships/image" Target="../media/image29.png"/><Relationship Id="rId5" Type="http://schemas.openxmlformats.org/officeDocument/2006/relationships/image" Target="../media/image3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5.xml"/><Relationship Id="rId3" Type="http://schemas.openxmlformats.org/officeDocument/2006/relationships/image" Target="../media/image31.png"/><Relationship Id="rId4" Type="http://schemas.microsoft.com/office/2007/relationships/hdphoto" Target="../media/hdphoto1.wdp"/></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6.xml"/><Relationship Id="rId3" Type="http://schemas.openxmlformats.org/officeDocument/2006/relationships/image" Target="../media/image32.png"/><Relationship Id="rId4" Type="http://schemas.microsoft.com/office/2007/relationships/hdphoto" Target="../media/hdphoto2.wdp"/></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image" Target="../media/image33.png"/><Relationship Id="rId3" Type="http://schemas.microsoft.com/office/2007/relationships/hdphoto" Target="../media/hdphoto3.wdp"/></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image" Target="../media/image34.png"/><Relationship Id="rId3" Type="http://schemas.microsoft.com/office/2007/relationships/hdphoto" Target="../media/hdphoto4.wdp"/></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image" Target="../media/image35.png"/><Relationship Id="rId3" Type="http://schemas.openxmlformats.org/officeDocument/2006/relationships/image" Target="../media/image36.jpe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microsoft.com/office/2018/10/relationships/comments" Target="../comments/modernComment_7FFFEB08_4E86D658.xml"/><Relationship Id="rId3" Type="http://schemas.openxmlformats.org/officeDocument/2006/relationships/image" Target="../media/image37.png"/><Relationship Id="rId4" Type="http://schemas.openxmlformats.org/officeDocument/2006/relationships/image" Target="../media/image38.svg"/><Relationship Id="rId5" Type="http://schemas.openxmlformats.org/officeDocument/2006/relationships/image" Target="../media/image39.png"/><Relationship Id="rId6" Type="http://schemas.openxmlformats.org/officeDocument/2006/relationships/image" Target="../media/image40.svg"/><Relationship Id="rId7" Type="http://schemas.openxmlformats.org/officeDocument/2006/relationships/image" Target="../media/image41.png"/><Relationship Id="rId8" Type="http://schemas.openxmlformats.org/officeDocument/2006/relationships/image" Target="../media/image42.svg"/><Relationship Id="rId9" Type="http://schemas.openxmlformats.org/officeDocument/2006/relationships/image" Target="../media/image43.png"/><Relationship Id="rId10" Type="http://schemas.openxmlformats.org/officeDocument/2006/relationships/image" Target="../media/image44.svg"/><Relationship Id="rId11" Type="http://schemas.openxmlformats.org/officeDocument/2006/relationships/image" Target="../media/image45.png"/><Relationship Id="rId12" Type="http://schemas.openxmlformats.org/officeDocument/2006/relationships/image" Target="../media/image46.svg"/><Relationship Id="rId13" Type="http://schemas.openxmlformats.org/officeDocument/2006/relationships/image" Target="../media/image47.png"/><Relationship Id="rId14" Type="http://schemas.openxmlformats.org/officeDocument/2006/relationships/image" Target="../media/image48.sv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7.xml"/><Relationship Id="rId3" Type="http://schemas.microsoft.com/office/2018/10/relationships/comments" Target="../comments/modernComment_7FFFEB09_62AB8CE1.xml"/><Relationship Id="rId4" Type="http://schemas.openxmlformats.org/officeDocument/2006/relationships/image" Target="../media/image49.png"/><Relationship Id="rId5" Type="http://schemas.openxmlformats.org/officeDocument/2006/relationships/image" Target="../media/image50.png"/><Relationship Id="rId6" Type="http://schemas.microsoft.com/office/2007/relationships/hdphoto" Target="../media/hdphoto3.wdp"/></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image" Target="../media/image51.jpeg"/><Relationship Id="rId3" Type="http://schemas.openxmlformats.org/officeDocument/2006/relationships/image" Target="../media/image52.png"/><Relationship Id="rId4" Type="http://schemas.openxmlformats.org/officeDocument/2006/relationships/image" Target="../media/image53.svg"/><Relationship Id="rId5" Type="http://schemas.openxmlformats.org/officeDocument/2006/relationships/image" Target="../media/image54.png"/><Relationship Id="rId6" Type="http://schemas.openxmlformats.org/officeDocument/2006/relationships/image" Target="../media/image55.sv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8.xml"/><Relationship Id="rId3" Type="http://schemas.openxmlformats.org/officeDocument/2006/relationships/image" Target="../media/image56.png"/><Relationship Id="rId4" Type="http://schemas.openxmlformats.org/officeDocument/2006/relationships/image" Target="../media/image57.svg"/><Relationship Id="rId5" Type="http://schemas.openxmlformats.org/officeDocument/2006/relationships/image" Target="../media/image54.png"/><Relationship Id="rId6" Type="http://schemas.openxmlformats.org/officeDocument/2006/relationships/image" Target="../media/image58.svg"/><Relationship Id="rId7" Type="http://schemas.openxmlformats.org/officeDocument/2006/relationships/image" Target="../media/image52.png"/><Relationship Id="rId8" Type="http://schemas.openxmlformats.org/officeDocument/2006/relationships/image" Target="../media/image59.svg"/><Relationship Id="rId9" Type="http://schemas.openxmlformats.org/officeDocument/2006/relationships/image" Target="../media/image60.png"/><Relationship Id="rId10" Type="http://schemas.openxmlformats.org/officeDocument/2006/relationships/image" Target="../media/image61.svg"/><Relationship Id="rId11" Type="http://schemas.openxmlformats.org/officeDocument/2006/relationships/image" Target="../media/image53.svg"/><Relationship Id="rId12" Type="http://schemas.openxmlformats.org/officeDocument/2006/relationships/image" Target="../media/image62.png"/><Relationship Id="rId13" Type="http://schemas.openxmlformats.org/officeDocument/2006/relationships/image" Target="../media/image63.sv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9.xml"/><Relationship Id="rId3" Type="http://schemas.microsoft.com/office/2018/10/relationships/comments" Target="../comments/modernComment_7FFFEB0C_FA20BC2A.xml"/><Relationship Id="rId4" Type="http://schemas.openxmlformats.org/officeDocument/2006/relationships/image" Target="../media/image6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microsoft.com/office/2018/10/relationships/comments" Target="../comments/modernComment_7FFFEB0B_6F2F23E6.xml"/><Relationship Id="rId3" Type="http://schemas.openxmlformats.org/officeDocument/2006/relationships/image" Target="../media/image65.png"/><Relationship Id="rId4" Type="http://schemas.openxmlformats.org/officeDocument/2006/relationships/image" Target="../media/image66.png"/><Relationship Id="rId5" Type="http://schemas.openxmlformats.org/officeDocument/2006/relationships/image" Target="../media/image6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image" Target="../media/image16.png"/><Relationship Id="rId3" Type="http://schemas.openxmlformats.org/officeDocument/2006/relationships/image" Target="../media/image68.png"/><Relationship Id="rId4" Type="http://schemas.openxmlformats.org/officeDocument/2006/relationships/image" Target="../media/image69.sv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10.xml"/><Relationship Id="rId3" Type="http://schemas.openxmlformats.org/officeDocument/2006/relationships/image" Target="../media/image66.png"/><Relationship Id="rId4" Type="http://schemas.openxmlformats.org/officeDocument/2006/relationships/image" Target="../media/image70.png"/><Relationship Id="rId5" Type="http://schemas.openxmlformats.org/officeDocument/2006/relationships/image" Target="../media/image71.png"/><Relationship Id="rId6" Type="http://schemas.openxmlformats.org/officeDocument/2006/relationships/image" Target="../media/image72.png"/><Relationship Id="rId7" Type="http://schemas.openxmlformats.org/officeDocument/2006/relationships/image" Target="../media/image6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microsoft.com/office/2018/10/relationships/comments" Target="../comments/modernComment_7FB4764F_A53789AA.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1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12.xml"/><Relationship Id="rId3" Type="http://schemas.microsoft.com/office/2018/10/relationships/comments" Target="../comments/modernComment_7FFFEB04_7DCBFA4D.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Placeholder 8" descr="A picture containing space, circle&#10;&#10;Description automatically generated">
            <a:extLst>
              <a:ext uri="{FF2B5EF4-FFF2-40B4-BE49-F238E27FC236}">
                <a16:creationId xmlns:a16="http://schemas.microsoft.com/office/drawing/2014/main" id="{C6FF704A-36DC-B043-2EA2-B64D15A5CC64}"/>
              </a:ext>
            </a:extLst>
          </p:cNvPr>
          <p:cNvPicPr>
            <a:picLocks noChangeAspect="1"/>
          </p:cNvPicPr>
          <p:nvPr/>
        </p:nvPicPr>
        <p:blipFill>
          <a:blip r:embed="rId3">
            <a:alphaModFix/>
            <a:extLst>
              <a:ext uri="{28A0092B-C50C-407E-A947-70E740481C1C}">
                <a14:useLocalDpi xmlns:a14="http://schemas.microsoft.com/office/drawing/2010/main" val="0"/>
              </a:ext>
            </a:extLst>
          </a:blip>
          <a:srcRect t="4531" b="4531"/>
          <a:stretch/>
        </p:blipFill>
        <p:spPr>
          <a:xfrm>
            <a:off x="0" y="0"/>
            <a:ext cx="12192000" cy="6858000"/>
          </a:xfrm>
          <a:prstGeom prst="rect">
            <a:avLst/>
          </a:prstGeom>
        </p:spPr>
      </p:pic>
      <p:sp>
        <p:nvSpPr>
          <p:cNvPr id="8" name="Rectangle 7">
            <a:extLst>
              <a:ext uri="{FF2B5EF4-FFF2-40B4-BE49-F238E27FC236}">
                <a16:creationId xmlns:a16="http://schemas.microsoft.com/office/drawing/2014/main" id="{8E3EC52F-FA20-73DA-312E-EF895DA3ACD6}"/>
              </a:ext>
            </a:extLst>
          </p:cNvPr>
          <p:cNvSpPr/>
          <p:nvPr/>
        </p:nvSpPr>
        <p:spPr bwMode="auto">
          <a:xfrm>
            <a:off x="0" y="0"/>
            <a:ext cx="12192000" cy="6858000"/>
          </a:xfrm>
          <a:prstGeom prst="rect">
            <a:avLst/>
          </a:prstGeom>
          <a:gradFill>
            <a:gsLst>
              <a:gs pos="0">
                <a:schemeClr val="accent1">
                  <a:alpha val="84000"/>
                </a:schemeClr>
              </a:gs>
              <a:gs pos="100000">
                <a:schemeClr val="tx1">
                  <a:alpha val="0"/>
                </a:schemeClr>
              </a:gs>
            </a:gsLst>
            <a:lin ang="0" scaled="0"/>
          </a:gradFill>
          <a:ln>
            <a:noFill/>
          </a:ln>
          <a:effectLst/>
        </p:spPr>
        <p:txBody>
          <a:bodyPr wrap="square" lIns="0" tIns="0" rIns="0" bIns="0" rtlCol="0" anchor="ctr"/>
          <a:lstStyle/>
          <a:p>
            <a:pPr algn="ctr"/>
            <a:endParaRPr lang="en-US" sz="2400">
              <a:solidFill>
                <a:schemeClr val="bg1"/>
              </a:solidFill>
              <a:latin typeface="Calibri Light" panose="020F0302020204030204" pitchFamily="34" charset="0"/>
              <a:ea typeface="Human Sans ExtraLight" charset="0"/>
              <a:cs typeface="Human Sans ExtraLight" charset="0"/>
            </a:endParaRPr>
          </a:p>
        </p:txBody>
      </p:sp>
      <p:sp>
        <p:nvSpPr>
          <p:cNvPr id="2" name="Text Placeholder 1">
            <a:extLst>
              <a:ext uri="{FF2B5EF4-FFF2-40B4-BE49-F238E27FC236}">
                <a16:creationId xmlns:a16="http://schemas.microsoft.com/office/drawing/2014/main" id="{12EEA4D1-320C-4C48-AF8D-A1CCDD0498CB}"/>
              </a:ext>
            </a:extLst>
          </p:cNvPr>
          <p:cNvSpPr>
            <a:spLocks noGrp="1"/>
          </p:cNvSpPr>
          <p:nvPr>
            <p:ph type="body" sz="quarter" idx="11"/>
          </p:nvPr>
        </p:nvSpPr>
        <p:spPr>
          <a:xfrm>
            <a:off x="485414" y="4266896"/>
            <a:ext cx="4495111" cy="738664"/>
          </a:xfrm>
        </p:spPr>
        <p:txBody>
          <a:bodyPr/>
          <a:lstStyle/>
          <a:p>
            <a:r>
              <a:rPr lang="en-US" sz="2400" b="1">
                <a:gradFill>
                  <a:gsLst>
                    <a:gs pos="62600">
                      <a:schemeClr val="accent5"/>
                    </a:gs>
                    <a:gs pos="0">
                      <a:schemeClr val="accent2"/>
                    </a:gs>
                    <a:gs pos="100000">
                      <a:schemeClr val="accent4"/>
                    </a:gs>
                  </a:gsLst>
                  <a:lin ang="0" scaled="0"/>
                </a:gradFill>
                <a:latin typeface="+mj-lt"/>
              </a:rPr>
              <a:t>Enabling TMNAS Growth, Speed, and Product Expansion</a:t>
            </a:r>
          </a:p>
        </p:txBody>
      </p:sp>
      <p:sp>
        <p:nvSpPr>
          <p:cNvPr id="3" name="Text Placeholder 2">
            <a:extLst>
              <a:ext uri="{FF2B5EF4-FFF2-40B4-BE49-F238E27FC236}">
                <a16:creationId xmlns:a16="http://schemas.microsoft.com/office/drawing/2014/main" id="{3D1B0ADE-00B3-46CF-A3C5-0228E14406EC}"/>
              </a:ext>
            </a:extLst>
          </p:cNvPr>
          <p:cNvSpPr>
            <a:spLocks noGrp="1"/>
          </p:cNvSpPr>
          <p:nvPr>
            <p:ph type="body" sz="quarter" idx="12"/>
          </p:nvPr>
        </p:nvSpPr>
        <p:spPr>
          <a:xfrm>
            <a:off x="466165" y="5642277"/>
            <a:ext cx="6489700" cy="193002"/>
          </a:xfrm>
        </p:spPr>
        <p:txBody>
          <a:bodyPr/>
          <a:lstStyle/>
          <a:p>
            <a:r>
              <a:rPr lang="en-US">
                <a:latin typeface="Calibri"/>
                <a:ea typeface="Calibri"/>
                <a:cs typeface="Calibri"/>
              </a:rPr>
              <a:t>MARCH, 2026</a:t>
            </a:r>
          </a:p>
        </p:txBody>
      </p:sp>
      <p:sp>
        <p:nvSpPr>
          <p:cNvPr id="4" name="Title 3">
            <a:extLst>
              <a:ext uri="{FF2B5EF4-FFF2-40B4-BE49-F238E27FC236}">
                <a16:creationId xmlns:a16="http://schemas.microsoft.com/office/drawing/2014/main" id="{D6EF5EC8-0761-4EFE-9B73-FD5DB2A1F119}"/>
              </a:ext>
            </a:extLst>
          </p:cNvPr>
          <p:cNvSpPr>
            <a:spLocks noGrp="1"/>
          </p:cNvSpPr>
          <p:nvPr>
            <p:ph type="title"/>
          </p:nvPr>
        </p:nvSpPr>
        <p:spPr>
          <a:xfrm>
            <a:off x="466165" y="1565868"/>
            <a:ext cx="9582710" cy="2462213"/>
          </a:xfrm>
        </p:spPr>
        <p:txBody>
          <a:bodyPr/>
          <a:lstStyle/>
          <a:p>
            <a:r>
              <a:rPr lang="en-US" err="1"/>
              <a:t>RapidSure</a:t>
            </a:r>
            <a:r>
              <a:rPr lang="en-US"/>
              <a:t> </a:t>
            </a:r>
            <a:br>
              <a:rPr lang="en-US"/>
            </a:br>
            <a:r>
              <a:rPr lang="en-US"/>
              <a:t>Managed </a:t>
            </a:r>
            <a:r>
              <a:rPr lang="en-US" err="1"/>
              <a:t>Sevices</a:t>
            </a:r>
            <a:r>
              <a:rPr lang="en-US"/>
              <a:t>:</a:t>
            </a:r>
            <a:endParaRPr lang="en-US" sz="8800">
              <a:gradFill>
                <a:gsLst>
                  <a:gs pos="0">
                    <a:schemeClr val="accent2"/>
                  </a:gs>
                  <a:gs pos="74000">
                    <a:schemeClr val="accent5"/>
                  </a:gs>
                  <a:gs pos="100000">
                    <a:schemeClr val="accent4"/>
                  </a:gs>
                </a:gsLst>
                <a:lin ang="1800000" scaled="0"/>
              </a:gradFill>
            </a:endParaRPr>
          </a:p>
        </p:txBody>
      </p:sp>
      <p:pic>
        <p:nvPicPr>
          <p:cNvPr id="6" name="Picture 5">
            <a:extLst>
              <a:ext uri="{FF2B5EF4-FFF2-40B4-BE49-F238E27FC236}">
                <a16:creationId xmlns:a16="http://schemas.microsoft.com/office/drawing/2014/main" id="{A87B18F1-5EE2-4909-E48B-88287461EBBB}"/>
              </a:ext>
            </a:extLst>
          </p:cNvPr>
          <p:cNvPicPr>
            <a:picLocks noChangeAspect="1"/>
          </p:cNvPicPr>
          <p:nvPr/>
        </p:nvPicPr>
        <p:blipFill>
          <a:blip r:embed="rId4"/>
          <a:stretch>
            <a:fillRect/>
          </a:stretch>
        </p:blipFill>
        <p:spPr>
          <a:xfrm>
            <a:off x="2149475" y="710614"/>
            <a:ext cx="2576904" cy="392985"/>
          </a:xfrm>
          <a:prstGeom prst="rect">
            <a:avLst/>
          </a:prstGeom>
        </p:spPr>
      </p:pic>
      <p:pic>
        <p:nvPicPr>
          <p:cNvPr id="7" name="Picture 6">
            <a:extLst>
              <a:ext uri="{FF2B5EF4-FFF2-40B4-BE49-F238E27FC236}">
                <a16:creationId xmlns:a16="http://schemas.microsoft.com/office/drawing/2014/main" id="{3B9C4C11-6F6B-6187-F242-4F8C3EC967E7}"/>
              </a:ext>
            </a:extLst>
          </p:cNvPr>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485414" y="740715"/>
            <a:ext cx="1226857" cy="451050"/>
          </a:xfrm>
          <a:prstGeom prst="rect">
            <a:avLst/>
          </a:prstGeom>
        </p:spPr>
      </p:pic>
    </p:spTree>
    <p:extLst>
      <p:ext uri="{BB962C8B-B14F-4D97-AF65-F5344CB8AC3E}">
        <p14:creationId xmlns:p14="http://schemas.microsoft.com/office/powerpoint/2010/main" val="1257311727"/>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Rounded Corners 16">
            <a:extLst>
              <a:ext uri="{FF2B5EF4-FFF2-40B4-BE49-F238E27FC236}">
                <a16:creationId xmlns:a16="http://schemas.microsoft.com/office/drawing/2014/main" id="{868F8E5F-9105-C180-5B88-D77AD9F4A4E8}"/>
              </a:ext>
            </a:extLst>
          </p:cNvPr>
          <p:cNvSpPr/>
          <p:nvPr/>
        </p:nvSpPr>
        <p:spPr bwMode="auto">
          <a:xfrm>
            <a:off x="457200" y="2878805"/>
            <a:ext cx="5530850" cy="3004457"/>
          </a:xfrm>
          <a:prstGeom prst="roundRect">
            <a:avLst>
              <a:gd name="adj" fmla="val 7576"/>
            </a:avLst>
          </a:prstGeom>
          <a:solidFill>
            <a:schemeClr val="bg1"/>
          </a:solidFill>
          <a:ln w="12700">
            <a:gradFill>
              <a:gsLst>
                <a:gs pos="0">
                  <a:schemeClr val="accent2"/>
                </a:gs>
                <a:gs pos="74000">
                  <a:schemeClr val="accent5"/>
                </a:gs>
                <a:gs pos="100000">
                  <a:schemeClr val="accent4"/>
                </a:gs>
              </a:gsLst>
              <a:lin ang="1800000" scaled="0"/>
            </a:gradFill>
          </a:ln>
          <a:effectLst>
            <a:outerShdw blurRad="127000" sx="102000" sy="102000" algn="ctr" rotWithShape="0">
              <a:prstClr val="black">
                <a:alpha val="5000"/>
              </a:prstClr>
            </a:outerShdw>
          </a:effectLst>
        </p:spPr>
        <p:txBody>
          <a:bodyPr wrap="square" lIns="0" tIns="0" rIns="0" bIns="0" rtlCol="0" anchor="ctr"/>
          <a:lstStyle/>
          <a:p>
            <a:pPr algn="ctr"/>
            <a:endParaRPr lang="en-US" sz="2400">
              <a:solidFill>
                <a:schemeClr val="bg1"/>
              </a:solidFill>
              <a:latin typeface="Calibri Light" panose="020F0302020204030204" pitchFamily="34" charset="0"/>
              <a:ea typeface="Human Sans ExtraLight" charset="0"/>
              <a:cs typeface="Human Sans ExtraLight" charset="0"/>
            </a:endParaRPr>
          </a:p>
        </p:txBody>
      </p:sp>
      <p:sp>
        <p:nvSpPr>
          <p:cNvPr id="18" name="Rectangle: Rounded Corners 17">
            <a:extLst>
              <a:ext uri="{FF2B5EF4-FFF2-40B4-BE49-F238E27FC236}">
                <a16:creationId xmlns:a16="http://schemas.microsoft.com/office/drawing/2014/main" id="{D47E1246-9CC2-CC25-2248-89E932231EB4}"/>
              </a:ext>
            </a:extLst>
          </p:cNvPr>
          <p:cNvSpPr/>
          <p:nvPr/>
        </p:nvSpPr>
        <p:spPr bwMode="auto">
          <a:xfrm>
            <a:off x="6221413" y="2878805"/>
            <a:ext cx="5530850" cy="3004457"/>
          </a:xfrm>
          <a:prstGeom prst="roundRect">
            <a:avLst>
              <a:gd name="adj" fmla="val 7576"/>
            </a:avLst>
          </a:prstGeom>
          <a:solidFill>
            <a:schemeClr val="bg1"/>
          </a:solidFill>
          <a:ln w="12700">
            <a:gradFill>
              <a:gsLst>
                <a:gs pos="0">
                  <a:schemeClr val="accent2"/>
                </a:gs>
                <a:gs pos="74000">
                  <a:schemeClr val="accent5"/>
                </a:gs>
                <a:gs pos="100000">
                  <a:schemeClr val="accent4"/>
                </a:gs>
              </a:gsLst>
              <a:lin ang="1800000" scaled="0"/>
            </a:gradFill>
          </a:ln>
          <a:effectLst>
            <a:outerShdw blurRad="127000" sx="102000" sy="102000" algn="ctr" rotWithShape="0">
              <a:prstClr val="black">
                <a:alpha val="5000"/>
              </a:prstClr>
            </a:outerShdw>
          </a:effectLst>
        </p:spPr>
        <p:txBody>
          <a:bodyPr wrap="square" lIns="0" tIns="0" rIns="0" bIns="0" rtlCol="0" anchor="ctr"/>
          <a:lstStyle/>
          <a:p>
            <a:pPr algn="ctr"/>
            <a:endParaRPr lang="en-US" sz="2400">
              <a:solidFill>
                <a:schemeClr val="bg1"/>
              </a:solidFill>
              <a:latin typeface="Calibri Light" panose="020F0302020204030204" pitchFamily="34" charset="0"/>
              <a:ea typeface="Human Sans ExtraLight" charset="0"/>
              <a:cs typeface="Human Sans ExtraLight" charset="0"/>
            </a:endParaRPr>
          </a:p>
        </p:txBody>
      </p:sp>
      <p:sp>
        <p:nvSpPr>
          <p:cNvPr id="21" name="Graphic 18">
            <a:extLst>
              <a:ext uri="{FF2B5EF4-FFF2-40B4-BE49-F238E27FC236}">
                <a16:creationId xmlns:a16="http://schemas.microsoft.com/office/drawing/2014/main" id="{5944D9D1-4525-1E58-8337-6CE4610D6E2E}"/>
              </a:ext>
            </a:extLst>
          </p:cNvPr>
          <p:cNvSpPr/>
          <p:nvPr/>
        </p:nvSpPr>
        <p:spPr>
          <a:xfrm>
            <a:off x="4275140" y="4325708"/>
            <a:ext cx="1499216" cy="1371055"/>
          </a:xfrm>
          <a:custGeom>
            <a:avLst/>
            <a:gdLst>
              <a:gd name="csX0" fmla="*/ 426890 w 1499216"/>
              <a:gd name="csY0" fmla="*/ 837402 h 1371055"/>
              <a:gd name="csX1" fmla="*/ 464754 w 1499216"/>
              <a:gd name="csY1" fmla="*/ 806441 h 1371055"/>
              <a:gd name="csX2" fmla="*/ 464754 w 1499216"/>
              <a:gd name="csY2" fmla="*/ 806023 h 1371055"/>
              <a:gd name="csX3" fmla="*/ 477933 w 1499216"/>
              <a:gd name="csY3" fmla="*/ 740127 h 1371055"/>
              <a:gd name="csX4" fmla="*/ 495715 w 1499216"/>
              <a:gd name="csY4" fmla="*/ 719417 h 1371055"/>
              <a:gd name="csX5" fmla="*/ 594663 w 1499216"/>
              <a:gd name="csY5" fmla="*/ 662516 h 1371055"/>
              <a:gd name="csX6" fmla="*/ 621022 w 1499216"/>
              <a:gd name="csY6" fmla="*/ 657705 h 1371055"/>
              <a:gd name="csX7" fmla="*/ 685453 w 1499216"/>
              <a:gd name="csY7" fmla="*/ 679252 h 1371055"/>
              <a:gd name="csX8" fmla="*/ 731267 w 1499216"/>
              <a:gd name="csY8" fmla="*/ 661889 h 1371055"/>
              <a:gd name="csX9" fmla="*/ 770386 w 1499216"/>
              <a:gd name="csY9" fmla="*/ 594319 h 1371055"/>
              <a:gd name="csX10" fmla="*/ 762227 w 1499216"/>
              <a:gd name="csY10" fmla="*/ 546205 h 1371055"/>
              <a:gd name="csX11" fmla="*/ 711184 w 1499216"/>
              <a:gd name="csY11" fmla="*/ 501437 h 1371055"/>
              <a:gd name="csX12" fmla="*/ 702398 w 1499216"/>
              <a:gd name="csY12" fmla="*/ 475706 h 1371055"/>
              <a:gd name="csX13" fmla="*/ 707419 w 1499216"/>
              <a:gd name="csY13" fmla="*/ 418596 h 1371055"/>
              <a:gd name="csX14" fmla="*/ 702398 w 1499216"/>
              <a:gd name="csY14" fmla="*/ 361487 h 1371055"/>
              <a:gd name="csX15" fmla="*/ 711184 w 1499216"/>
              <a:gd name="csY15" fmla="*/ 335756 h 1371055"/>
              <a:gd name="csX16" fmla="*/ 761809 w 1499216"/>
              <a:gd name="csY16" fmla="*/ 291407 h 1371055"/>
              <a:gd name="csX17" fmla="*/ 762227 w 1499216"/>
              <a:gd name="csY17" fmla="*/ 291198 h 1371055"/>
              <a:gd name="csX18" fmla="*/ 770386 w 1499216"/>
              <a:gd name="csY18" fmla="*/ 242874 h 1371055"/>
              <a:gd name="csX19" fmla="*/ 731476 w 1499216"/>
              <a:gd name="csY19" fmla="*/ 175723 h 1371055"/>
              <a:gd name="csX20" fmla="*/ 685453 w 1499216"/>
              <a:gd name="csY20" fmla="*/ 158360 h 1371055"/>
              <a:gd name="csX21" fmla="*/ 620603 w 1499216"/>
              <a:gd name="csY21" fmla="*/ 179907 h 1371055"/>
              <a:gd name="csX22" fmla="*/ 594454 w 1499216"/>
              <a:gd name="csY22" fmla="*/ 174886 h 1371055"/>
              <a:gd name="csX23" fmla="*/ 495715 w 1499216"/>
              <a:gd name="csY23" fmla="*/ 118194 h 1371055"/>
              <a:gd name="csX24" fmla="*/ 477724 w 1499216"/>
              <a:gd name="csY24" fmla="*/ 97484 h 1371055"/>
              <a:gd name="csX25" fmla="*/ 464545 w 1499216"/>
              <a:gd name="csY25" fmla="*/ 30961 h 1371055"/>
              <a:gd name="csX26" fmla="*/ 426681 w 1499216"/>
              <a:gd name="csY26" fmla="*/ 0 h 1371055"/>
              <a:gd name="csX27" fmla="*/ 348652 w 1499216"/>
              <a:gd name="csY27" fmla="*/ 0 h 1371055"/>
              <a:gd name="csX28" fmla="*/ 310788 w 1499216"/>
              <a:gd name="csY28" fmla="*/ 30961 h 1371055"/>
              <a:gd name="csX29" fmla="*/ 297608 w 1499216"/>
              <a:gd name="csY29" fmla="*/ 97484 h 1371055"/>
              <a:gd name="csX30" fmla="*/ 279827 w 1499216"/>
              <a:gd name="csY30" fmla="*/ 118194 h 1371055"/>
              <a:gd name="csX31" fmla="*/ 180878 w 1499216"/>
              <a:gd name="csY31" fmla="*/ 175095 h 1371055"/>
              <a:gd name="csX32" fmla="*/ 154520 w 1499216"/>
              <a:gd name="csY32" fmla="*/ 179907 h 1371055"/>
              <a:gd name="csX33" fmla="*/ 90088 w 1499216"/>
              <a:gd name="csY33" fmla="*/ 158360 h 1371055"/>
              <a:gd name="csX34" fmla="*/ 44275 w 1499216"/>
              <a:gd name="csY34" fmla="*/ 175723 h 1371055"/>
              <a:gd name="csX35" fmla="*/ 4946 w 1499216"/>
              <a:gd name="csY35" fmla="*/ 243292 h 1371055"/>
              <a:gd name="csX36" fmla="*/ 13314 w 1499216"/>
              <a:gd name="csY36" fmla="*/ 291407 h 1371055"/>
              <a:gd name="csX37" fmla="*/ 13733 w 1499216"/>
              <a:gd name="csY37" fmla="*/ 291616 h 1371055"/>
              <a:gd name="csX38" fmla="*/ 64357 w 1499216"/>
              <a:gd name="csY38" fmla="*/ 335965 h 1371055"/>
              <a:gd name="csX39" fmla="*/ 73144 w 1499216"/>
              <a:gd name="csY39" fmla="*/ 361696 h 1371055"/>
              <a:gd name="csX40" fmla="*/ 68123 w 1499216"/>
              <a:gd name="csY40" fmla="*/ 418806 h 1371055"/>
              <a:gd name="csX41" fmla="*/ 73353 w 1499216"/>
              <a:gd name="csY41" fmla="*/ 476125 h 1371055"/>
              <a:gd name="csX42" fmla="*/ 64776 w 1499216"/>
              <a:gd name="csY42" fmla="*/ 501228 h 1371055"/>
              <a:gd name="csX43" fmla="*/ 64567 w 1499216"/>
              <a:gd name="csY43" fmla="*/ 501437 h 1371055"/>
              <a:gd name="csX44" fmla="*/ 13523 w 1499216"/>
              <a:gd name="csY44" fmla="*/ 545995 h 1371055"/>
              <a:gd name="csX45" fmla="*/ 5365 w 1499216"/>
              <a:gd name="csY45" fmla="*/ 594319 h 1371055"/>
              <a:gd name="csX46" fmla="*/ 44484 w 1499216"/>
              <a:gd name="csY46" fmla="*/ 661679 h 1371055"/>
              <a:gd name="csX47" fmla="*/ 90507 w 1499216"/>
              <a:gd name="csY47" fmla="*/ 679043 h 1371055"/>
              <a:gd name="csX48" fmla="*/ 155357 w 1499216"/>
              <a:gd name="csY48" fmla="*/ 657496 h 1371055"/>
              <a:gd name="csX49" fmla="*/ 181506 w 1499216"/>
              <a:gd name="csY49" fmla="*/ 662516 h 1371055"/>
              <a:gd name="csX50" fmla="*/ 280245 w 1499216"/>
              <a:gd name="csY50" fmla="*/ 719208 h 1371055"/>
              <a:gd name="csX51" fmla="*/ 298236 w 1499216"/>
              <a:gd name="csY51" fmla="*/ 739918 h 1371055"/>
              <a:gd name="csX52" fmla="*/ 311415 w 1499216"/>
              <a:gd name="csY52" fmla="*/ 806441 h 1371055"/>
              <a:gd name="csX53" fmla="*/ 311415 w 1499216"/>
              <a:gd name="csY53" fmla="*/ 807069 h 1371055"/>
              <a:gd name="csX54" fmla="*/ 349070 w 1499216"/>
              <a:gd name="csY54" fmla="*/ 837402 h 1371055"/>
              <a:gd name="csX55" fmla="*/ 427099 w 1499216"/>
              <a:gd name="csY55" fmla="*/ 837402 h 1371055"/>
              <a:gd name="csX56" fmla="*/ 339656 w 1499216"/>
              <a:gd name="csY56" fmla="*/ 800793 h 1371055"/>
              <a:gd name="csX57" fmla="*/ 339656 w 1499216"/>
              <a:gd name="csY57" fmla="*/ 800166 h 1371055"/>
              <a:gd name="csX58" fmla="*/ 326477 w 1499216"/>
              <a:gd name="csY58" fmla="*/ 734270 h 1371055"/>
              <a:gd name="csX59" fmla="*/ 289450 w 1499216"/>
              <a:gd name="csY59" fmla="*/ 691594 h 1371055"/>
              <a:gd name="csX60" fmla="*/ 199915 w 1499216"/>
              <a:gd name="csY60" fmla="*/ 640133 h 1371055"/>
              <a:gd name="csX61" fmla="*/ 145315 w 1499216"/>
              <a:gd name="csY61" fmla="*/ 629882 h 1371055"/>
              <a:gd name="csX62" fmla="*/ 80884 w 1499216"/>
              <a:gd name="csY62" fmla="*/ 651429 h 1371055"/>
              <a:gd name="csX63" fmla="*/ 69587 w 1499216"/>
              <a:gd name="csY63" fmla="*/ 647036 h 1371055"/>
              <a:gd name="csX64" fmla="*/ 30677 w 1499216"/>
              <a:gd name="csY64" fmla="*/ 579885 h 1371055"/>
              <a:gd name="csX65" fmla="*/ 32142 w 1499216"/>
              <a:gd name="csY65" fmla="*/ 568379 h 1371055"/>
              <a:gd name="csX66" fmla="*/ 32560 w 1499216"/>
              <a:gd name="csY66" fmla="*/ 567961 h 1371055"/>
              <a:gd name="csX67" fmla="*/ 83185 w 1499216"/>
              <a:gd name="csY67" fmla="*/ 523612 h 1371055"/>
              <a:gd name="csX68" fmla="*/ 83812 w 1499216"/>
              <a:gd name="csY68" fmla="*/ 523193 h 1371055"/>
              <a:gd name="csX69" fmla="*/ 102012 w 1499216"/>
              <a:gd name="csY69" fmla="*/ 470476 h 1371055"/>
              <a:gd name="csX70" fmla="*/ 97410 w 1499216"/>
              <a:gd name="csY70" fmla="*/ 418596 h 1371055"/>
              <a:gd name="csX71" fmla="*/ 101803 w 1499216"/>
              <a:gd name="csY71" fmla="*/ 367135 h 1371055"/>
              <a:gd name="csX72" fmla="*/ 83603 w 1499216"/>
              <a:gd name="csY72" fmla="*/ 313790 h 1371055"/>
              <a:gd name="csX73" fmla="*/ 32351 w 1499216"/>
              <a:gd name="csY73" fmla="*/ 269023 h 1371055"/>
              <a:gd name="csX74" fmla="*/ 30468 w 1499216"/>
              <a:gd name="csY74" fmla="*/ 257517 h 1371055"/>
              <a:gd name="csX75" fmla="*/ 69587 w 1499216"/>
              <a:gd name="csY75" fmla="*/ 190157 h 1371055"/>
              <a:gd name="csX76" fmla="*/ 80884 w 1499216"/>
              <a:gd name="csY76" fmla="*/ 185973 h 1371055"/>
              <a:gd name="csX77" fmla="*/ 144897 w 1499216"/>
              <a:gd name="csY77" fmla="*/ 207311 h 1371055"/>
              <a:gd name="csX78" fmla="*/ 199915 w 1499216"/>
              <a:gd name="csY78" fmla="*/ 197060 h 1371055"/>
              <a:gd name="csX79" fmla="*/ 289659 w 1499216"/>
              <a:gd name="csY79" fmla="*/ 145390 h 1371055"/>
              <a:gd name="csX80" fmla="*/ 326268 w 1499216"/>
              <a:gd name="csY80" fmla="*/ 102923 h 1371055"/>
              <a:gd name="csX81" fmla="*/ 339447 w 1499216"/>
              <a:gd name="csY81" fmla="*/ 36400 h 1371055"/>
              <a:gd name="csX82" fmla="*/ 348652 w 1499216"/>
              <a:gd name="csY82" fmla="*/ 29287 h 1371055"/>
              <a:gd name="csX83" fmla="*/ 426681 w 1499216"/>
              <a:gd name="csY83" fmla="*/ 29287 h 1371055"/>
              <a:gd name="csX84" fmla="*/ 435885 w 1499216"/>
              <a:gd name="csY84" fmla="*/ 36609 h 1371055"/>
              <a:gd name="csX85" fmla="*/ 449065 w 1499216"/>
              <a:gd name="csY85" fmla="*/ 103132 h 1371055"/>
              <a:gd name="csX86" fmla="*/ 486092 w 1499216"/>
              <a:gd name="csY86" fmla="*/ 145808 h 1371055"/>
              <a:gd name="csX87" fmla="*/ 575627 w 1499216"/>
              <a:gd name="csY87" fmla="*/ 197270 h 1371055"/>
              <a:gd name="csX88" fmla="*/ 630435 w 1499216"/>
              <a:gd name="csY88" fmla="*/ 207520 h 1371055"/>
              <a:gd name="csX89" fmla="*/ 694867 w 1499216"/>
              <a:gd name="csY89" fmla="*/ 185973 h 1371055"/>
              <a:gd name="csX90" fmla="*/ 706164 w 1499216"/>
              <a:gd name="csY90" fmla="*/ 190366 h 1371055"/>
              <a:gd name="csX91" fmla="*/ 745074 w 1499216"/>
              <a:gd name="csY91" fmla="*/ 257517 h 1371055"/>
              <a:gd name="csX92" fmla="*/ 743191 w 1499216"/>
              <a:gd name="csY92" fmla="*/ 269232 h 1371055"/>
              <a:gd name="csX93" fmla="*/ 692148 w 1499216"/>
              <a:gd name="csY93" fmla="*/ 314000 h 1371055"/>
              <a:gd name="csX94" fmla="*/ 673948 w 1499216"/>
              <a:gd name="csY94" fmla="*/ 366716 h 1371055"/>
              <a:gd name="csX95" fmla="*/ 678550 w 1499216"/>
              <a:gd name="csY95" fmla="*/ 418596 h 1371055"/>
              <a:gd name="csX96" fmla="*/ 674157 w 1499216"/>
              <a:gd name="csY96" fmla="*/ 470058 h 1371055"/>
              <a:gd name="csX97" fmla="*/ 692357 w 1499216"/>
              <a:gd name="csY97" fmla="*/ 523403 h 1371055"/>
              <a:gd name="csX98" fmla="*/ 743400 w 1499216"/>
              <a:gd name="csY98" fmla="*/ 568170 h 1371055"/>
              <a:gd name="csX99" fmla="*/ 745283 w 1499216"/>
              <a:gd name="csY99" fmla="*/ 579676 h 1371055"/>
              <a:gd name="csX100" fmla="*/ 706164 w 1499216"/>
              <a:gd name="csY100" fmla="*/ 647036 h 1371055"/>
              <a:gd name="csX101" fmla="*/ 694867 w 1499216"/>
              <a:gd name="csY101" fmla="*/ 651220 h 1371055"/>
              <a:gd name="csX102" fmla="*/ 630854 w 1499216"/>
              <a:gd name="csY102" fmla="*/ 629882 h 1371055"/>
              <a:gd name="csX103" fmla="*/ 575836 w 1499216"/>
              <a:gd name="csY103" fmla="*/ 640133 h 1371055"/>
              <a:gd name="csX104" fmla="*/ 486092 w 1499216"/>
              <a:gd name="csY104" fmla="*/ 691803 h 1371055"/>
              <a:gd name="csX105" fmla="*/ 449483 w 1499216"/>
              <a:gd name="csY105" fmla="*/ 734270 h 1371055"/>
              <a:gd name="csX106" fmla="*/ 436304 w 1499216"/>
              <a:gd name="csY106" fmla="*/ 800793 h 1371055"/>
              <a:gd name="csX107" fmla="*/ 436304 w 1499216"/>
              <a:gd name="csY107" fmla="*/ 801212 h 1371055"/>
              <a:gd name="csX108" fmla="*/ 427308 w 1499216"/>
              <a:gd name="csY108" fmla="*/ 808115 h 1371055"/>
              <a:gd name="csX109" fmla="*/ 349279 w 1499216"/>
              <a:gd name="csY109" fmla="*/ 808115 h 1371055"/>
              <a:gd name="csX110" fmla="*/ 340075 w 1499216"/>
              <a:gd name="csY110" fmla="*/ 800793 h 1371055"/>
              <a:gd name="csX111" fmla="*/ 593617 w 1499216"/>
              <a:gd name="csY111" fmla="*/ 418806 h 1371055"/>
              <a:gd name="csX112" fmla="*/ 387771 w 1499216"/>
              <a:gd name="csY112" fmla="*/ 213378 h 1371055"/>
              <a:gd name="csX113" fmla="*/ 181924 w 1499216"/>
              <a:gd name="csY113" fmla="*/ 418806 h 1371055"/>
              <a:gd name="csX114" fmla="*/ 387771 w 1499216"/>
              <a:gd name="csY114" fmla="*/ 624234 h 1371055"/>
              <a:gd name="csX115" fmla="*/ 593617 w 1499216"/>
              <a:gd name="csY115" fmla="*/ 418806 h 1371055"/>
              <a:gd name="csX116" fmla="*/ 211211 w 1499216"/>
              <a:gd name="csY116" fmla="*/ 418806 h 1371055"/>
              <a:gd name="csX117" fmla="*/ 387771 w 1499216"/>
              <a:gd name="csY117" fmla="*/ 242665 h 1371055"/>
              <a:gd name="csX118" fmla="*/ 564330 w 1499216"/>
              <a:gd name="csY118" fmla="*/ 418806 h 1371055"/>
              <a:gd name="csX119" fmla="*/ 387771 w 1499216"/>
              <a:gd name="csY119" fmla="*/ 594947 h 1371055"/>
              <a:gd name="csX120" fmla="*/ 211211 w 1499216"/>
              <a:gd name="csY120" fmla="*/ 418806 h 1371055"/>
              <a:gd name="csX121" fmla="*/ 813061 w 1499216"/>
              <a:gd name="csY121" fmla="*/ 1031325 h 1371055"/>
              <a:gd name="csX122" fmla="*/ 813271 w 1499216"/>
              <a:gd name="csY122" fmla="*/ 1031115 h 1371055"/>
              <a:gd name="csX123" fmla="*/ 847369 w 1499216"/>
              <a:gd name="csY123" fmla="*/ 1001201 h 1371055"/>
              <a:gd name="csX124" fmla="*/ 847578 w 1499216"/>
              <a:gd name="csY124" fmla="*/ 1000992 h 1371055"/>
              <a:gd name="csX125" fmla="*/ 854482 w 1499216"/>
              <a:gd name="csY125" fmla="*/ 962918 h 1371055"/>
              <a:gd name="csX126" fmla="*/ 854063 w 1499216"/>
              <a:gd name="csY126" fmla="*/ 962291 h 1371055"/>
              <a:gd name="csX127" fmla="*/ 827705 w 1499216"/>
              <a:gd name="csY127" fmla="*/ 916896 h 1371055"/>
              <a:gd name="csX128" fmla="*/ 791096 w 1499216"/>
              <a:gd name="csY128" fmla="*/ 903089 h 1371055"/>
              <a:gd name="csX129" fmla="*/ 747165 w 1499216"/>
              <a:gd name="csY129" fmla="*/ 917732 h 1371055"/>
              <a:gd name="csX130" fmla="*/ 734195 w 1499216"/>
              <a:gd name="csY130" fmla="*/ 915222 h 1371055"/>
              <a:gd name="csX131" fmla="*/ 665998 w 1499216"/>
              <a:gd name="csY131" fmla="*/ 875894 h 1371055"/>
              <a:gd name="csX132" fmla="*/ 665789 w 1499216"/>
              <a:gd name="csY132" fmla="*/ 875894 h 1371055"/>
              <a:gd name="csX133" fmla="*/ 657003 w 1499216"/>
              <a:gd name="csY133" fmla="*/ 865643 h 1371055"/>
              <a:gd name="csX134" fmla="*/ 648008 w 1499216"/>
              <a:gd name="csY134" fmla="*/ 820667 h 1371055"/>
              <a:gd name="csX135" fmla="*/ 617675 w 1499216"/>
              <a:gd name="csY135" fmla="*/ 795982 h 1371055"/>
              <a:gd name="csX136" fmla="*/ 564958 w 1499216"/>
              <a:gd name="csY136" fmla="*/ 795982 h 1371055"/>
              <a:gd name="csX137" fmla="*/ 534625 w 1499216"/>
              <a:gd name="csY137" fmla="*/ 820667 h 1371055"/>
              <a:gd name="csX138" fmla="*/ 525629 w 1499216"/>
              <a:gd name="csY138" fmla="*/ 865643 h 1371055"/>
              <a:gd name="csX139" fmla="*/ 516634 w 1499216"/>
              <a:gd name="csY139" fmla="*/ 876103 h 1371055"/>
              <a:gd name="csX140" fmla="*/ 448228 w 1499216"/>
              <a:gd name="csY140" fmla="*/ 915431 h 1371055"/>
              <a:gd name="csX141" fmla="*/ 435049 w 1499216"/>
              <a:gd name="csY141" fmla="*/ 917732 h 1371055"/>
              <a:gd name="csX142" fmla="*/ 391536 w 1499216"/>
              <a:gd name="csY142" fmla="*/ 903298 h 1371055"/>
              <a:gd name="csX143" fmla="*/ 354927 w 1499216"/>
              <a:gd name="csY143" fmla="*/ 917105 h 1371055"/>
              <a:gd name="csX144" fmla="*/ 328360 w 1499216"/>
              <a:gd name="csY144" fmla="*/ 962918 h 1371055"/>
              <a:gd name="csX145" fmla="*/ 335054 w 1499216"/>
              <a:gd name="csY145" fmla="*/ 1001201 h 1371055"/>
              <a:gd name="csX146" fmla="*/ 369571 w 1499216"/>
              <a:gd name="csY146" fmla="*/ 1031325 h 1371055"/>
              <a:gd name="csX147" fmla="*/ 373964 w 1499216"/>
              <a:gd name="csY147" fmla="*/ 1044295 h 1371055"/>
              <a:gd name="csX148" fmla="*/ 370408 w 1499216"/>
              <a:gd name="csY148" fmla="*/ 1083623 h 1371055"/>
              <a:gd name="csX149" fmla="*/ 373964 w 1499216"/>
              <a:gd name="csY149" fmla="*/ 1123370 h 1371055"/>
              <a:gd name="csX150" fmla="*/ 369571 w 1499216"/>
              <a:gd name="csY150" fmla="*/ 1135921 h 1371055"/>
              <a:gd name="csX151" fmla="*/ 369153 w 1499216"/>
              <a:gd name="csY151" fmla="*/ 1136340 h 1371055"/>
              <a:gd name="csX152" fmla="*/ 335263 w 1499216"/>
              <a:gd name="csY152" fmla="*/ 1166045 h 1371055"/>
              <a:gd name="csX153" fmla="*/ 328778 w 1499216"/>
              <a:gd name="csY153" fmla="*/ 1204746 h 1371055"/>
              <a:gd name="csX154" fmla="*/ 355137 w 1499216"/>
              <a:gd name="csY154" fmla="*/ 1250141 h 1371055"/>
              <a:gd name="csX155" fmla="*/ 391745 w 1499216"/>
              <a:gd name="csY155" fmla="*/ 1264157 h 1371055"/>
              <a:gd name="csX156" fmla="*/ 435676 w 1499216"/>
              <a:gd name="csY156" fmla="*/ 1249514 h 1371055"/>
              <a:gd name="csX157" fmla="*/ 448646 w 1499216"/>
              <a:gd name="csY157" fmla="*/ 1252024 h 1371055"/>
              <a:gd name="csX158" fmla="*/ 516843 w 1499216"/>
              <a:gd name="csY158" fmla="*/ 1291143 h 1371055"/>
              <a:gd name="csX159" fmla="*/ 526048 w 1499216"/>
              <a:gd name="csY159" fmla="*/ 1301603 h 1371055"/>
              <a:gd name="csX160" fmla="*/ 535043 w 1499216"/>
              <a:gd name="csY160" fmla="*/ 1346370 h 1371055"/>
              <a:gd name="csX161" fmla="*/ 565376 w 1499216"/>
              <a:gd name="csY161" fmla="*/ 1371055 h 1371055"/>
              <a:gd name="csX162" fmla="*/ 618093 w 1499216"/>
              <a:gd name="csY162" fmla="*/ 1371055 h 1371055"/>
              <a:gd name="csX163" fmla="*/ 648426 w 1499216"/>
              <a:gd name="csY163" fmla="*/ 1346370 h 1371055"/>
              <a:gd name="csX164" fmla="*/ 657421 w 1499216"/>
              <a:gd name="csY164" fmla="*/ 1301394 h 1371055"/>
              <a:gd name="csX165" fmla="*/ 666417 w 1499216"/>
              <a:gd name="csY165" fmla="*/ 1290934 h 1371055"/>
              <a:gd name="csX166" fmla="*/ 734823 w 1499216"/>
              <a:gd name="csY166" fmla="*/ 1251606 h 1371055"/>
              <a:gd name="csX167" fmla="*/ 748002 w 1499216"/>
              <a:gd name="csY167" fmla="*/ 1249304 h 1371055"/>
              <a:gd name="csX168" fmla="*/ 791514 w 1499216"/>
              <a:gd name="csY168" fmla="*/ 1263739 h 1371055"/>
              <a:gd name="csX169" fmla="*/ 828123 w 1499216"/>
              <a:gd name="csY169" fmla="*/ 1249932 h 1371055"/>
              <a:gd name="csX170" fmla="*/ 854482 w 1499216"/>
              <a:gd name="csY170" fmla="*/ 1204537 h 1371055"/>
              <a:gd name="csX171" fmla="*/ 854691 w 1499216"/>
              <a:gd name="csY171" fmla="*/ 1204119 h 1371055"/>
              <a:gd name="csX172" fmla="*/ 847997 w 1499216"/>
              <a:gd name="csY172" fmla="*/ 1166045 h 1371055"/>
              <a:gd name="csX173" fmla="*/ 813480 w 1499216"/>
              <a:gd name="csY173" fmla="*/ 1135921 h 1371055"/>
              <a:gd name="csX174" fmla="*/ 809087 w 1499216"/>
              <a:gd name="csY174" fmla="*/ 1122951 h 1371055"/>
              <a:gd name="csX175" fmla="*/ 812643 w 1499216"/>
              <a:gd name="csY175" fmla="*/ 1083623 h 1371055"/>
              <a:gd name="csX176" fmla="*/ 809087 w 1499216"/>
              <a:gd name="csY176" fmla="*/ 1044295 h 1371055"/>
              <a:gd name="csX177" fmla="*/ 809087 w 1499216"/>
              <a:gd name="csY177" fmla="*/ 1044295 h 1371055"/>
              <a:gd name="csX178" fmla="*/ 813271 w 1499216"/>
              <a:gd name="csY178" fmla="*/ 1031534 h 1371055"/>
              <a:gd name="csX179" fmla="*/ 794443 w 1499216"/>
              <a:gd name="csY179" fmla="*/ 1008732 h 1371055"/>
              <a:gd name="csX180" fmla="*/ 794025 w 1499216"/>
              <a:gd name="csY180" fmla="*/ 1009150 h 1371055"/>
              <a:gd name="csX181" fmla="*/ 780218 w 1499216"/>
              <a:gd name="csY181" fmla="*/ 1049315 h 1371055"/>
              <a:gd name="csX182" fmla="*/ 783147 w 1499216"/>
              <a:gd name="csY182" fmla="*/ 1083623 h 1371055"/>
              <a:gd name="csX183" fmla="*/ 780218 w 1499216"/>
              <a:gd name="csY183" fmla="*/ 1117512 h 1371055"/>
              <a:gd name="csX184" fmla="*/ 794025 w 1499216"/>
              <a:gd name="csY184" fmla="*/ 1158096 h 1371055"/>
              <a:gd name="csX185" fmla="*/ 828751 w 1499216"/>
              <a:gd name="csY185" fmla="*/ 1190312 h 1371055"/>
              <a:gd name="csX186" fmla="*/ 828751 w 1499216"/>
              <a:gd name="csY186" fmla="*/ 1190312 h 1371055"/>
              <a:gd name="csX187" fmla="*/ 802393 w 1499216"/>
              <a:gd name="csY187" fmla="*/ 1235707 h 1371055"/>
              <a:gd name="csX188" fmla="*/ 800301 w 1499216"/>
              <a:gd name="csY188" fmla="*/ 1236334 h 1371055"/>
              <a:gd name="csX189" fmla="*/ 756998 w 1499216"/>
              <a:gd name="csY189" fmla="*/ 1221900 h 1371055"/>
              <a:gd name="csX190" fmla="*/ 715159 w 1499216"/>
              <a:gd name="csY190" fmla="*/ 1229640 h 1371055"/>
              <a:gd name="csX191" fmla="*/ 655957 w 1499216"/>
              <a:gd name="csY191" fmla="*/ 1263739 h 1371055"/>
              <a:gd name="csX192" fmla="*/ 628134 w 1499216"/>
              <a:gd name="csY192" fmla="*/ 1295955 h 1371055"/>
              <a:gd name="csX193" fmla="*/ 617675 w 1499216"/>
              <a:gd name="csY193" fmla="*/ 1341977 h 1371055"/>
              <a:gd name="csX194" fmla="*/ 563284 w 1499216"/>
              <a:gd name="csY194" fmla="*/ 1340931 h 1371055"/>
              <a:gd name="csX195" fmla="*/ 554289 w 1499216"/>
              <a:gd name="csY195" fmla="*/ 1295955 h 1371055"/>
              <a:gd name="csX196" fmla="*/ 526257 w 1499216"/>
              <a:gd name="csY196" fmla="*/ 1263530 h 1371055"/>
              <a:gd name="csX197" fmla="*/ 467264 w 1499216"/>
              <a:gd name="csY197" fmla="*/ 1229640 h 1371055"/>
              <a:gd name="csX198" fmla="*/ 439442 w 1499216"/>
              <a:gd name="csY198" fmla="*/ 1219390 h 1371055"/>
              <a:gd name="csX199" fmla="*/ 425635 w 1499216"/>
              <a:gd name="csY199" fmla="*/ 1221691 h 1371055"/>
              <a:gd name="csX200" fmla="*/ 382123 w 1499216"/>
              <a:gd name="csY200" fmla="*/ 1236125 h 1371055"/>
              <a:gd name="csX201" fmla="*/ 380031 w 1499216"/>
              <a:gd name="csY201" fmla="*/ 1235288 h 1371055"/>
              <a:gd name="csX202" fmla="*/ 354091 w 1499216"/>
              <a:gd name="csY202" fmla="*/ 1188011 h 1371055"/>
              <a:gd name="csX203" fmla="*/ 388608 w 1499216"/>
              <a:gd name="csY203" fmla="*/ 1157887 h 1371055"/>
              <a:gd name="csX204" fmla="*/ 389235 w 1499216"/>
              <a:gd name="csY204" fmla="*/ 1157259 h 1371055"/>
              <a:gd name="csX205" fmla="*/ 402414 w 1499216"/>
              <a:gd name="csY205" fmla="*/ 1117722 h 1371055"/>
              <a:gd name="csX206" fmla="*/ 399486 w 1499216"/>
              <a:gd name="csY206" fmla="*/ 1083414 h 1371055"/>
              <a:gd name="csX207" fmla="*/ 402414 w 1499216"/>
              <a:gd name="csY207" fmla="*/ 1049524 h 1371055"/>
              <a:gd name="csX208" fmla="*/ 388608 w 1499216"/>
              <a:gd name="csY208" fmla="*/ 1008941 h 1371055"/>
              <a:gd name="csX209" fmla="*/ 353881 w 1499216"/>
              <a:gd name="csY209" fmla="*/ 978608 h 1371055"/>
              <a:gd name="csX210" fmla="*/ 353881 w 1499216"/>
              <a:gd name="csY210" fmla="*/ 976934 h 1371055"/>
              <a:gd name="csX211" fmla="*/ 380240 w 1499216"/>
              <a:gd name="csY211" fmla="*/ 931330 h 1371055"/>
              <a:gd name="csX212" fmla="*/ 382332 w 1499216"/>
              <a:gd name="csY212" fmla="*/ 930702 h 1371055"/>
              <a:gd name="csX213" fmla="*/ 425635 w 1499216"/>
              <a:gd name="csY213" fmla="*/ 945137 h 1371055"/>
              <a:gd name="csX214" fmla="*/ 467474 w 1499216"/>
              <a:gd name="csY214" fmla="*/ 937397 h 1371055"/>
              <a:gd name="csX215" fmla="*/ 526675 w 1499216"/>
              <a:gd name="csY215" fmla="*/ 903298 h 1371055"/>
              <a:gd name="csX216" fmla="*/ 554498 w 1499216"/>
              <a:gd name="csY216" fmla="*/ 871082 h 1371055"/>
              <a:gd name="csX217" fmla="*/ 564958 w 1499216"/>
              <a:gd name="csY217" fmla="*/ 825060 h 1371055"/>
              <a:gd name="csX218" fmla="*/ 619348 w 1499216"/>
              <a:gd name="csY218" fmla="*/ 826106 h 1371055"/>
              <a:gd name="csX219" fmla="*/ 628343 w 1499216"/>
              <a:gd name="csY219" fmla="*/ 871082 h 1371055"/>
              <a:gd name="csX220" fmla="*/ 656375 w 1499216"/>
              <a:gd name="csY220" fmla="*/ 903507 h 1371055"/>
              <a:gd name="csX221" fmla="*/ 715368 w 1499216"/>
              <a:gd name="csY221" fmla="*/ 937397 h 1371055"/>
              <a:gd name="csX222" fmla="*/ 756998 w 1499216"/>
              <a:gd name="csY222" fmla="*/ 945346 h 1371055"/>
              <a:gd name="csX223" fmla="*/ 800510 w 1499216"/>
              <a:gd name="csY223" fmla="*/ 930912 h 1371055"/>
              <a:gd name="csX224" fmla="*/ 802602 w 1499216"/>
              <a:gd name="csY224" fmla="*/ 931748 h 1371055"/>
              <a:gd name="csX225" fmla="*/ 827287 w 1499216"/>
              <a:gd name="csY225" fmla="*/ 974424 h 1371055"/>
              <a:gd name="csX226" fmla="*/ 828542 w 1499216"/>
              <a:gd name="csY226" fmla="*/ 979235 h 1371055"/>
              <a:gd name="csX227" fmla="*/ 794443 w 1499216"/>
              <a:gd name="csY227" fmla="*/ 1009150 h 1371055"/>
              <a:gd name="csX228" fmla="*/ 591316 w 1499216"/>
              <a:gd name="csY228" fmla="*/ 951622 h 1371055"/>
              <a:gd name="csX229" fmla="*/ 459315 w 1499216"/>
              <a:gd name="csY229" fmla="*/ 1083414 h 1371055"/>
              <a:gd name="csX230" fmla="*/ 591316 w 1499216"/>
              <a:gd name="csY230" fmla="*/ 1215206 h 1371055"/>
              <a:gd name="csX231" fmla="*/ 723317 w 1499216"/>
              <a:gd name="csY231" fmla="*/ 1083414 h 1371055"/>
              <a:gd name="csX232" fmla="*/ 591316 w 1499216"/>
              <a:gd name="csY232" fmla="*/ 951622 h 1371055"/>
              <a:gd name="csX233" fmla="*/ 591316 w 1499216"/>
              <a:gd name="csY233" fmla="*/ 1186128 h 1371055"/>
              <a:gd name="csX234" fmla="*/ 488602 w 1499216"/>
              <a:gd name="csY234" fmla="*/ 1083623 h 1371055"/>
              <a:gd name="csX235" fmla="*/ 591316 w 1499216"/>
              <a:gd name="csY235" fmla="*/ 981118 h 1371055"/>
              <a:gd name="csX236" fmla="*/ 694030 w 1499216"/>
              <a:gd name="csY236" fmla="*/ 1083623 h 1371055"/>
              <a:gd name="csX237" fmla="*/ 591316 w 1499216"/>
              <a:gd name="csY237" fmla="*/ 1186128 h 1371055"/>
              <a:gd name="csX238" fmla="*/ 936067 w 1499216"/>
              <a:gd name="csY238" fmla="*/ 608753 h 1371055"/>
              <a:gd name="csX239" fmla="*/ 1131454 w 1499216"/>
              <a:gd name="csY239" fmla="*/ 803722 h 1371055"/>
              <a:gd name="csX240" fmla="*/ 1326841 w 1499216"/>
              <a:gd name="csY240" fmla="*/ 608753 h 1371055"/>
              <a:gd name="csX241" fmla="*/ 1131454 w 1499216"/>
              <a:gd name="csY241" fmla="*/ 413785 h 1371055"/>
              <a:gd name="csX242" fmla="*/ 936067 w 1499216"/>
              <a:gd name="csY242" fmla="*/ 608753 h 1371055"/>
              <a:gd name="csX243" fmla="*/ 1131454 w 1499216"/>
              <a:gd name="csY243" fmla="*/ 443072 h 1371055"/>
              <a:gd name="csX244" fmla="*/ 1297554 w 1499216"/>
              <a:gd name="csY244" fmla="*/ 608753 h 1371055"/>
              <a:gd name="csX245" fmla="*/ 1131454 w 1499216"/>
              <a:gd name="csY245" fmla="*/ 774435 h 1371055"/>
              <a:gd name="csX246" fmla="*/ 965354 w 1499216"/>
              <a:gd name="csY246" fmla="*/ 608753 h 1371055"/>
              <a:gd name="csX247" fmla="*/ 1131454 w 1499216"/>
              <a:gd name="csY247" fmla="*/ 443072 h 1371055"/>
              <a:gd name="csX248" fmla="*/ 1463863 w 1499216"/>
              <a:gd name="csY248" fmla="*/ 448930 h 1371055"/>
              <a:gd name="csX249" fmla="*/ 1476624 w 1499216"/>
              <a:gd name="csY249" fmla="*/ 456251 h 1371055"/>
              <a:gd name="csX250" fmla="*/ 1483945 w 1499216"/>
              <a:gd name="csY250" fmla="*/ 454369 h 1371055"/>
              <a:gd name="csX251" fmla="*/ 1489175 w 1499216"/>
              <a:gd name="csY251" fmla="*/ 434286 h 1371055"/>
              <a:gd name="csX252" fmla="*/ 1457378 w 1499216"/>
              <a:gd name="csY252" fmla="*/ 379686 h 1371055"/>
              <a:gd name="csX253" fmla="*/ 1456541 w 1499216"/>
              <a:gd name="csY253" fmla="*/ 378431 h 1371055"/>
              <a:gd name="csX254" fmla="*/ 1444199 w 1499216"/>
              <a:gd name="csY254" fmla="*/ 371528 h 1371055"/>
              <a:gd name="csX255" fmla="*/ 1429555 w 1499216"/>
              <a:gd name="csY255" fmla="*/ 386171 h 1371055"/>
              <a:gd name="csX256" fmla="*/ 1431647 w 1499216"/>
              <a:gd name="csY256" fmla="*/ 393702 h 1371055"/>
              <a:gd name="csX257" fmla="*/ 1463863 w 1499216"/>
              <a:gd name="csY257" fmla="*/ 449139 h 1371055"/>
              <a:gd name="csX258" fmla="*/ 1486247 w 1499216"/>
              <a:gd name="csY258" fmla="*/ 728621 h 1371055"/>
              <a:gd name="csX259" fmla="*/ 1461143 w 1499216"/>
              <a:gd name="csY259" fmla="*/ 706656 h 1371055"/>
              <a:gd name="csX260" fmla="*/ 1440433 w 1499216"/>
              <a:gd name="csY260" fmla="*/ 708120 h 1371055"/>
              <a:gd name="csX261" fmla="*/ 1441897 w 1499216"/>
              <a:gd name="csY261" fmla="*/ 728831 h 1371055"/>
              <a:gd name="csX262" fmla="*/ 1467001 w 1499216"/>
              <a:gd name="csY262" fmla="*/ 750796 h 1371055"/>
              <a:gd name="csX263" fmla="*/ 1467419 w 1499216"/>
              <a:gd name="csY263" fmla="*/ 751005 h 1371055"/>
              <a:gd name="csX264" fmla="*/ 1469720 w 1499216"/>
              <a:gd name="csY264" fmla="*/ 756653 h 1371055"/>
              <a:gd name="csX265" fmla="*/ 1468674 w 1499216"/>
              <a:gd name="csY265" fmla="*/ 760837 h 1371055"/>
              <a:gd name="csX266" fmla="*/ 1474741 w 1499216"/>
              <a:gd name="csY266" fmla="*/ 780711 h 1371055"/>
              <a:gd name="csX267" fmla="*/ 1481644 w 1499216"/>
              <a:gd name="csY267" fmla="*/ 782384 h 1371055"/>
              <a:gd name="csX268" fmla="*/ 1494614 w 1499216"/>
              <a:gd name="csY268" fmla="*/ 774644 h 1371055"/>
              <a:gd name="csX269" fmla="*/ 1499217 w 1499216"/>
              <a:gd name="csY269" fmla="*/ 756653 h 1371055"/>
              <a:gd name="csX270" fmla="*/ 1486456 w 1499216"/>
              <a:gd name="csY270" fmla="*/ 728621 h 1371055"/>
              <a:gd name="csX271" fmla="*/ 1456541 w 1499216"/>
              <a:gd name="csY271" fmla="*/ 810625 h 1371055"/>
              <a:gd name="csX272" fmla="*/ 1436458 w 1499216"/>
              <a:gd name="csY272" fmla="*/ 815855 h 1371055"/>
              <a:gd name="csX273" fmla="*/ 1431647 w 1499216"/>
              <a:gd name="csY273" fmla="*/ 824223 h 1371055"/>
              <a:gd name="csX274" fmla="*/ 1421815 w 1499216"/>
              <a:gd name="csY274" fmla="*/ 827779 h 1371055"/>
              <a:gd name="csX275" fmla="*/ 1399640 w 1499216"/>
              <a:gd name="csY275" fmla="*/ 820457 h 1371055"/>
              <a:gd name="csX276" fmla="*/ 1381231 w 1499216"/>
              <a:gd name="csY276" fmla="*/ 829662 h 1371055"/>
              <a:gd name="csX277" fmla="*/ 1390436 w 1499216"/>
              <a:gd name="csY277" fmla="*/ 848071 h 1371055"/>
              <a:gd name="csX278" fmla="*/ 1412610 w 1499216"/>
              <a:gd name="csY278" fmla="*/ 855393 h 1371055"/>
              <a:gd name="csX279" fmla="*/ 1424534 w 1499216"/>
              <a:gd name="csY279" fmla="*/ 857276 h 1371055"/>
              <a:gd name="csX280" fmla="*/ 1456959 w 1499216"/>
              <a:gd name="csY280" fmla="*/ 838448 h 1371055"/>
              <a:gd name="csX281" fmla="*/ 1461771 w 1499216"/>
              <a:gd name="csY281" fmla="*/ 830290 h 1371055"/>
              <a:gd name="csX282" fmla="*/ 1456541 w 1499216"/>
              <a:gd name="csY282" fmla="*/ 810207 h 1371055"/>
              <a:gd name="csX283" fmla="*/ 842558 w 1499216"/>
              <a:gd name="csY283" fmla="*/ 692431 h 1371055"/>
              <a:gd name="csX284" fmla="*/ 846742 w 1499216"/>
              <a:gd name="csY284" fmla="*/ 693058 h 1371055"/>
              <a:gd name="csX285" fmla="*/ 860758 w 1499216"/>
              <a:gd name="csY285" fmla="*/ 682599 h 1371055"/>
              <a:gd name="csX286" fmla="*/ 862850 w 1499216"/>
              <a:gd name="csY286" fmla="*/ 667746 h 1371055"/>
              <a:gd name="csX287" fmla="*/ 861804 w 1499216"/>
              <a:gd name="csY287" fmla="*/ 657705 h 1371055"/>
              <a:gd name="csX288" fmla="*/ 857620 w 1499216"/>
              <a:gd name="csY288" fmla="*/ 614402 h 1371055"/>
              <a:gd name="csX289" fmla="*/ 842976 w 1499216"/>
              <a:gd name="csY289" fmla="*/ 599967 h 1371055"/>
              <a:gd name="csX290" fmla="*/ 842767 w 1499216"/>
              <a:gd name="csY290" fmla="*/ 599967 h 1371055"/>
              <a:gd name="csX291" fmla="*/ 828333 w 1499216"/>
              <a:gd name="csY291" fmla="*/ 614820 h 1371055"/>
              <a:gd name="csX292" fmla="*/ 833144 w 1499216"/>
              <a:gd name="csY292" fmla="*/ 663144 h 1371055"/>
              <a:gd name="csX293" fmla="*/ 833562 w 1499216"/>
              <a:gd name="csY293" fmla="*/ 667746 h 1371055"/>
              <a:gd name="csX294" fmla="*/ 832726 w 1499216"/>
              <a:gd name="csY294" fmla="*/ 674231 h 1371055"/>
              <a:gd name="csX295" fmla="*/ 842767 w 1499216"/>
              <a:gd name="csY295" fmla="*/ 692431 h 1371055"/>
              <a:gd name="csX296" fmla="*/ 981881 w 1499216"/>
              <a:gd name="csY296" fmla="*/ 376967 h 1371055"/>
              <a:gd name="csX297" fmla="*/ 989412 w 1499216"/>
              <a:gd name="csY297" fmla="*/ 374875 h 1371055"/>
              <a:gd name="csX298" fmla="*/ 1039200 w 1499216"/>
              <a:gd name="csY298" fmla="*/ 351445 h 1371055"/>
              <a:gd name="csX299" fmla="*/ 1046731 w 1499216"/>
              <a:gd name="csY299" fmla="*/ 348098 h 1371055"/>
              <a:gd name="csX300" fmla="*/ 1052588 w 1499216"/>
              <a:gd name="csY300" fmla="*/ 328225 h 1371055"/>
              <a:gd name="csX301" fmla="*/ 1032715 w 1499216"/>
              <a:gd name="csY301" fmla="*/ 322367 h 1371055"/>
              <a:gd name="csX302" fmla="*/ 1028949 w 1499216"/>
              <a:gd name="csY302" fmla="*/ 324041 h 1371055"/>
              <a:gd name="csX303" fmla="*/ 974141 w 1499216"/>
              <a:gd name="csY303" fmla="*/ 349981 h 1371055"/>
              <a:gd name="csX304" fmla="*/ 969120 w 1499216"/>
              <a:gd name="csY304" fmla="*/ 370064 h 1371055"/>
              <a:gd name="csX305" fmla="*/ 981671 w 1499216"/>
              <a:gd name="csY305" fmla="*/ 377176 h 1371055"/>
              <a:gd name="csX306" fmla="*/ 822057 w 1499216"/>
              <a:gd name="csY306" fmla="*/ 489722 h 1371055"/>
              <a:gd name="csX307" fmla="*/ 801347 w 1499216"/>
              <a:gd name="csY307" fmla="*/ 491187 h 1371055"/>
              <a:gd name="csX308" fmla="*/ 802811 w 1499216"/>
              <a:gd name="csY308" fmla="*/ 511897 h 1371055"/>
              <a:gd name="csX309" fmla="*/ 825195 w 1499216"/>
              <a:gd name="csY309" fmla="*/ 531352 h 1371055"/>
              <a:gd name="csX310" fmla="*/ 825404 w 1499216"/>
              <a:gd name="csY310" fmla="*/ 531561 h 1371055"/>
              <a:gd name="csX311" fmla="*/ 833772 w 1499216"/>
              <a:gd name="csY311" fmla="*/ 548924 h 1371055"/>
              <a:gd name="csX312" fmla="*/ 833772 w 1499216"/>
              <a:gd name="csY312" fmla="*/ 550807 h 1371055"/>
              <a:gd name="csX313" fmla="*/ 848415 w 1499216"/>
              <a:gd name="csY313" fmla="*/ 565032 h 1371055"/>
              <a:gd name="csX314" fmla="*/ 863059 w 1499216"/>
              <a:gd name="csY314" fmla="*/ 549970 h 1371055"/>
              <a:gd name="csX315" fmla="*/ 844441 w 1499216"/>
              <a:gd name="csY315" fmla="*/ 509177 h 1371055"/>
              <a:gd name="csX316" fmla="*/ 822057 w 1499216"/>
              <a:gd name="csY316" fmla="*/ 489722 h 1371055"/>
              <a:gd name="csX317" fmla="*/ 1412610 w 1499216"/>
              <a:gd name="csY317" fmla="*/ 554363 h 1371055"/>
              <a:gd name="csX318" fmla="*/ 1416376 w 1499216"/>
              <a:gd name="csY318" fmla="*/ 554782 h 1371055"/>
              <a:gd name="csX319" fmla="*/ 1430601 w 1499216"/>
              <a:gd name="csY319" fmla="*/ 543903 h 1371055"/>
              <a:gd name="csX320" fmla="*/ 1438341 w 1499216"/>
              <a:gd name="csY320" fmla="*/ 531352 h 1371055"/>
              <a:gd name="csX321" fmla="*/ 1468674 w 1499216"/>
              <a:gd name="csY321" fmla="*/ 504784 h 1371055"/>
              <a:gd name="csX322" fmla="*/ 1470139 w 1499216"/>
              <a:gd name="csY322" fmla="*/ 484074 h 1371055"/>
              <a:gd name="csX323" fmla="*/ 1449428 w 1499216"/>
              <a:gd name="csY323" fmla="*/ 482610 h 1371055"/>
              <a:gd name="csX324" fmla="*/ 1419095 w 1499216"/>
              <a:gd name="csY324" fmla="*/ 509177 h 1371055"/>
              <a:gd name="csX325" fmla="*/ 1402360 w 1499216"/>
              <a:gd name="csY325" fmla="*/ 536582 h 1371055"/>
              <a:gd name="csX326" fmla="*/ 1412820 w 1499216"/>
              <a:gd name="csY326" fmla="*/ 554363 h 1371055"/>
              <a:gd name="csX327" fmla="*/ 1415121 w 1499216"/>
              <a:gd name="csY327" fmla="*/ 682180 h 1371055"/>
              <a:gd name="csX328" fmla="*/ 1429764 w 1499216"/>
              <a:gd name="csY328" fmla="*/ 667328 h 1371055"/>
              <a:gd name="csX329" fmla="*/ 1430183 w 1499216"/>
              <a:gd name="csY329" fmla="*/ 662935 h 1371055"/>
              <a:gd name="csX330" fmla="*/ 1434994 w 1499216"/>
              <a:gd name="csY330" fmla="*/ 608753 h 1371055"/>
              <a:gd name="csX331" fmla="*/ 1434994 w 1499216"/>
              <a:gd name="csY331" fmla="*/ 603942 h 1371055"/>
              <a:gd name="csX332" fmla="*/ 1420351 w 1499216"/>
              <a:gd name="csY332" fmla="*/ 589508 h 1371055"/>
              <a:gd name="csX333" fmla="*/ 1420351 w 1499216"/>
              <a:gd name="csY333" fmla="*/ 589508 h 1371055"/>
              <a:gd name="csX334" fmla="*/ 1405916 w 1499216"/>
              <a:gd name="csY334" fmla="*/ 604360 h 1371055"/>
              <a:gd name="csX335" fmla="*/ 1405916 w 1499216"/>
              <a:gd name="csY335" fmla="*/ 608963 h 1371055"/>
              <a:gd name="csX336" fmla="*/ 1401732 w 1499216"/>
              <a:gd name="csY336" fmla="*/ 657705 h 1371055"/>
              <a:gd name="csX337" fmla="*/ 1400896 w 1499216"/>
              <a:gd name="csY337" fmla="*/ 667955 h 1371055"/>
              <a:gd name="csX338" fmla="*/ 1415539 w 1499216"/>
              <a:gd name="csY338" fmla="*/ 682390 h 1371055"/>
              <a:gd name="csX339" fmla="*/ 1204672 w 1499216"/>
              <a:gd name="csY339" fmla="*/ 339312 h 1371055"/>
              <a:gd name="csX340" fmla="*/ 1224336 w 1499216"/>
              <a:gd name="csY340" fmla="*/ 351445 h 1371055"/>
              <a:gd name="csX341" fmla="*/ 1264920 w 1499216"/>
              <a:gd name="csY341" fmla="*/ 369645 h 1371055"/>
              <a:gd name="csX342" fmla="*/ 1272032 w 1499216"/>
              <a:gd name="csY342" fmla="*/ 371528 h 1371055"/>
              <a:gd name="csX343" fmla="*/ 1284793 w 1499216"/>
              <a:gd name="csY343" fmla="*/ 363997 h 1371055"/>
              <a:gd name="csX344" fmla="*/ 1279145 w 1499216"/>
              <a:gd name="csY344" fmla="*/ 344124 h 1371055"/>
              <a:gd name="csX345" fmla="*/ 1233959 w 1499216"/>
              <a:gd name="csY345" fmla="*/ 323832 h 1371055"/>
              <a:gd name="csX346" fmla="*/ 1224755 w 1499216"/>
              <a:gd name="csY346" fmla="*/ 318184 h 1371055"/>
              <a:gd name="csX347" fmla="*/ 1204044 w 1499216"/>
              <a:gd name="csY347" fmla="*/ 318602 h 1371055"/>
              <a:gd name="csX348" fmla="*/ 1204463 w 1499216"/>
              <a:gd name="csY348" fmla="*/ 339312 h 1371055"/>
              <a:gd name="csX349" fmla="*/ 1159486 w 1499216"/>
              <a:gd name="csY349" fmla="*/ 241619 h 1371055"/>
              <a:gd name="csX350" fmla="*/ 1168481 w 1499216"/>
              <a:gd name="csY350" fmla="*/ 241619 h 1371055"/>
              <a:gd name="csX351" fmla="*/ 1176431 w 1499216"/>
              <a:gd name="csY351" fmla="*/ 247685 h 1371055"/>
              <a:gd name="csX352" fmla="*/ 1176431 w 1499216"/>
              <a:gd name="csY352" fmla="*/ 248313 h 1371055"/>
              <a:gd name="csX353" fmla="*/ 1181033 w 1499216"/>
              <a:gd name="csY353" fmla="*/ 271324 h 1371055"/>
              <a:gd name="csX354" fmla="*/ 1195467 w 1499216"/>
              <a:gd name="csY354" fmla="*/ 283039 h 1371055"/>
              <a:gd name="csX355" fmla="*/ 1198396 w 1499216"/>
              <a:gd name="csY355" fmla="*/ 282830 h 1371055"/>
              <a:gd name="csX356" fmla="*/ 1209902 w 1499216"/>
              <a:gd name="csY356" fmla="*/ 265676 h 1371055"/>
              <a:gd name="csX357" fmla="*/ 1205300 w 1499216"/>
              <a:gd name="csY357" fmla="*/ 242037 h 1371055"/>
              <a:gd name="csX358" fmla="*/ 1205300 w 1499216"/>
              <a:gd name="csY358" fmla="*/ 241409 h 1371055"/>
              <a:gd name="csX359" fmla="*/ 1168900 w 1499216"/>
              <a:gd name="csY359" fmla="*/ 212122 h 1371055"/>
              <a:gd name="csX360" fmla="*/ 1159904 w 1499216"/>
              <a:gd name="csY360" fmla="*/ 212122 h 1371055"/>
              <a:gd name="csX361" fmla="*/ 1145261 w 1499216"/>
              <a:gd name="csY361" fmla="*/ 226766 h 1371055"/>
              <a:gd name="csX362" fmla="*/ 1159904 w 1499216"/>
              <a:gd name="csY362" fmla="*/ 241409 h 1371055"/>
              <a:gd name="csX363" fmla="*/ 999244 w 1499216"/>
              <a:gd name="csY363" fmla="*/ 848280 h 1371055"/>
              <a:gd name="csX364" fmla="*/ 954895 w 1499216"/>
              <a:gd name="csY364" fmla="*/ 817738 h 1371055"/>
              <a:gd name="csX365" fmla="*/ 947155 w 1499216"/>
              <a:gd name="csY365" fmla="*/ 812090 h 1371055"/>
              <a:gd name="csX366" fmla="*/ 927072 w 1499216"/>
              <a:gd name="csY366" fmla="*/ 817110 h 1371055"/>
              <a:gd name="csX367" fmla="*/ 932093 w 1499216"/>
              <a:gd name="csY367" fmla="*/ 837193 h 1371055"/>
              <a:gd name="csX368" fmla="*/ 935858 w 1499216"/>
              <a:gd name="csY368" fmla="*/ 839912 h 1371055"/>
              <a:gd name="csX369" fmla="*/ 985228 w 1499216"/>
              <a:gd name="csY369" fmla="*/ 874011 h 1371055"/>
              <a:gd name="csX370" fmla="*/ 992340 w 1499216"/>
              <a:gd name="csY370" fmla="*/ 875894 h 1371055"/>
              <a:gd name="csX371" fmla="*/ 1005101 w 1499216"/>
              <a:gd name="csY371" fmla="*/ 868363 h 1371055"/>
              <a:gd name="csX372" fmla="*/ 999244 w 1499216"/>
              <a:gd name="csY372" fmla="*/ 848489 h 1371055"/>
              <a:gd name="csX373" fmla="*/ 873518 w 1499216"/>
              <a:gd name="csY373" fmla="*/ 817110 h 1371055"/>
              <a:gd name="csX374" fmla="*/ 841303 w 1499216"/>
              <a:gd name="csY374" fmla="*/ 827779 h 1371055"/>
              <a:gd name="csX375" fmla="*/ 831680 w 1499216"/>
              <a:gd name="csY375" fmla="*/ 824432 h 1371055"/>
              <a:gd name="csX376" fmla="*/ 811388 w 1499216"/>
              <a:gd name="csY376" fmla="*/ 820039 h 1371055"/>
              <a:gd name="csX377" fmla="*/ 806995 w 1499216"/>
              <a:gd name="csY377" fmla="*/ 840331 h 1371055"/>
              <a:gd name="csX378" fmla="*/ 838583 w 1499216"/>
              <a:gd name="csY378" fmla="*/ 857485 h 1371055"/>
              <a:gd name="csX379" fmla="*/ 850507 w 1499216"/>
              <a:gd name="csY379" fmla="*/ 855602 h 1371055"/>
              <a:gd name="csX380" fmla="*/ 882723 w 1499216"/>
              <a:gd name="csY380" fmla="*/ 844933 h 1371055"/>
              <a:gd name="csX381" fmla="*/ 891927 w 1499216"/>
              <a:gd name="csY381" fmla="*/ 826524 h 1371055"/>
              <a:gd name="csX382" fmla="*/ 873518 w 1499216"/>
              <a:gd name="csY382" fmla="*/ 817320 h 1371055"/>
              <a:gd name="csX383" fmla="*/ 1059910 w 1499216"/>
              <a:gd name="csY383" fmla="*/ 879241 h 1371055"/>
              <a:gd name="csX384" fmla="*/ 1039200 w 1499216"/>
              <a:gd name="csY384" fmla="*/ 879241 h 1371055"/>
              <a:gd name="csX385" fmla="*/ 1039200 w 1499216"/>
              <a:gd name="csY385" fmla="*/ 899951 h 1371055"/>
              <a:gd name="csX386" fmla="*/ 1045894 w 1499216"/>
              <a:gd name="csY386" fmla="*/ 912712 h 1371055"/>
              <a:gd name="csX387" fmla="*/ 1053843 w 1499216"/>
              <a:gd name="csY387" fmla="*/ 952877 h 1371055"/>
              <a:gd name="csX388" fmla="*/ 1068278 w 1499216"/>
              <a:gd name="csY388" fmla="*/ 964592 h 1371055"/>
              <a:gd name="csX389" fmla="*/ 1071206 w 1499216"/>
              <a:gd name="csY389" fmla="*/ 964383 h 1371055"/>
              <a:gd name="csX390" fmla="*/ 1082712 w 1499216"/>
              <a:gd name="csY390" fmla="*/ 947229 h 1371055"/>
              <a:gd name="csX391" fmla="*/ 1074763 w 1499216"/>
              <a:gd name="csY391" fmla="*/ 907064 h 1371055"/>
              <a:gd name="csX392" fmla="*/ 1060119 w 1499216"/>
              <a:gd name="csY392" fmla="*/ 879450 h 1371055"/>
              <a:gd name="csX393" fmla="*/ 942971 w 1499216"/>
              <a:gd name="csY393" fmla="*/ 393702 h 1371055"/>
              <a:gd name="csX394" fmla="*/ 925398 w 1499216"/>
              <a:gd name="csY394" fmla="*/ 382824 h 1371055"/>
              <a:gd name="csX395" fmla="*/ 911592 w 1499216"/>
              <a:gd name="csY395" fmla="*/ 381988 h 1371055"/>
              <a:gd name="csX396" fmla="*/ 871636 w 1499216"/>
              <a:gd name="csY396" fmla="*/ 368808 h 1371055"/>
              <a:gd name="csX397" fmla="*/ 853227 w 1499216"/>
              <a:gd name="csY397" fmla="*/ 378013 h 1371055"/>
              <a:gd name="csX398" fmla="*/ 862431 w 1499216"/>
              <a:gd name="csY398" fmla="*/ 396422 h 1371055"/>
              <a:gd name="csX399" fmla="*/ 901969 w 1499216"/>
              <a:gd name="csY399" fmla="*/ 409601 h 1371055"/>
              <a:gd name="csX400" fmla="*/ 919750 w 1499216"/>
              <a:gd name="csY400" fmla="*/ 412739 h 1371055"/>
              <a:gd name="csX401" fmla="*/ 932093 w 1499216"/>
              <a:gd name="csY401" fmla="*/ 411275 h 1371055"/>
              <a:gd name="csX402" fmla="*/ 942971 w 1499216"/>
              <a:gd name="csY402" fmla="*/ 393702 h 1371055"/>
              <a:gd name="csX403" fmla="*/ 1168691 w 1499216"/>
              <a:gd name="csY403" fmla="*/ 975888 h 1371055"/>
              <a:gd name="csX404" fmla="*/ 1104887 w 1499216"/>
              <a:gd name="csY404" fmla="*/ 975888 h 1371055"/>
              <a:gd name="csX405" fmla="*/ 1090243 w 1499216"/>
              <a:gd name="csY405" fmla="*/ 990532 h 1371055"/>
              <a:gd name="csX406" fmla="*/ 1104887 w 1499216"/>
              <a:gd name="csY406" fmla="*/ 1005175 h 1371055"/>
              <a:gd name="csX407" fmla="*/ 1169109 w 1499216"/>
              <a:gd name="csY407" fmla="*/ 1005175 h 1371055"/>
              <a:gd name="csX408" fmla="*/ 1169109 w 1499216"/>
              <a:gd name="csY408" fmla="*/ 990532 h 1371055"/>
              <a:gd name="csX409" fmla="*/ 1169109 w 1499216"/>
              <a:gd name="csY409" fmla="*/ 1005175 h 1371055"/>
              <a:gd name="csX410" fmla="*/ 1183543 w 1499216"/>
              <a:gd name="csY410" fmla="*/ 990532 h 1371055"/>
              <a:gd name="csX411" fmla="*/ 1168691 w 1499216"/>
              <a:gd name="csY411" fmla="*/ 975888 h 1371055"/>
              <a:gd name="csX412" fmla="*/ 1215132 w 1499216"/>
              <a:gd name="csY412" fmla="*/ 870455 h 1371055"/>
              <a:gd name="csX413" fmla="*/ 1188982 w 1499216"/>
              <a:gd name="csY413" fmla="*/ 906854 h 1371055"/>
              <a:gd name="csX414" fmla="*/ 1183125 w 1499216"/>
              <a:gd name="csY414" fmla="*/ 936560 h 1371055"/>
              <a:gd name="csX415" fmla="*/ 1194631 w 1499216"/>
              <a:gd name="csY415" fmla="*/ 953714 h 1371055"/>
              <a:gd name="csX416" fmla="*/ 1197559 w 1499216"/>
              <a:gd name="csY416" fmla="*/ 953923 h 1371055"/>
              <a:gd name="csX417" fmla="*/ 1211994 w 1499216"/>
              <a:gd name="csY417" fmla="*/ 942208 h 1371055"/>
              <a:gd name="csX418" fmla="*/ 1217851 w 1499216"/>
              <a:gd name="csY418" fmla="*/ 912293 h 1371055"/>
              <a:gd name="csX419" fmla="*/ 1229984 w 1499216"/>
              <a:gd name="csY419" fmla="*/ 895558 h 1371055"/>
              <a:gd name="csX420" fmla="*/ 1235214 w 1499216"/>
              <a:gd name="csY420" fmla="*/ 875475 h 1371055"/>
              <a:gd name="csX421" fmla="*/ 1215132 w 1499216"/>
              <a:gd name="csY421" fmla="*/ 870246 h 1371055"/>
              <a:gd name="csX422" fmla="*/ 1400268 w 1499216"/>
              <a:gd name="csY422" fmla="*/ 381569 h 1371055"/>
              <a:gd name="csX423" fmla="*/ 1381859 w 1499216"/>
              <a:gd name="csY423" fmla="*/ 372365 h 1371055"/>
              <a:gd name="csX424" fmla="*/ 1351944 w 1499216"/>
              <a:gd name="csY424" fmla="*/ 382406 h 1371055"/>
              <a:gd name="csX425" fmla="*/ 1343786 w 1499216"/>
              <a:gd name="csY425" fmla="*/ 383870 h 1371055"/>
              <a:gd name="csX426" fmla="*/ 1343786 w 1499216"/>
              <a:gd name="csY426" fmla="*/ 383870 h 1371055"/>
              <a:gd name="csX427" fmla="*/ 1332280 w 1499216"/>
              <a:gd name="csY427" fmla="*/ 380942 h 1371055"/>
              <a:gd name="csX428" fmla="*/ 1312407 w 1499216"/>
              <a:gd name="csY428" fmla="*/ 386590 h 1371055"/>
              <a:gd name="csX429" fmla="*/ 1318055 w 1499216"/>
              <a:gd name="csY429" fmla="*/ 406463 h 1371055"/>
              <a:gd name="csX430" fmla="*/ 1343786 w 1499216"/>
              <a:gd name="csY430" fmla="*/ 413157 h 1371055"/>
              <a:gd name="csX431" fmla="*/ 1361567 w 1499216"/>
              <a:gd name="csY431" fmla="*/ 410020 h 1371055"/>
              <a:gd name="csX432" fmla="*/ 1391273 w 1499216"/>
              <a:gd name="csY432" fmla="*/ 400187 h 1371055"/>
              <a:gd name="csX433" fmla="*/ 1400477 w 1499216"/>
              <a:gd name="csY433" fmla="*/ 381778 h 1371055"/>
              <a:gd name="csX434" fmla="*/ 768085 w 1499216"/>
              <a:gd name="csY434" fmla="*/ 444536 h 1371055"/>
              <a:gd name="csX435" fmla="*/ 774779 w 1499216"/>
              <a:gd name="csY435" fmla="*/ 463155 h 1371055"/>
              <a:gd name="csX436" fmla="*/ 781264 w 1499216"/>
              <a:gd name="csY436" fmla="*/ 464828 h 1371055"/>
              <a:gd name="csX437" fmla="*/ 794652 w 1499216"/>
              <a:gd name="csY437" fmla="*/ 457088 h 1371055"/>
              <a:gd name="csX438" fmla="*/ 826241 w 1499216"/>
              <a:gd name="csY438" fmla="*/ 402698 h 1371055"/>
              <a:gd name="csX439" fmla="*/ 821011 w 1499216"/>
              <a:gd name="csY439" fmla="*/ 382615 h 1371055"/>
              <a:gd name="csX440" fmla="*/ 800928 w 1499216"/>
              <a:gd name="csY440" fmla="*/ 387845 h 1371055"/>
              <a:gd name="csX441" fmla="*/ 769131 w 1499216"/>
              <a:gd name="csY441" fmla="*/ 442445 h 1371055"/>
              <a:gd name="csX442" fmla="*/ 768085 w 1499216"/>
              <a:gd name="csY442" fmla="*/ 444327 h 1371055"/>
              <a:gd name="csX443" fmla="*/ 1330188 w 1499216"/>
              <a:gd name="csY443" fmla="*/ 806441 h 1371055"/>
              <a:gd name="csX444" fmla="*/ 1309060 w 1499216"/>
              <a:gd name="csY444" fmla="*/ 817529 h 1371055"/>
              <a:gd name="csX445" fmla="*/ 1273078 w 1499216"/>
              <a:gd name="csY445" fmla="*/ 843260 h 1371055"/>
              <a:gd name="csX446" fmla="*/ 1268058 w 1499216"/>
              <a:gd name="csY446" fmla="*/ 863342 h 1371055"/>
              <a:gd name="csX447" fmla="*/ 1280609 w 1499216"/>
              <a:gd name="csY447" fmla="*/ 870455 h 1371055"/>
              <a:gd name="csX448" fmla="*/ 1288140 w 1499216"/>
              <a:gd name="csY448" fmla="*/ 868363 h 1371055"/>
              <a:gd name="csX449" fmla="*/ 1327887 w 1499216"/>
              <a:gd name="csY449" fmla="*/ 839703 h 1371055"/>
              <a:gd name="csX450" fmla="*/ 1337510 w 1499216"/>
              <a:gd name="csY450" fmla="*/ 834683 h 1371055"/>
              <a:gd name="csX451" fmla="*/ 1347970 w 1499216"/>
              <a:gd name="csY451" fmla="*/ 816692 h 1371055"/>
              <a:gd name="csX452" fmla="*/ 1329979 w 1499216"/>
              <a:gd name="csY452" fmla="*/ 806232 h 1371055"/>
              <a:gd name="csX453" fmla="*/ 813480 w 1499216"/>
              <a:gd name="csY453" fmla="*/ 735734 h 1371055"/>
              <a:gd name="csX454" fmla="*/ 814944 w 1499216"/>
              <a:gd name="csY454" fmla="*/ 715024 h 1371055"/>
              <a:gd name="csX455" fmla="*/ 794234 w 1499216"/>
              <a:gd name="csY455" fmla="*/ 713560 h 1371055"/>
              <a:gd name="csX456" fmla="*/ 777289 w 1499216"/>
              <a:gd name="csY456" fmla="*/ 728412 h 1371055"/>
              <a:gd name="csX457" fmla="*/ 764529 w 1499216"/>
              <a:gd name="csY457" fmla="*/ 756444 h 1371055"/>
              <a:gd name="csX458" fmla="*/ 769549 w 1499216"/>
              <a:gd name="csY458" fmla="*/ 775272 h 1371055"/>
              <a:gd name="csX459" fmla="*/ 774779 w 1499216"/>
              <a:gd name="csY459" fmla="*/ 784267 h 1371055"/>
              <a:gd name="csX460" fmla="*/ 787540 w 1499216"/>
              <a:gd name="csY460" fmla="*/ 791589 h 1371055"/>
              <a:gd name="csX461" fmla="*/ 794862 w 1499216"/>
              <a:gd name="csY461" fmla="*/ 789706 h 1371055"/>
              <a:gd name="csX462" fmla="*/ 800091 w 1499216"/>
              <a:gd name="csY462" fmla="*/ 769623 h 1371055"/>
              <a:gd name="csX463" fmla="*/ 795071 w 1499216"/>
              <a:gd name="csY463" fmla="*/ 760837 h 1371055"/>
              <a:gd name="csX464" fmla="*/ 793816 w 1499216"/>
              <a:gd name="csY464" fmla="*/ 756444 h 1371055"/>
              <a:gd name="csX465" fmla="*/ 796535 w 1499216"/>
              <a:gd name="csY465" fmla="*/ 750587 h 1371055"/>
              <a:gd name="csX466" fmla="*/ 813480 w 1499216"/>
              <a:gd name="csY466" fmla="*/ 735734 h 1371055"/>
              <a:gd name="csX467" fmla="*/ 1063885 w 1499216"/>
              <a:gd name="csY467" fmla="*/ 290152 h 1371055"/>
              <a:gd name="csX468" fmla="*/ 1066813 w 1499216"/>
              <a:gd name="csY468" fmla="*/ 290361 h 1371055"/>
              <a:gd name="csX469" fmla="*/ 1081248 w 1499216"/>
              <a:gd name="csY469" fmla="*/ 278646 h 1371055"/>
              <a:gd name="csX470" fmla="*/ 1087314 w 1499216"/>
              <a:gd name="csY470" fmla="*/ 247894 h 1371055"/>
              <a:gd name="csX471" fmla="*/ 1087314 w 1499216"/>
              <a:gd name="csY471" fmla="*/ 247894 h 1371055"/>
              <a:gd name="csX472" fmla="*/ 1095682 w 1499216"/>
              <a:gd name="csY472" fmla="*/ 241619 h 1371055"/>
              <a:gd name="csX473" fmla="*/ 1110116 w 1499216"/>
              <a:gd name="csY473" fmla="*/ 226975 h 1371055"/>
              <a:gd name="csX474" fmla="*/ 1095264 w 1499216"/>
              <a:gd name="csY474" fmla="*/ 212332 h 1371055"/>
              <a:gd name="csX475" fmla="*/ 1058864 w 1499216"/>
              <a:gd name="csY475" fmla="*/ 242037 h 1371055"/>
              <a:gd name="csX476" fmla="*/ 1058864 w 1499216"/>
              <a:gd name="csY476" fmla="*/ 242246 h 1371055"/>
              <a:gd name="csX477" fmla="*/ 1052797 w 1499216"/>
              <a:gd name="csY477" fmla="*/ 272998 h 1371055"/>
              <a:gd name="csX478" fmla="*/ 1064303 w 1499216"/>
              <a:gd name="csY478" fmla="*/ 290152 h 137105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 ang="0">
                <a:pos x="csX400" y="csY400"/>
              </a:cxn>
              <a:cxn ang="0">
                <a:pos x="csX401" y="csY401"/>
              </a:cxn>
              <a:cxn ang="0">
                <a:pos x="csX402" y="csY402"/>
              </a:cxn>
              <a:cxn ang="0">
                <a:pos x="csX403" y="csY403"/>
              </a:cxn>
              <a:cxn ang="0">
                <a:pos x="csX404" y="csY404"/>
              </a:cxn>
              <a:cxn ang="0">
                <a:pos x="csX405" y="csY405"/>
              </a:cxn>
              <a:cxn ang="0">
                <a:pos x="csX406" y="csY406"/>
              </a:cxn>
              <a:cxn ang="0">
                <a:pos x="csX407" y="csY407"/>
              </a:cxn>
              <a:cxn ang="0">
                <a:pos x="csX408" y="csY408"/>
              </a:cxn>
              <a:cxn ang="0">
                <a:pos x="csX409" y="csY409"/>
              </a:cxn>
              <a:cxn ang="0">
                <a:pos x="csX410" y="csY410"/>
              </a:cxn>
              <a:cxn ang="0">
                <a:pos x="csX411" y="csY411"/>
              </a:cxn>
              <a:cxn ang="0">
                <a:pos x="csX412" y="csY412"/>
              </a:cxn>
              <a:cxn ang="0">
                <a:pos x="csX413" y="csY413"/>
              </a:cxn>
              <a:cxn ang="0">
                <a:pos x="csX414" y="csY414"/>
              </a:cxn>
              <a:cxn ang="0">
                <a:pos x="csX415" y="csY415"/>
              </a:cxn>
              <a:cxn ang="0">
                <a:pos x="csX416" y="csY416"/>
              </a:cxn>
              <a:cxn ang="0">
                <a:pos x="csX417" y="csY417"/>
              </a:cxn>
              <a:cxn ang="0">
                <a:pos x="csX418" y="csY418"/>
              </a:cxn>
              <a:cxn ang="0">
                <a:pos x="csX419" y="csY419"/>
              </a:cxn>
              <a:cxn ang="0">
                <a:pos x="csX420" y="csY420"/>
              </a:cxn>
              <a:cxn ang="0">
                <a:pos x="csX421" y="csY421"/>
              </a:cxn>
              <a:cxn ang="0">
                <a:pos x="csX422" y="csY422"/>
              </a:cxn>
              <a:cxn ang="0">
                <a:pos x="csX423" y="csY423"/>
              </a:cxn>
              <a:cxn ang="0">
                <a:pos x="csX424" y="csY424"/>
              </a:cxn>
              <a:cxn ang="0">
                <a:pos x="csX425" y="csY425"/>
              </a:cxn>
              <a:cxn ang="0">
                <a:pos x="csX426" y="csY426"/>
              </a:cxn>
              <a:cxn ang="0">
                <a:pos x="csX427" y="csY427"/>
              </a:cxn>
              <a:cxn ang="0">
                <a:pos x="csX428" y="csY428"/>
              </a:cxn>
              <a:cxn ang="0">
                <a:pos x="csX429" y="csY429"/>
              </a:cxn>
              <a:cxn ang="0">
                <a:pos x="csX430" y="csY430"/>
              </a:cxn>
              <a:cxn ang="0">
                <a:pos x="csX431" y="csY431"/>
              </a:cxn>
              <a:cxn ang="0">
                <a:pos x="csX432" y="csY432"/>
              </a:cxn>
              <a:cxn ang="0">
                <a:pos x="csX433" y="csY433"/>
              </a:cxn>
              <a:cxn ang="0">
                <a:pos x="csX434" y="csY434"/>
              </a:cxn>
              <a:cxn ang="0">
                <a:pos x="csX435" y="csY435"/>
              </a:cxn>
              <a:cxn ang="0">
                <a:pos x="csX436" y="csY436"/>
              </a:cxn>
              <a:cxn ang="0">
                <a:pos x="csX437" y="csY437"/>
              </a:cxn>
              <a:cxn ang="0">
                <a:pos x="csX438" y="csY438"/>
              </a:cxn>
              <a:cxn ang="0">
                <a:pos x="csX439" y="csY439"/>
              </a:cxn>
              <a:cxn ang="0">
                <a:pos x="csX440" y="csY440"/>
              </a:cxn>
              <a:cxn ang="0">
                <a:pos x="csX441" y="csY441"/>
              </a:cxn>
              <a:cxn ang="0">
                <a:pos x="csX442" y="csY442"/>
              </a:cxn>
              <a:cxn ang="0">
                <a:pos x="csX443" y="csY443"/>
              </a:cxn>
              <a:cxn ang="0">
                <a:pos x="csX444" y="csY444"/>
              </a:cxn>
              <a:cxn ang="0">
                <a:pos x="csX445" y="csY445"/>
              </a:cxn>
              <a:cxn ang="0">
                <a:pos x="csX446" y="csY446"/>
              </a:cxn>
              <a:cxn ang="0">
                <a:pos x="csX447" y="csY447"/>
              </a:cxn>
              <a:cxn ang="0">
                <a:pos x="csX448" y="csY448"/>
              </a:cxn>
              <a:cxn ang="0">
                <a:pos x="csX449" y="csY449"/>
              </a:cxn>
              <a:cxn ang="0">
                <a:pos x="csX450" y="csY450"/>
              </a:cxn>
              <a:cxn ang="0">
                <a:pos x="csX451" y="csY451"/>
              </a:cxn>
              <a:cxn ang="0">
                <a:pos x="csX452" y="csY452"/>
              </a:cxn>
              <a:cxn ang="0">
                <a:pos x="csX453" y="csY453"/>
              </a:cxn>
              <a:cxn ang="0">
                <a:pos x="csX454" y="csY454"/>
              </a:cxn>
              <a:cxn ang="0">
                <a:pos x="csX455" y="csY455"/>
              </a:cxn>
              <a:cxn ang="0">
                <a:pos x="csX456" y="csY456"/>
              </a:cxn>
              <a:cxn ang="0">
                <a:pos x="csX457" y="csY457"/>
              </a:cxn>
              <a:cxn ang="0">
                <a:pos x="csX458" y="csY458"/>
              </a:cxn>
              <a:cxn ang="0">
                <a:pos x="csX459" y="csY459"/>
              </a:cxn>
              <a:cxn ang="0">
                <a:pos x="csX460" y="csY460"/>
              </a:cxn>
              <a:cxn ang="0">
                <a:pos x="csX461" y="csY461"/>
              </a:cxn>
              <a:cxn ang="0">
                <a:pos x="csX462" y="csY462"/>
              </a:cxn>
              <a:cxn ang="0">
                <a:pos x="csX463" y="csY463"/>
              </a:cxn>
              <a:cxn ang="0">
                <a:pos x="csX464" y="csY464"/>
              </a:cxn>
              <a:cxn ang="0">
                <a:pos x="csX465" y="csY465"/>
              </a:cxn>
              <a:cxn ang="0">
                <a:pos x="csX466" y="csY466"/>
              </a:cxn>
              <a:cxn ang="0">
                <a:pos x="csX467" y="csY467"/>
              </a:cxn>
              <a:cxn ang="0">
                <a:pos x="csX468" y="csY468"/>
              </a:cxn>
              <a:cxn ang="0">
                <a:pos x="csX469" y="csY469"/>
              </a:cxn>
              <a:cxn ang="0">
                <a:pos x="csX470" y="csY470"/>
              </a:cxn>
              <a:cxn ang="0">
                <a:pos x="csX471" y="csY471"/>
              </a:cxn>
              <a:cxn ang="0">
                <a:pos x="csX472" y="csY472"/>
              </a:cxn>
              <a:cxn ang="0">
                <a:pos x="csX473" y="csY473"/>
              </a:cxn>
              <a:cxn ang="0">
                <a:pos x="csX474" y="csY474"/>
              </a:cxn>
              <a:cxn ang="0">
                <a:pos x="csX475" y="csY475"/>
              </a:cxn>
              <a:cxn ang="0">
                <a:pos x="csX476" y="csY476"/>
              </a:cxn>
              <a:cxn ang="0">
                <a:pos x="csX477" y="csY477"/>
              </a:cxn>
              <a:cxn ang="0">
                <a:pos x="csX478" y="csY478"/>
              </a:cxn>
            </a:cxnLst>
            <a:rect l="l" t="t" r="r" b="b"/>
            <a:pathLst>
              <a:path w="1499216" h="1371055">
                <a:moveTo>
                  <a:pt x="426890" y="837402"/>
                </a:moveTo>
                <a:cubicBezTo>
                  <a:pt x="445299" y="837402"/>
                  <a:pt x="461407" y="824432"/>
                  <a:pt x="464754" y="806441"/>
                </a:cubicBezTo>
                <a:cubicBezTo>
                  <a:pt x="464754" y="806441"/>
                  <a:pt x="464754" y="806232"/>
                  <a:pt x="464754" y="806023"/>
                </a:cubicBezTo>
                <a:lnTo>
                  <a:pt x="477933" y="740127"/>
                </a:lnTo>
                <a:cubicBezTo>
                  <a:pt x="479816" y="730713"/>
                  <a:pt x="486510" y="722973"/>
                  <a:pt x="495715" y="719417"/>
                </a:cubicBezTo>
                <a:cubicBezTo>
                  <a:pt x="531487" y="706865"/>
                  <a:pt x="564749" y="687829"/>
                  <a:pt x="594663" y="662516"/>
                </a:cubicBezTo>
                <a:cubicBezTo>
                  <a:pt x="601776" y="656240"/>
                  <a:pt x="611817" y="654358"/>
                  <a:pt x="621022" y="657705"/>
                </a:cubicBezTo>
                <a:lnTo>
                  <a:pt x="685453" y="679252"/>
                </a:lnTo>
                <a:cubicBezTo>
                  <a:pt x="702816" y="685109"/>
                  <a:pt x="722271" y="677787"/>
                  <a:pt x="731267" y="661889"/>
                </a:cubicBezTo>
                <a:lnTo>
                  <a:pt x="770386" y="594319"/>
                </a:lnTo>
                <a:cubicBezTo>
                  <a:pt x="779381" y="578211"/>
                  <a:pt x="775825" y="557919"/>
                  <a:pt x="762227" y="546205"/>
                </a:cubicBezTo>
                <a:lnTo>
                  <a:pt x="711184" y="501437"/>
                </a:lnTo>
                <a:cubicBezTo>
                  <a:pt x="703862" y="495161"/>
                  <a:pt x="700515" y="485120"/>
                  <a:pt x="702398" y="475706"/>
                </a:cubicBezTo>
                <a:cubicBezTo>
                  <a:pt x="705745" y="456879"/>
                  <a:pt x="707419" y="438261"/>
                  <a:pt x="707419" y="418596"/>
                </a:cubicBezTo>
                <a:cubicBezTo>
                  <a:pt x="707419" y="398932"/>
                  <a:pt x="705745" y="380523"/>
                  <a:pt x="702398" y="361487"/>
                </a:cubicBezTo>
                <a:cubicBezTo>
                  <a:pt x="700724" y="351864"/>
                  <a:pt x="704072" y="342032"/>
                  <a:pt x="711184" y="335756"/>
                </a:cubicBezTo>
                <a:lnTo>
                  <a:pt x="761809" y="291407"/>
                </a:lnTo>
                <a:cubicBezTo>
                  <a:pt x="761809" y="291407"/>
                  <a:pt x="762018" y="291407"/>
                  <a:pt x="762227" y="291198"/>
                </a:cubicBezTo>
                <a:cubicBezTo>
                  <a:pt x="776034" y="279483"/>
                  <a:pt x="779381" y="259191"/>
                  <a:pt x="770386" y="242874"/>
                </a:cubicBezTo>
                <a:lnTo>
                  <a:pt x="731476" y="175723"/>
                </a:lnTo>
                <a:cubicBezTo>
                  <a:pt x="722271" y="159824"/>
                  <a:pt x="703026" y="152502"/>
                  <a:pt x="685453" y="158360"/>
                </a:cubicBezTo>
                <a:lnTo>
                  <a:pt x="620603" y="179907"/>
                </a:lnTo>
                <a:cubicBezTo>
                  <a:pt x="611817" y="183044"/>
                  <a:pt x="601776" y="181162"/>
                  <a:pt x="594454" y="174886"/>
                </a:cubicBezTo>
                <a:cubicBezTo>
                  <a:pt x="564749" y="149783"/>
                  <a:pt x="531487" y="130537"/>
                  <a:pt x="495715" y="118194"/>
                </a:cubicBezTo>
                <a:cubicBezTo>
                  <a:pt x="486301" y="114847"/>
                  <a:pt x="479607" y="107107"/>
                  <a:pt x="477724" y="97484"/>
                </a:cubicBezTo>
                <a:lnTo>
                  <a:pt x="464545" y="30961"/>
                </a:lnTo>
                <a:cubicBezTo>
                  <a:pt x="460989" y="12970"/>
                  <a:pt x="445090" y="0"/>
                  <a:pt x="426681" y="0"/>
                </a:cubicBezTo>
                <a:lnTo>
                  <a:pt x="348652" y="0"/>
                </a:lnTo>
                <a:cubicBezTo>
                  <a:pt x="330243" y="0"/>
                  <a:pt x="314135" y="12970"/>
                  <a:pt x="310788" y="30961"/>
                </a:cubicBezTo>
                <a:lnTo>
                  <a:pt x="297608" y="97484"/>
                </a:lnTo>
                <a:cubicBezTo>
                  <a:pt x="295726" y="107107"/>
                  <a:pt x="289031" y="114638"/>
                  <a:pt x="279827" y="118194"/>
                </a:cubicBezTo>
                <a:cubicBezTo>
                  <a:pt x="244055" y="130746"/>
                  <a:pt x="210793" y="149783"/>
                  <a:pt x="180878" y="175095"/>
                </a:cubicBezTo>
                <a:cubicBezTo>
                  <a:pt x="173766" y="181371"/>
                  <a:pt x="163724" y="183254"/>
                  <a:pt x="154520" y="179907"/>
                </a:cubicBezTo>
                <a:lnTo>
                  <a:pt x="90088" y="158360"/>
                </a:lnTo>
                <a:cubicBezTo>
                  <a:pt x="72516" y="152502"/>
                  <a:pt x="53270" y="159824"/>
                  <a:pt x="44275" y="175723"/>
                </a:cubicBezTo>
                <a:lnTo>
                  <a:pt x="4946" y="243292"/>
                </a:lnTo>
                <a:cubicBezTo>
                  <a:pt x="-4049" y="259818"/>
                  <a:pt x="-493" y="279483"/>
                  <a:pt x="13314" y="291407"/>
                </a:cubicBezTo>
                <a:cubicBezTo>
                  <a:pt x="13314" y="291407"/>
                  <a:pt x="13523" y="291407"/>
                  <a:pt x="13733" y="291616"/>
                </a:cubicBezTo>
                <a:lnTo>
                  <a:pt x="64357" y="335965"/>
                </a:lnTo>
                <a:cubicBezTo>
                  <a:pt x="71679" y="342241"/>
                  <a:pt x="75026" y="352282"/>
                  <a:pt x="73144" y="361696"/>
                </a:cubicBezTo>
                <a:cubicBezTo>
                  <a:pt x="69796" y="380523"/>
                  <a:pt x="68123" y="399141"/>
                  <a:pt x="68123" y="418806"/>
                </a:cubicBezTo>
                <a:cubicBezTo>
                  <a:pt x="68123" y="438470"/>
                  <a:pt x="69796" y="456879"/>
                  <a:pt x="73353" y="476125"/>
                </a:cubicBezTo>
                <a:cubicBezTo>
                  <a:pt x="75236" y="484911"/>
                  <a:pt x="71888" y="494743"/>
                  <a:pt x="64776" y="501228"/>
                </a:cubicBezTo>
                <a:cubicBezTo>
                  <a:pt x="64776" y="501228"/>
                  <a:pt x="64776" y="501228"/>
                  <a:pt x="64567" y="501437"/>
                </a:cubicBezTo>
                <a:lnTo>
                  <a:pt x="13523" y="545995"/>
                </a:lnTo>
                <a:cubicBezTo>
                  <a:pt x="-283" y="557710"/>
                  <a:pt x="-3630" y="578002"/>
                  <a:pt x="5365" y="594319"/>
                </a:cubicBezTo>
                <a:lnTo>
                  <a:pt x="44484" y="661679"/>
                </a:lnTo>
                <a:cubicBezTo>
                  <a:pt x="53689" y="677578"/>
                  <a:pt x="72934" y="684900"/>
                  <a:pt x="90507" y="679043"/>
                </a:cubicBezTo>
                <a:lnTo>
                  <a:pt x="155357" y="657496"/>
                </a:lnTo>
                <a:cubicBezTo>
                  <a:pt x="164143" y="654358"/>
                  <a:pt x="174184" y="656240"/>
                  <a:pt x="181506" y="662516"/>
                </a:cubicBezTo>
                <a:cubicBezTo>
                  <a:pt x="211211" y="687829"/>
                  <a:pt x="244473" y="706865"/>
                  <a:pt x="280245" y="719208"/>
                </a:cubicBezTo>
                <a:cubicBezTo>
                  <a:pt x="289659" y="722555"/>
                  <a:pt x="296353" y="730295"/>
                  <a:pt x="298236" y="739918"/>
                </a:cubicBezTo>
                <a:lnTo>
                  <a:pt x="311415" y="806441"/>
                </a:lnTo>
                <a:cubicBezTo>
                  <a:pt x="311415" y="806441"/>
                  <a:pt x="311415" y="806860"/>
                  <a:pt x="311415" y="807069"/>
                </a:cubicBezTo>
                <a:cubicBezTo>
                  <a:pt x="315181" y="824641"/>
                  <a:pt x="330870" y="837402"/>
                  <a:pt x="349070" y="837402"/>
                </a:cubicBezTo>
                <a:lnTo>
                  <a:pt x="427099" y="837402"/>
                </a:lnTo>
                <a:close/>
                <a:moveTo>
                  <a:pt x="339656" y="800793"/>
                </a:moveTo>
                <a:cubicBezTo>
                  <a:pt x="339656" y="800793"/>
                  <a:pt x="339656" y="800375"/>
                  <a:pt x="339656" y="800166"/>
                </a:cubicBezTo>
                <a:lnTo>
                  <a:pt x="326477" y="734270"/>
                </a:lnTo>
                <a:cubicBezTo>
                  <a:pt x="322712" y="714605"/>
                  <a:pt x="308905" y="698707"/>
                  <a:pt x="289450" y="691594"/>
                </a:cubicBezTo>
                <a:cubicBezTo>
                  <a:pt x="257025" y="680298"/>
                  <a:pt x="226901" y="662935"/>
                  <a:pt x="199915" y="640133"/>
                </a:cubicBezTo>
                <a:cubicBezTo>
                  <a:pt x="184644" y="627163"/>
                  <a:pt x="163515" y="623188"/>
                  <a:pt x="145315" y="629882"/>
                </a:cubicBezTo>
                <a:lnTo>
                  <a:pt x="80884" y="651429"/>
                </a:lnTo>
                <a:cubicBezTo>
                  <a:pt x="76491" y="652893"/>
                  <a:pt x="71888" y="651220"/>
                  <a:pt x="69587" y="647036"/>
                </a:cubicBezTo>
                <a:lnTo>
                  <a:pt x="30677" y="579885"/>
                </a:lnTo>
                <a:cubicBezTo>
                  <a:pt x="28585" y="576119"/>
                  <a:pt x="29213" y="571308"/>
                  <a:pt x="32142" y="568379"/>
                </a:cubicBezTo>
                <a:cubicBezTo>
                  <a:pt x="32142" y="568379"/>
                  <a:pt x="32351" y="568379"/>
                  <a:pt x="32560" y="567961"/>
                </a:cubicBezTo>
                <a:lnTo>
                  <a:pt x="83185" y="523612"/>
                </a:lnTo>
                <a:cubicBezTo>
                  <a:pt x="83185" y="523612"/>
                  <a:pt x="83603" y="523403"/>
                  <a:pt x="83812" y="523193"/>
                </a:cubicBezTo>
                <a:cubicBezTo>
                  <a:pt x="98874" y="509805"/>
                  <a:pt x="105778" y="489513"/>
                  <a:pt x="102012" y="470476"/>
                </a:cubicBezTo>
                <a:cubicBezTo>
                  <a:pt x="98874" y="453323"/>
                  <a:pt x="97410" y="436169"/>
                  <a:pt x="97410" y="418596"/>
                </a:cubicBezTo>
                <a:cubicBezTo>
                  <a:pt x="97410" y="401024"/>
                  <a:pt x="98874" y="383870"/>
                  <a:pt x="101803" y="367135"/>
                </a:cubicBezTo>
                <a:cubicBezTo>
                  <a:pt x="105778" y="347680"/>
                  <a:pt x="98874" y="327179"/>
                  <a:pt x="83603" y="313790"/>
                </a:cubicBezTo>
                <a:lnTo>
                  <a:pt x="32351" y="269023"/>
                </a:lnTo>
                <a:cubicBezTo>
                  <a:pt x="29213" y="266304"/>
                  <a:pt x="28376" y="261283"/>
                  <a:pt x="30468" y="257517"/>
                </a:cubicBezTo>
                <a:lnTo>
                  <a:pt x="69587" y="190157"/>
                </a:lnTo>
                <a:cubicBezTo>
                  <a:pt x="71888" y="186392"/>
                  <a:pt x="76491" y="184509"/>
                  <a:pt x="80884" y="185973"/>
                </a:cubicBezTo>
                <a:lnTo>
                  <a:pt x="144897" y="207311"/>
                </a:lnTo>
                <a:cubicBezTo>
                  <a:pt x="163934" y="214214"/>
                  <a:pt x="185062" y="210030"/>
                  <a:pt x="199915" y="197060"/>
                </a:cubicBezTo>
                <a:cubicBezTo>
                  <a:pt x="226901" y="174258"/>
                  <a:pt x="257025" y="156895"/>
                  <a:pt x="289659" y="145390"/>
                </a:cubicBezTo>
                <a:cubicBezTo>
                  <a:pt x="308696" y="138486"/>
                  <a:pt x="322502" y="122587"/>
                  <a:pt x="326268" y="102923"/>
                </a:cubicBezTo>
                <a:lnTo>
                  <a:pt x="339447" y="36400"/>
                </a:lnTo>
                <a:cubicBezTo>
                  <a:pt x="340284" y="32216"/>
                  <a:pt x="344259" y="29287"/>
                  <a:pt x="348652" y="29287"/>
                </a:cubicBezTo>
                <a:lnTo>
                  <a:pt x="426681" y="29287"/>
                </a:lnTo>
                <a:cubicBezTo>
                  <a:pt x="431074" y="29287"/>
                  <a:pt x="435049" y="32425"/>
                  <a:pt x="435885" y="36609"/>
                </a:cubicBezTo>
                <a:lnTo>
                  <a:pt x="449065" y="103132"/>
                </a:lnTo>
                <a:cubicBezTo>
                  <a:pt x="452830" y="122797"/>
                  <a:pt x="466637" y="138695"/>
                  <a:pt x="486092" y="145808"/>
                </a:cubicBezTo>
                <a:cubicBezTo>
                  <a:pt x="518517" y="157104"/>
                  <a:pt x="548641" y="174468"/>
                  <a:pt x="575627" y="197270"/>
                </a:cubicBezTo>
                <a:cubicBezTo>
                  <a:pt x="590898" y="210240"/>
                  <a:pt x="612026" y="214214"/>
                  <a:pt x="630435" y="207520"/>
                </a:cubicBezTo>
                <a:lnTo>
                  <a:pt x="694867" y="185973"/>
                </a:lnTo>
                <a:cubicBezTo>
                  <a:pt x="699051" y="184509"/>
                  <a:pt x="704072" y="186182"/>
                  <a:pt x="706164" y="190366"/>
                </a:cubicBezTo>
                <a:lnTo>
                  <a:pt x="745074" y="257517"/>
                </a:lnTo>
                <a:cubicBezTo>
                  <a:pt x="747165" y="261492"/>
                  <a:pt x="746538" y="266513"/>
                  <a:pt x="743191" y="269232"/>
                </a:cubicBezTo>
                <a:lnTo>
                  <a:pt x="692148" y="314000"/>
                </a:lnTo>
                <a:cubicBezTo>
                  <a:pt x="677504" y="326970"/>
                  <a:pt x="670391" y="347261"/>
                  <a:pt x="673948" y="366716"/>
                </a:cubicBezTo>
                <a:cubicBezTo>
                  <a:pt x="677086" y="383870"/>
                  <a:pt x="678550" y="400815"/>
                  <a:pt x="678550" y="418596"/>
                </a:cubicBezTo>
                <a:cubicBezTo>
                  <a:pt x="678550" y="436378"/>
                  <a:pt x="677086" y="453323"/>
                  <a:pt x="674157" y="470058"/>
                </a:cubicBezTo>
                <a:cubicBezTo>
                  <a:pt x="670182" y="489513"/>
                  <a:pt x="677086" y="510014"/>
                  <a:pt x="692357" y="523403"/>
                </a:cubicBezTo>
                <a:lnTo>
                  <a:pt x="743400" y="568170"/>
                </a:lnTo>
                <a:cubicBezTo>
                  <a:pt x="746538" y="570889"/>
                  <a:pt x="747375" y="575910"/>
                  <a:pt x="745283" y="579676"/>
                </a:cubicBezTo>
                <a:lnTo>
                  <a:pt x="706164" y="647036"/>
                </a:lnTo>
                <a:cubicBezTo>
                  <a:pt x="703862" y="651011"/>
                  <a:pt x="699260" y="652684"/>
                  <a:pt x="694867" y="651220"/>
                </a:cubicBezTo>
                <a:lnTo>
                  <a:pt x="630854" y="629882"/>
                </a:lnTo>
                <a:cubicBezTo>
                  <a:pt x="611817" y="622979"/>
                  <a:pt x="590689" y="627163"/>
                  <a:pt x="575836" y="640133"/>
                </a:cubicBezTo>
                <a:cubicBezTo>
                  <a:pt x="548850" y="662935"/>
                  <a:pt x="518726" y="680298"/>
                  <a:pt x="486092" y="691803"/>
                </a:cubicBezTo>
                <a:cubicBezTo>
                  <a:pt x="467055" y="698707"/>
                  <a:pt x="453458" y="714605"/>
                  <a:pt x="449483" y="734270"/>
                </a:cubicBezTo>
                <a:lnTo>
                  <a:pt x="436304" y="800793"/>
                </a:lnTo>
                <a:cubicBezTo>
                  <a:pt x="436304" y="800793"/>
                  <a:pt x="436304" y="801002"/>
                  <a:pt x="436304" y="801212"/>
                </a:cubicBezTo>
                <a:cubicBezTo>
                  <a:pt x="435467" y="805186"/>
                  <a:pt x="431492" y="808115"/>
                  <a:pt x="427308" y="808115"/>
                </a:cubicBezTo>
                <a:lnTo>
                  <a:pt x="349279" y="808115"/>
                </a:lnTo>
                <a:cubicBezTo>
                  <a:pt x="344886" y="808115"/>
                  <a:pt x="340911" y="804977"/>
                  <a:pt x="340075" y="800793"/>
                </a:cubicBezTo>
                <a:close/>
                <a:moveTo>
                  <a:pt x="593617" y="418806"/>
                </a:moveTo>
                <a:cubicBezTo>
                  <a:pt x="593617" y="305423"/>
                  <a:pt x="501154" y="213378"/>
                  <a:pt x="387771" y="213378"/>
                </a:cubicBezTo>
                <a:cubicBezTo>
                  <a:pt x="274388" y="213378"/>
                  <a:pt x="181924" y="305632"/>
                  <a:pt x="181924" y="418806"/>
                </a:cubicBezTo>
                <a:cubicBezTo>
                  <a:pt x="181924" y="531979"/>
                  <a:pt x="274388" y="624234"/>
                  <a:pt x="387771" y="624234"/>
                </a:cubicBezTo>
                <a:cubicBezTo>
                  <a:pt x="501154" y="624234"/>
                  <a:pt x="593617" y="531979"/>
                  <a:pt x="593617" y="418806"/>
                </a:cubicBezTo>
                <a:close/>
                <a:moveTo>
                  <a:pt x="211211" y="418806"/>
                </a:moveTo>
                <a:cubicBezTo>
                  <a:pt x="211211" y="321740"/>
                  <a:pt x="290496" y="242665"/>
                  <a:pt x="387771" y="242665"/>
                </a:cubicBezTo>
                <a:cubicBezTo>
                  <a:pt x="485046" y="242665"/>
                  <a:pt x="564330" y="321740"/>
                  <a:pt x="564330" y="418806"/>
                </a:cubicBezTo>
                <a:cubicBezTo>
                  <a:pt x="564330" y="515871"/>
                  <a:pt x="485046" y="594947"/>
                  <a:pt x="387771" y="594947"/>
                </a:cubicBezTo>
                <a:cubicBezTo>
                  <a:pt x="290496" y="594947"/>
                  <a:pt x="211211" y="515871"/>
                  <a:pt x="211211" y="418806"/>
                </a:cubicBezTo>
                <a:close/>
                <a:moveTo>
                  <a:pt x="813061" y="1031325"/>
                </a:moveTo>
                <a:cubicBezTo>
                  <a:pt x="813061" y="1031325"/>
                  <a:pt x="813061" y="1031325"/>
                  <a:pt x="813271" y="1031115"/>
                </a:cubicBezTo>
                <a:lnTo>
                  <a:pt x="847369" y="1001201"/>
                </a:lnTo>
                <a:cubicBezTo>
                  <a:pt x="847369" y="1001201"/>
                  <a:pt x="847369" y="1001201"/>
                  <a:pt x="847578" y="1000992"/>
                </a:cubicBezTo>
                <a:cubicBezTo>
                  <a:pt x="858456" y="991578"/>
                  <a:pt x="861385" y="975679"/>
                  <a:pt x="854482" y="962918"/>
                </a:cubicBezTo>
                <a:cubicBezTo>
                  <a:pt x="854482" y="962918"/>
                  <a:pt x="854273" y="962500"/>
                  <a:pt x="854063" y="962291"/>
                </a:cubicBezTo>
                <a:lnTo>
                  <a:pt x="827705" y="916896"/>
                </a:lnTo>
                <a:cubicBezTo>
                  <a:pt x="820383" y="904135"/>
                  <a:pt x="804903" y="898277"/>
                  <a:pt x="791096" y="903089"/>
                </a:cubicBezTo>
                <a:lnTo>
                  <a:pt x="747165" y="917732"/>
                </a:lnTo>
                <a:cubicBezTo>
                  <a:pt x="742772" y="919197"/>
                  <a:pt x="737752" y="918360"/>
                  <a:pt x="734195" y="915222"/>
                </a:cubicBezTo>
                <a:cubicBezTo>
                  <a:pt x="713485" y="897859"/>
                  <a:pt x="690683" y="884680"/>
                  <a:pt x="665998" y="875894"/>
                </a:cubicBezTo>
                <a:cubicBezTo>
                  <a:pt x="665998" y="875894"/>
                  <a:pt x="665998" y="875894"/>
                  <a:pt x="665789" y="875894"/>
                </a:cubicBezTo>
                <a:cubicBezTo>
                  <a:pt x="661187" y="874011"/>
                  <a:pt x="658049" y="870246"/>
                  <a:pt x="657003" y="865643"/>
                </a:cubicBezTo>
                <a:lnTo>
                  <a:pt x="648008" y="820667"/>
                </a:lnTo>
                <a:cubicBezTo>
                  <a:pt x="645288" y="806232"/>
                  <a:pt x="632527" y="795982"/>
                  <a:pt x="617675" y="795982"/>
                </a:cubicBezTo>
                <a:lnTo>
                  <a:pt x="564958" y="795982"/>
                </a:lnTo>
                <a:cubicBezTo>
                  <a:pt x="550105" y="795982"/>
                  <a:pt x="537553" y="806441"/>
                  <a:pt x="534625" y="820667"/>
                </a:cubicBezTo>
                <a:lnTo>
                  <a:pt x="525629" y="865643"/>
                </a:lnTo>
                <a:cubicBezTo>
                  <a:pt x="524583" y="870455"/>
                  <a:pt x="521236" y="874429"/>
                  <a:pt x="516634" y="876103"/>
                </a:cubicBezTo>
                <a:cubicBezTo>
                  <a:pt x="491949" y="884680"/>
                  <a:pt x="468938" y="897859"/>
                  <a:pt x="448228" y="915431"/>
                </a:cubicBezTo>
                <a:cubicBezTo>
                  <a:pt x="444671" y="918569"/>
                  <a:pt x="439860" y="919406"/>
                  <a:pt x="435049" y="917732"/>
                </a:cubicBezTo>
                <a:lnTo>
                  <a:pt x="391536" y="903298"/>
                </a:lnTo>
                <a:cubicBezTo>
                  <a:pt x="377520" y="898696"/>
                  <a:pt x="362040" y="904553"/>
                  <a:pt x="354927" y="917105"/>
                </a:cubicBezTo>
                <a:lnTo>
                  <a:pt x="328360" y="962918"/>
                </a:lnTo>
                <a:cubicBezTo>
                  <a:pt x="321247" y="976098"/>
                  <a:pt x="323967" y="991787"/>
                  <a:pt x="335054" y="1001201"/>
                </a:cubicBezTo>
                <a:lnTo>
                  <a:pt x="369571" y="1031325"/>
                </a:lnTo>
                <a:cubicBezTo>
                  <a:pt x="373127" y="1034462"/>
                  <a:pt x="375010" y="1039483"/>
                  <a:pt x="373964" y="1044295"/>
                </a:cubicBezTo>
                <a:cubicBezTo>
                  <a:pt x="371663" y="1057265"/>
                  <a:pt x="370408" y="1070235"/>
                  <a:pt x="370408" y="1083623"/>
                </a:cubicBezTo>
                <a:cubicBezTo>
                  <a:pt x="370408" y="1097011"/>
                  <a:pt x="371454" y="1109981"/>
                  <a:pt x="373964" y="1123370"/>
                </a:cubicBezTo>
                <a:cubicBezTo>
                  <a:pt x="374801" y="1127763"/>
                  <a:pt x="373127" y="1132784"/>
                  <a:pt x="369571" y="1135921"/>
                </a:cubicBezTo>
                <a:cubicBezTo>
                  <a:pt x="369571" y="1135921"/>
                  <a:pt x="369362" y="1136131"/>
                  <a:pt x="369153" y="1136340"/>
                </a:cubicBezTo>
                <a:lnTo>
                  <a:pt x="335263" y="1166045"/>
                </a:lnTo>
                <a:cubicBezTo>
                  <a:pt x="324385" y="1175459"/>
                  <a:pt x="321456" y="1191567"/>
                  <a:pt x="328778" y="1204746"/>
                </a:cubicBezTo>
                <a:lnTo>
                  <a:pt x="355137" y="1250141"/>
                </a:lnTo>
                <a:cubicBezTo>
                  <a:pt x="362458" y="1262902"/>
                  <a:pt x="377939" y="1268759"/>
                  <a:pt x="391745" y="1264157"/>
                </a:cubicBezTo>
                <a:lnTo>
                  <a:pt x="435676" y="1249514"/>
                </a:lnTo>
                <a:cubicBezTo>
                  <a:pt x="440069" y="1247840"/>
                  <a:pt x="445090" y="1248886"/>
                  <a:pt x="448646" y="1252024"/>
                </a:cubicBezTo>
                <a:cubicBezTo>
                  <a:pt x="469356" y="1269387"/>
                  <a:pt x="492158" y="1282566"/>
                  <a:pt x="516843" y="1291143"/>
                </a:cubicBezTo>
                <a:cubicBezTo>
                  <a:pt x="521655" y="1292817"/>
                  <a:pt x="525002" y="1296791"/>
                  <a:pt x="526048" y="1301603"/>
                </a:cubicBezTo>
                <a:lnTo>
                  <a:pt x="535043" y="1346370"/>
                </a:lnTo>
                <a:cubicBezTo>
                  <a:pt x="537763" y="1360805"/>
                  <a:pt x="550523" y="1371055"/>
                  <a:pt x="565376" y="1371055"/>
                </a:cubicBezTo>
                <a:lnTo>
                  <a:pt x="618093" y="1371055"/>
                </a:lnTo>
                <a:cubicBezTo>
                  <a:pt x="632946" y="1371055"/>
                  <a:pt x="645497" y="1360595"/>
                  <a:pt x="648426" y="1346370"/>
                </a:cubicBezTo>
                <a:lnTo>
                  <a:pt x="657421" y="1301394"/>
                </a:lnTo>
                <a:cubicBezTo>
                  <a:pt x="658258" y="1296582"/>
                  <a:pt x="661814" y="1292608"/>
                  <a:pt x="666417" y="1290934"/>
                </a:cubicBezTo>
                <a:cubicBezTo>
                  <a:pt x="691102" y="1282357"/>
                  <a:pt x="714113" y="1269178"/>
                  <a:pt x="734823" y="1251606"/>
                </a:cubicBezTo>
                <a:cubicBezTo>
                  <a:pt x="738379" y="1248468"/>
                  <a:pt x="743191" y="1247631"/>
                  <a:pt x="748002" y="1249304"/>
                </a:cubicBezTo>
                <a:lnTo>
                  <a:pt x="791514" y="1263739"/>
                </a:lnTo>
                <a:cubicBezTo>
                  <a:pt x="805530" y="1268550"/>
                  <a:pt x="821011" y="1262484"/>
                  <a:pt x="828123" y="1249932"/>
                </a:cubicBezTo>
                <a:lnTo>
                  <a:pt x="854482" y="1204537"/>
                </a:lnTo>
                <a:cubicBezTo>
                  <a:pt x="854482" y="1204537"/>
                  <a:pt x="854482" y="1204328"/>
                  <a:pt x="854691" y="1204119"/>
                </a:cubicBezTo>
                <a:cubicBezTo>
                  <a:pt x="861804" y="1191358"/>
                  <a:pt x="858875" y="1175250"/>
                  <a:pt x="847997" y="1166045"/>
                </a:cubicBezTo>
                <a:lnTo>
                  <a:pt x="813480" y="1135921"/>
                </a:lnTo>
                <a:cubicBezTo>
                  <a:pt x="809924" y="1132784"/>
                  <a:pt x="808041" y="1127763"/>
                  <a:pt x="809087" y="1122951"/>
                </a:cubicBezTo>
                <a:cubicBezTo>
                  <a:pt x="811388" y="1109981"/>
                  <a:pt x="812643" y="1097011"/>
                  <a:pt x="812643" y="1083623"/>
                </a:cubicBezTo>
                <a:cubicBezTo>
                  <a:pt x="812643" y="1070235"/>
                  <a:pt x="811597" y="1057265"/>
                  <a:pt x="809087" y="1044295"/>
                </a:cubicBezTo>
                <a:lnTo>
                  <a:pt x="809087" y="1044295"/>
                </a:lnTo>
                <a:cubicBezTo>
                  <a:pt x="808250" y="1039692"/>
                  <a:pt x="809924" y="1034672"/>
                  <a:pt x="813271" y="1031534"/>
                </a:cubicBezTo>
                <a:close/>
                <a:moveTo>
                  <a:pt x="794443" y="1008732"/>
                </a:moveTo>
                <a:cubicBezTo>
                  <a:pt x="794443" y="1008732"/>
                  <a:pt x="794025" y="1008941"/>
                  <a:pt x="794025" y="1009150"/>
                </a:cubicBezTo>
                <a:cubicBezTo>
                  <a:pt x="782938" y="1018982"/>
                  <a:pt x="777499" y="1034462"/>
                  <a:pt x="780218" y="1049315"/>
                </a:cubicBezTo>
                <a:cubicBezTo>
                  <a:pt x="782310" y="1060612"/>
                  <a:pt x="783147" y="1071908"/>
                  <a:pt x="783147" y="1083623"/>
                </a:cubicBezTo>
                <a:cubicBezTo>
                  <a:pt x="783147" y="1095338"/>
                  <a:pt x="782101" y="1106634"/>
                  <a:pt x="780218" y="1117512"/>
                </a:cubicBezTo>
                <a:cubicBezTo>
                  <a:pt x="777080" y="1132365"/>
                  <a:pt x="782519" y="1147845"/>
                  <a:pt x="794025" y="1158096"/>
                </a:cubicBezTo>
                <a:lnTo>
                  <a:pt x="828751" y="1190312"/>
                </a:lnTo>
                <a:cubicBezTo>
                  <a:pt x="828751" y="1190312"/>
                  <a:pt x="828751" y="1190312"/>
                  <a:pt x="828751" y="1190312"/>
                </a:cubicBezTo>
                <a:lnTo>
                  <a:pt x="802393" y="1235707"/>
                </a:lnTo>
                <a:cubicBezTo>
                  <a:pt x="802393" y="1235707"/>
                  <a:pt x="801137" y="1236544"/>
                  <a:pt x="800301" y="1236334"/>
                </a:cubicBezTo>
                <a:lnTo>
                  <a:pt x="756998" y="1221900"/>
                </a:lnTo>
                <a:cubicBezTo>
                  <a:pt x="742563" y="1216670"/>
                  <a:pt x="726455" y="1219808"/>
                  <a:pt x="715159" y="1229640"/>
                </a:cubicBezTo>
                <a:cubicBezTo>
                  <a:pt x="697377" y="1244702"/>
                  <a:pt x="677504" y="1256208"/>
                  <a:pt x="655957" y="1263739"/>
                </a:cubicBezTo>
                <a:cubicBezTo>
                  <a:pt x="641523" y="1268969"/>
                  <a:pt x="631063" y="1281102"/>
                  <a:pt x="628134" y="1295955"/>
                </a:cubicBezTo>
                <a:lnTo>
                  <a:pt x="617675" y="1341977"/>
                </a:lnTo>
                <a:lnTo>
                  <a:pt x="563284" y="1340931"/>
                </a:lnTo>
                <a:lnTo>
                  <a:pt x="554289" y="1295955"/>
                </a:lnTo>
                <a:cubicBezTo>
                  <a:pt x="551360" y="1281102"/>
                  <a:pt x="540901" y="1268969"/>
                  <a:pt x="526257" y="1263530"/>
                </a:cubicBezTo>
                <a:cubicBezTo>
                  <a:pt x="504919" y="1255999"/>
                  <a:pt x="485046" y="1244702"/>
                  <a:pt x="467264" y="1229640"/>
                </a:cubicBezTo>
                <a:cubicBezTo>
                  <a:pt x="459315" y="1222946"/>
                  <a:pt x="449483" y="1219390"/>
                  <a:pt x="439442" y="1219390"/>
                </a:cubicBezTo>
                <a:cubicBezTo>
                  <a:pt x="434839" y="1219390"/>
                  <a:pt x="430028" y="1220227"/>
                  <a:pt x="425635" y="1221691"/>
                </a:cubicBezTo>
                <a:lnTo>
                  <a:pt x="382123" y="1236125"/>
                </a:lnTo>
                <a:cubicBezTo>
                  <a:pt x="382123" y="1236125"/>
                  <a:pt x="380449" y="1236125"/>
                  <a:pt x="380031" y="1235288"/>
                </a:cubicBezTo>
                <a:lnTo>
                  <a:pt x="354091" y="1188011"/>
                </a:lnTo>
                <a:lnTo>
                  <a:pt x="388608" y="1157887"/>
                </a:lnTo>
                <a:cubicBezTo>
                  <a:pt x="388608" y="1157887"/>
                  <a:pt x="389026" y="1157468"/>
                  <a:pt x="389235" y="1157259"/>
                </a:cubicBezTo>
                <a:cubicBezTo>
                  <a:pt x="400322" y="1147009"/>
                  <a:pt x="405343" y="1131947"/>
                  <a:pt x="402414" y="1117722"/>
                </a:cubicBezTo>
                <a:cubicBezTo>
                  <a:pt x="400322" y="1106425"/>
                  <a:pt x="399486" y="1095129"/>
                  <a:pt x="399486" y="1083414"/>
                </a:cubicBezTo>
                <a:cubicBezTo>
                  <a:pt x="399486" y="1071699"/>
                  <a:pt x="400532" y="1060403"/>
                  <a:pt x="402414" y="1049524"/>
                </a:cubicBezTo>
                <a:cubicBezTo>
                  <a:pt x="405552" y="1034672"/>
                  <a:pt x="400113" y="1019191"/>
                  <a:pt x="388608" y="1008941"/>
                </a:cubicBezTo>
                <a:lnTo>
                  <a:pt x="353881" y="978608"/>
                </a:lnTo>
                <a:cubicBezTo>
                  <a:pt x="353881" y="978608"/>
                  <a:pt x="353463" y="977353"/>
                  <a:pt x="353881" y="976934"/>
                </a:cubicBezTo>
                <a:lnTo>
                  <a:pt x="380240" y="931330"/>
                </a:lnTo>
                <a:cubicBezTo>
                  <a:pt x="380240" y="931330"/>
                  <a:pt x="381495" y="930493"/>
                  <a:pt x="382332" y="930702"/>
                </a:cubicBezTo>
                <a:lnTo>
                  <a:pt x="425635" y="945137"/>
                </a:lnTo>
                <a:cubicBezTo>
                  <a:pt x="440069" y="950367"/>
                  <a:pt x="456177" y="947229"/>
                  <a:pt x="467474" y="937397"/>
                </a:cubicBezTo>
                <a:cubicBezTo>
                  <a:pt x="485255" y="922335"/>
                  <a:pt x="505128" y="910829"/>
                  <a:pt x="526675" y="903298"/>
                </a:cubicBezTo>
                <a:cubicBezTo>
                  <a:pt x="541110" y="898068"/>
                  <a:pt x="551569" y="885935"/>
                  <a:pt x="554498" y="871082"/>
                </a:cubicBezTo>
                <a:lnTo>
                  <a:pt x="564958" y="825060"/>
                </a:lnTo>
                <a:lnTo>
                  <a:pt x="619348" y="826106"/>
                </a:lnTo>
                <a:lnTo>
                  <a:pt x="628343" y="871082"/>
                </a:lnTo>
                <a:cubicBezTo>
                  <a:pt x="631272" y="885935"/>
                  <a:pt x="641732" y="898068"/>
                  <a:pt x="656375" y="903507"/>
                </a:cubicBezTo>
                <a:cubicBezTo>
                  <a:pt x="677713" y="910829"/>
                  <a:pt x="697587" y="922335"/>
                  <a:pt x="715368" y="937397"/>
                </a:cubicBezTo>
                <a:cubicBezTo>
                  <a:pt x="727083" y="947229"/>
                  <a:pt x="742982" y="950157"/>
                  <a:pt x="756998" y="945346"/>
                </a:cubicBezTo>
                <a:lnTo>
                  <a:pt x="800510" y="930912"/>
                </a:lnTo>
                <a:cubicBezTo>
                  <a:pt x="800510" y="930912"/>
                  <a:pt x="802183" y="930912"/>
                  <a:pt x="802602" y="931748"/>
                </a:cubicBezTo>
                <a:lnTo>
                  <a:pt x="827287" y="974424"/>
                </a:lnTo>
                <a:cubicBezTo>
                  <a:pt x="827496" y="976307"/>
                  <a:pt x="827914" y="977980"/>
                  <a:pt x="828542" y="979235"/>
                </a:cubicBezTo>
                <a:lnTo>
                  <a:pt x="794443" y="1009150"/>
                </a:lnTo>
                <a:close/>
                <a:moveTo>
                  <a:pt x="591316" y="951622"/>
                </a:moveTo>
                <a:cubicBezTo>
                  <a:pt x="518517" y="951622"/>
                  <a:pt x="459315" y="1010824"/>
                  <a:pt x="459315" y="1083414"/>
                </a:cubicBezTo>
                <a:cubicBezTo>
                  <a:pt x="459315" y="1156004"/>
                  <a:pt x="518517" y="1215206"/>
                  <a:pt x="591316" y="1215206"/>
                </a:cubicBezTo>
                <a:cubicBezTo>
                  <a:pt x="664116" y="1215206"/>
                  <a:pt x="723317" y="1156004"/>
                  <a:pt x="723317" y="1083414"/>
                </a:cubicBezTo>
                <a:cubicBezTo>
                  <a:pt x="723317" y="1010824"/>
                  <a:pt x="664116" y="951622"/>
                  <a:pt x="591316" y="951622"/>
                </a:cubicBezTo>
                <a:close/>
                <a:moveTo>
                  <a:pt x="591316" y="1186128"/>
                </a:moveTo>
                <a:cubicBezTo>
                  <a:pt x="534625" y="1186128"/>
                  <a:pt x="488602" y="1140105"/>
                  <a:pt x="488602" y="1083623"/>
                </a:cubicBezTo>
                <a:cubicBezTo>
                  <a:pt x="488602" y="1027141"/>
                  <a:pt x="534625" y="981118"/>
                  <a:pt x="591316" y="981118"/>
                </a:cubicBezTo>
                <a:cubicBezTo>
                  <a:pt x="648008" y="981118"/>
                  <a:pt x="694030" y="1027141"/>
                  <a:pt x="694030" y="1083623"/>
                </a:cubicBezTo>
                <a:cubicBezTo>
                  <a:pt x="694030" y="1140105"/>
                  <a:pt x="648008" y="1186128"/>
                  <a:pt x="591316" y="1186128"/>
                </a:cubicBezTo>
                <a:close/>
                <a:moveTo>
                  <a:pt x="936067" y="608753"/>
                </a:moveTo>
                <a:cubicBezTo>
                  <a:pt x="936067" y="716279"/>
                  <a:pt x="1023719" y="803722"/>
                  <a:pt x="1131454" y="803722"/>
                </a:cubicBezTo>
                <a:cubicBezTo>
                  <a:pt x="1239189" y="803722"/>
                  <a:pt x="1326841" y="716279"/>
                  <a:pt x="1326841" y="608753"/>
                </a:cubicBezTo>
                <a:cubicBezTo>
                  <a:pt x="1326841" y="501228"/>
                  <a:pt x="1239189" y="413785"/>
                  <a:pt x="1131454" y="413785"/>
                </a:cubicBezTo>
                <a:cubicBezTo>
                  <a:pt x="1023719" y="413785"/>
                  <a:pt x="936067" y="501228"/>
                  <a:pt x="936067" y="608753"/>
                </a:cubicBezTo>
                <a:close/>
                <a:moveTo>
                  <a:pt x="1131454" y="443072"/>
                </a:moveTo>
                <a:cubicBezTo>
                  <a:pt x="1223081" y="443072"/>
                  <a:pt x="1297554" y="517336"/>
                  <a:pt x="1297554" y="608753"/>
                </a:cubicBezTo>
                <a:cubicBezTo>
                  <a:pt x="1297554" y="700171"/>
                  <a:pt x="1223081" y="774435"/>
                  <a:pt x="1131454" y="774435"/>
                </a:cubicBezTo>
                <a:cubicBezTo>
                  <a:pt x="1039827" y="774435"/>
                  <a:pt x="965354" y="700171"/>
                  <a:pt x="965354" y="608753"/>
                </a:cubicBezTo>
                <a:cubicBezTo>
                  <a:pt x="965354" y="517336"/>
                  <a:pt x="1039827" y="443072"/>
                  <a:pt x="1131454" y="443072"/>
                </a:cubicBezTo>
                <a:close/>
                <a:moveTo>
                  <a:pt x="1463863" y="448930"/>
                </a:moveTo>
                <a:cubicBezTo>
                  <a:pt x="1466582" y="453532"/>
                  <a:pt x="1471394" y="456251"/>
                  <a:pt x="1476624" y="456251"/>
                </a:cubicBezTo>
                <a:cubicBezTo>
                  <a:pt x="1479134" y="456251"/>
                  <a:pt x="1481644" y="455624"/>
                  <a:pt x="1483945" y="454369"/>
                </a:cubicBezTo>
                <a:cubicBezTo>
                  <a:pt x="1490849" y="450394"/>
                  <a:pt x="1493359" y="441399"/>
                  <a:pt x="1489175" y="434286"/>
                </a:cubicBezTo>
                <a:lnTo>
                  <a:pt x="1457378" y="379686"/>
                </a:lnTo>
                <a:cubicBezTo>
                  <a:pt x="1457378" y="379686"/>
                  <a:pt x="1456959" y="378850"/>
                  <a:pt x="1456541" y="378431"/>
                </a:cubicBezTo>
                <a:cubicBezTo>
                  <a:pt x="1454031" y="374247"/>
                  <a:pt x="1449428" y="371528"/>
                  <a:pt x="1444199" y="371528"/>
                </a:cubicBezTo>
                <a:cubicBezTo>
                  <a:pt x="1436040" y="371528"/>
                  <a:pt x="1429555" y="378013"/>
                  <a:pt x="1429555" y="386171"/>
                </a:cubicBezTo>
                <a:cubicBezTo>
                  <a:pt x="1429555" y="388891"/>
                  <a:pt x="1430392" y="391401"/>
                  <a:pt x="1431647" y="393702"/>
                </a:cubicBezTo>
                <a:lnTo>
                  <a:pt x="1463863" y="449139"/>
                </a:lnTo>
                <a:close/>
                <a:moveTo>
                  <a:pt x="1486247" y="728621"/>
                </a:moveTo>
                <a:lnTo>
                  <a:pt x="1461143" y="706656"/>
                </a:lnTo>
                <a:cubicBezTo>
                  <a:pt x="1455077" y="701426"/>
                  <a:pt x="1445872" y="701845"/>
                  <a:pt x="1440433" y="708120"/>
                </a:cubicBezTo>
                <a:cubicBezTo>
                  <a:pt x="1435203" y="714187"/>
                  <a:pt x="1435622" y="723392"/>
                  <a:pt x="1441897" y="728831"/>
                </a:cubicBezTo>
                <a:lnTo>
                  <a:pt x="1467001" y="750796"/>
                </a:lnTo>
                <a:cubicBezTo>
                  <a:pt x="1467001" y="750796"/>
                  <a:pt x="1467210" y="750796"/>
                  <a:pt x="1467419" y="751005"/>
                </a:cubicBezTo>
                <a:cubicBezTo>
                  <a:pt x="1468883" y="752469"/>
                  <a:pt x="1469720" y="754352"/>
                  <a:pt x="1469720" y="756653"/>
                </a:cubicBezTo>
                <a:cubicBezTo>
                  <a:pt x="1469720" y="758118"/>
                  <a:pt x="1469302" y="759582"/>
                  <a:pt x="1468674" y="760837"/>
                </a:cubicBezTo>
                <a:cubicBezTo>
                  <a:pt x="1464909" y="767950"/>
                  <a:pt x="1467419" y="776736"/>
                  <a:pt x="1474741" y="780711"/>
                </a:cubicBezTo>
                <a:cubicBezTo>
                  <a:pt x="1477042" y="781966"/>
                  <a:pt x="1479343" y="782384"/>
                  <a:pt x="1481644" y="782384"/>
                </a:cubicBezTo>
                <a:cubicBezTo>
                  <a:pt x="1486874" y="782384"/>
                  <a:pt x="1491895" y="779665"/>
                  <a:pt x="1494614" y="774644"/>
                </a:cubicBezTo>
                <a:cubicBezTo>
                  <a:pt x="1497543" y="768996"/>
                  <a:pt x="1499217" y="762720"/>
                  <a:pt x="1499217" y="756653"/>
                </a:cubicBezTo>
                <a:cubicBezTo>
                  <a:pt x="1499217" y="745775"/>
                  <a:pt x="1494614" y="735525"/>
                  <a:pt x="1486456" y="728621"/>
                </a:cubicBezTo>
                <a:close/>
                <a:moveTo>
                  <a:pt x="1456541" y="810625"/>
                </a:moveTo>
                <a:cubicBezTo>
                  <a:pt x="1449638" y="806651"/>
                  <a:pt x="1440642" y="808952"/>
                  <a:pt x="1436458" y="815855"/>
                </a:cubicBezTo>
                <a:lnTo>
                  <a:pt x="1431647" y="824223"/>
                </a:lnTo>
                <a:cubicBezTo>
                  <a:pt x="1429764" y="827570"/>
                  <a:pt x="1425580" y="829034"/>
                  <a:pt x="1421815" y="827779"/>
                </a:cubicBezTo>
                <a:lnTo>
                  <a:pt x="1399640" y="820457"/>
                </a:lnTo>
                <a:cubicBezTo>
                  <a:pt x="1391900" y="817947"/>
                  <a:pt x="1383742" y="822131"/>
                  <a:pt x="1381231" y="829662"/>
                </a:cubicBezTo>
                <a:cubicBezTo>
                  <a:pt x="1378721" y="837402"/>
                  <a:pt x="1382905" y="845561"/>
                  <a:pt x="1390436" y="848071"/>
                </a:cubicBezTo>
                <a:lnTo>
                  <a:pt x="1412610" y="855393"/>
                </a:lnTo>
                <a:cubicBezTo>
                  <a:pt x="1416376" y="856648"/>
                  <a:pt x="1420560" y="857276"/>
                  <a:pt x="1424534" y="857276"/>
                </a:cubicBezTo>
                <a:cubicBezTo>
                  <a:pt x="1437923" y="857276"/>
                  <a:pt x="1450265" y="850163"/>
                  <a:pt x="1456959" y="838448"/>
                </a:cubicBezTo>
                <a:lnTo>
                  <a:pt x="1461771" y="830290"/>
                </a:lnTo>
                <a:cubicBezTo>
                  <a:pt x="1465746" y="823386"/>
                  <a:pt x="1463444" y="814391"/>
                  <a:pt x="1456541" y="810207"/>
                </a:cubicBezTo>
                <a:close/>
                <a:moveTo>
                  <a:pt x="842558" y="692431"/>
                </a:moveTo>
                <a:cubicBezTo>
                  <a:pt x="844022" y="692849"/>
                  <a:pt x="845277" y="693058"/>
                  <a:pt x="846742" y="693058"/>
                </a:cubicBezTo>
                <a:cubicBezTo>
                  <a:pt x="853017" y="693058"/>
                  <a:pt x="858875" y="688875"/>
                  <a:pt x="860758" y="682599"/>
                </a:cubicBezTo>
                <a:cubicBezTo>
                  <a:pt x="862222" y="677787"/>
                  <a:pt x="862850" y="672767"/>
                  <a:pt x="862850" y="667746"/>
                </a:cubicBezTo>
                <a:cubicBezTo>
                  <a:pt x="862850" y="664190"/>
                  <a:pt x="862431" y="660633"/>
                  <a:pt x="861804" y="657705"/>
                </a:cubicBezTo>
                <a:cubicBezTo>
                  <a:pt x="859293" y="643480"/>
                  <a:pt x="857829" y="629254"/>
                  <a:pt x="857620" y="614402"/>
                </a:cubicBezTo>
                <a:cubicBezTo>
                  <a:pt x="857620" y="606452"/>
                  <a:pt x="850925" y="599967"/>
                  <a:pt x="842976" y="599967"/>
                </a:cubicBezTo>
                <a:lnTo>
                  <a:pt x="842767" y="599967"/>
                </a:lnTo>
                <a:cubicBezTo>
                  <a:pt x="834608" y="599967"/>
                  <a:pt x="828333" y="606871"/>
                  <a:pt x="828333" y="614820"/>
                </a:cubicBezTo>
                <a:cubicBezTo>
                  <a:pt x="828542" y="631137"/>
                  <a:pt x="830215" y="646827"/>
                  <a:pt x="833144" y="663144"/>
                </a:cubicBezTo>
                <a:cubicBezTo>
                  <a:pt x="833353" y="664608"/>
                  <a:pt x="833562" y="666073"/>
                  <a:pt x="833562" y="667746"/>
                </a:cubicBezTo>
                <a:cubicBezTo>
                  <a:pt x="833562" y="669838"/>
                  <a:pt x="833353" y="672139"/>
                  <a:pt x="832726" y="674231"/>
                </a:cubicBezTo>
                <a:cubicBezTo>
                  <a:pt x="830425" y="681971"/>
                  <a:pt x="835027" y="690130"/>
                  <a:pt x="842767" y="692431"/>
                </a:cubicBezTo>
                <a:close/>
                <a:moveTo>
                  <a:pt x="981881" y="376967"/>
                </a:moveTo>
                <a:cubicBezTo>
                  <a:pt x="984391" y="376967"/>
                  <a:pt x="987111" y="376339"/>
                  <a:pt x="989412" y="374875"/>
                </a:cubicBezTo>
                <a:cubicBezTo>
                  <a:pt x="1005101" y="365252"/>
                  <a:pt x="1021627" y="357512"/>
                  <a:pt x="1039200" y="351445"/>
                </a:cubicBezTo>
                <a:cubicBezTo>
                  <a:pt x="1041919" y="350399"/>
                  <a:pt x="1044430" y="349353"/>
                  <a:pt x="1046731" y="348098"/>
                </a:cubicBezTo>
                <a:cubicBezTo>
                  <a:pt x="1053843" y="344333"/>
                  <a:pt x="1056563" y="335337"/>
                  <a:pt x="1052588" y="328225"/>
                </a:cubicBezTo>
                <a:cubicBezTo>
                  <a:pt x="1048613" y="321112"/>
                  <a:pt x="1039827" y="318393"/>
                  <a:pt x="1032715" y="322367"/>
                </a:cubicBezTo>
                <a:cubicBezTo>
                  <a:pt x="1031460" y="322995"/>
                  <a:pt x="1030204" y="323623"/>
                  <a:pt x="1028949" y="324041"/>
                </a:cubicBezTo>
                <a:cubicBezTo>
                  <a:pt x="1009913" y="330735"/>
                  <a:pt x="991504" y="339521"/>
                  <a:pt x="974141" y="349981"/>
                </a:cubicBezTo>
                <a:cubicBezTo>
                  <a:pt x="967237" y="354165"/>
                  <a:pt x="964936" y="363160"/>
                  <a:pt x="969120" y="370064"/>
                </a:cubicBezTo>
                <a:cubicBezTo>
                  <a:pt x="971839" y="374666"/>
                  <a:pt x="976651" y="377176"/>
                  <a:pt x="981671" y="377176"/>
                </a:cubicBezTo>
                <a:close/>
                <a:moveTo>
                  <a:pt x="822057" y="489722"/>
                </a:moveTo>
                <a:cubicBezTo>
                  <a:pt x="815990" y="484492"/>
                  <a:pt x="806786" y="484911"/>
                  <a:pt x="801347" y="491187"/>
                </a:cubicBezTo>
                <a:cubicBezTo>
                  <a:pt x="796117" y="497253"/>
                  <a:pt x="796535" y="506458"/>
                  <a:pt x="802811" y="511897"/>
                </a:cubicBezTo>
                <a:lnTo>
                  <a:pt x="825195" y="531352"/>
                </a:lnTo>
                <a:cubicBezTo>
                  <a:pt x="825195" y="531352"/>
                  <a:pt x="825195" y="531352"/>
                  <a:pt x="825404" y="531561"/>
                </a:cubicBezTo>
                <a:cubicBezTo>
                  <a:pt x="830634" y="536373"/>
                  <a:pt x="833562" y="543067"/>
                  <a:pt x="833772" y="548924"/>
                </a:cubicBezTo>
                <a:cubicBezTo>
                  <a:pt x="833772" y="549342"/>
                  <a:pt x="833772" y="550598"/>
                  <a:pt x="833772" y="550807"/>
                </a:cubicBezTo>
                <a:cubicBezTo>
                  <a:pt x="833772" y="558965"/>
                  <a:pt x="840257" y="565032"/>
                  <a:pt x="848415" y="565032"/>
                </a:cubicBezTo>
                <a:cubicBezTo>
                  <a:pt x="856574" y="565032"/>
                  <a:pt x="863059" y="558129"/>
                  <a:pt x="863059" y="549970"/>
                </a:cubicBezTo>
                <a:cubicBezTo>
                  <a:pt x="863059" y="534490"/>
                  <a:pt x="856365" y="519637"/>
                  <a:pt x="844441" y="509177"/>
                </a:cubicBezTo>
                <a:lnTo>
                  <a:pt x="822057" y="489722"/>
                </a:lnTo>
                <a:close/>
                <a:moveTo>
                  <a:pt x="1412610" y="554363"/>
                </a:moveTo>
                <a:cubicBezTo>
                  <a:pt x="1413866" y="554572"/>
                  <a:pt x="1415121" y="554782"/>
                  <a:pt x="1416376" y="554782"/>
                </a:cubicBezTo>
                <a:cubicBezTo>
                  <a:pt x="1422861" y="554782"/>
                  <a:pt x="1428928" y="550388"/>
                  <a:pt x="1430601" y="543903"/>
                </a:cubicBezTo>
                <a:cubicBezTo>
                  <a:pt x="1431856" y="539092"/>
                  <a:pt x="1434576" y="534490"/>
                  <a:pt x="1438341" y="531352"/>
                </a:cubicBezTo>
                <a:lnTo>
                  <a:pt x="1468674" y="504784"/>
                </a:lnTo>
                <a:cubicBezTo>
                  <a:pt x="1474741" y="499554"/>
                  <a:pt x="1475368" y="490141"/>
                  <a:pt x="1470139" y="484074"/>
                </a:cubicBezTo>
                <a:cubicBezTo>
                  <a:pt x="1464909" y="478007"/>
                  <a:pt x="1455495" y="477380"/>
                  <a:pt x="1449428" y="482610"/>
                </a:cubicBezTo>
                <a:lnTo>
                  <a:pt x="1419095" y="509177"/>
                </a:lnTo>
                <a:cubicBezTo>
                  <a:pt x="1410937" y="516290"/>
                  <a:pt x="1405079" y="525913"/>
                  <a:pt x="1402360" y="536582"/>
                </a:cubicBezTo>
                <a:cubicBezTo>
                  <a:pt x="1400268" y="544322"/>
                  <a:pt x="1405079" y="552480"/>
                  <a:pt x="1412820" y="554363"/>
                </a:cubicBezTo>
                <a:close/>
                <a:moveTo>
                  <a:pt x="1415121" y="682180"/>
                </a:moveTo>
                <a:cubicBezTo>
                  <a:pt x="1423279" y="682180"/>
                  <a:pt x="1429764" y="675277"/>
                  <a:pt x="1429764" y="667328"/>
                </a:cubicBezTo>
                <a:cubicBezTo>
                  <a:pt x="1429764" y="665863"/>
                  <a:pt x="1429764" y="664399"/>
                  <a:pt x="1430183" y="662935"/>
                </a:cubicBezTo>
                <a:cubicBezTo>
                  <a:pt x="1433321" y="644944"/>
                  <a:pt x="1434994" y="627372"/>
                  <a:pt x="1434994" y="608753"/>
                </a:cubicBezTo>
                <a:lnTo>
                  <a:pt x="1434994" y="603942"/>
                </a:lnTo>
                <a:cubicBezTo>
                  <a:pt x="1434994" y="595993"/>
                  <a:pt x="1428300" y="589508"/>
                  <a:pt x="1420351" y="589508"/>
                </a:cubicBezTo>
                <a:lnTo>
                  <a:pt x="1420351" y="589508"/>
                </a:lnTo>
                <a:cubicBezTo>
                  <a:pt x="1412192" y="589508"/>
                  <a:pt x="1405707" y="596202"/>
                  <a:pt x="1405916" y="604360"/>
                </a:cubicBezTo>
                <a:lnTo>
                  <a:pt x="1405916" y="608963"/>
                </a:lnTo>
                <a:cubicBezTo>
                  <a:pt x="1405916" y="625698"/>
                  <a:pt x="1404661" y="641597"/>
                  <a:pt x="1401732" y="657705"/>
                </a:cubicBezTo>
                <a:cubicBezTo>
                  <a:pt x="1401105" y="660843"/>
                  <a:pt x="1400896" y="664190"/>
                  <a:pt x="1400896" y="667955"/>
                </a:cubicBezTo>
                <a:cubicBezTo>
                  <a:pt x="1400896" y="676114"/>
                  <a:pt x="1407381" y="682390"/>
                  <a:pt x="1415539" y="682390"/>
                </a:cubicBezTo>
                <a:close/>
                <a:moveTo>
                  <a:pt x="1204672" y="339312"/>
                </a:moveTo>
                <a:cubicBezTo>
                  <a:pt x="1210320" y="344751"/>
                  <a:pt x="1216805" y="348726"/>
                  <a:pt x="1224336" y="351445"/>
                </a:cubicBezTo>
                <a:cubicBezTo>
                  <a:pt x="1238352" y="356257"/>
                  <a:pt x="1251950" y="362533"/>
                  <a:pt x="1264920" y="369645"/>
                </a:cubicBezTo>
                <a:cubicBezTo>
                  <a:pt x="1267221" y="370900"/>
                  <a:pt x="1269522" y="371528"/>
                  <a:pt x="1272032" y="371528"/>
                </a:cubicBezTo>
                <a:cubicBezTo>
                  <a:pt x="1277262" y="371528"/>
                  <a:pt x="1282074" y="368808"/>
                  <a:pt x="1284793" y="363997"/>
                </a:cubicBezTo>
                <a:cubicBezTo>
                  <a:pt x="1288768" y="356884"/>
                  <a:pt x="1286258" y="348098"/>
                  <a:pt x="1279145" y="344124"/>
                </a:cubicBezTo>
                <a:cubicBezTo>
                  <a:pt x="1264710" y="335965"/>
                  <a:pt x="1249439" y="329271"/>
                  <a:pt x="1233959" y="323832"/>
                </a:cubicBezTo>
                <a:cubicBezTo>
                  <a:pt x="1230612" y="322577"/>
                  <a:pt x="1227265" y="320694"/>
                  <a:pt x="1224755" y="318184"/>
                </a:cubicBezTo>
                <a:cubicBezTo>
                  <a:pt x="1218897" y="312535"/>
                  <a:pt x="1209693" y="312744"/>
                  <a:pt x="1204044" y="318602"/>
                </a:cubicBezTo>
                <a:cubicBezTo>
                  <a:pt x="1198396" y="324459"/>
                  <a:pt x="1198605" y="333664"/>
                  <a:pt x="1204463" y="339312"/>
                </a:cubicBezTo>
                <a:close/>
                <a:moveTo>
                  <a:pt x="1159486" y="241619"/>
                </a:moveTo>
                <a:lnTo>
                  <a:pt x="1168481" y="241619"/>
                </a:lnTo>
                <a:cubicBezTo>
                  <a:pt x="1172247" y="241619"/>
                  <a:pt x="1175594" y="244338"/>
                  <a:pt x="1176431" y="247685"/>
                </a:cubicBezTo>
                <a:cubicBezTo>
                  <a:pt x="1176431" y="247685"/>
                  <a:pt x="1176431" y="248104"/>
                  <a:pt x="1176431" y="248313"/>
                </a:cubicBezTo>
                <a:lnTo>
                  <a:pt x="1181033" y="271324"/>
                </a:lnTo>
                <a:cubicBezTo>
                  <a:pt x="1182497" y="278228"/>
                  <a:pt x="1188564" y="283039"/>
                  <a:pt x="1195467" y="283039"/>
                </a:cubicBezTo>
                <a:cubicBezTo>
                  <a:pt x="1196513" y="283039"/>
                  <a:pt x="1197350" y="283039"/>
                  <a:pt x="1198396" y="282830"/>
                </a:cubicBezTo>
                <a:cubicBezTo>
                  <a:pt x="1206346" y="281156"/>
                  <a:pt x="1211366" y="273625"/>
                  <a:pt x="1209902" y="265676"/>
                </a:cubicBezTo>
                <a:lnTo>
                  <a:pt x="1205300" y="242037"/>
                </a:lnTo>
                <a:cubicBezTo>
                  <a:pt x="1205300" y="242037"/>
                  <a:pt x="1205300" y="241619"/>
                  <a:pt x="1205300" y="241409"/>
                </a:cubicBezTo>
                <a:cubicBezTo>
                  <a:pt x="1201743" y="224465"/>
                  <a:pt x="1186472" y="212122"/>
                  <a:pt x="1168900" y="212122"/>
                </a:cubicBezTo>
                <a:lnTo>
                  <a:pt x="1159904" y="212122"/>
                </a:lnTo>
                <a:cubicBezTo>
                  <a:pt x="1151746" y="212122"/>
                  <a:pt x="1145261" y="218607"/>
                  <a:pt x="1145261" y="226766"/>
                </a:cubicBezTo>
                <a:cubicBezTo>
                  <a:pt x="1145261" y="234924"/>
                  <a:pt x="1151746" y="241409"/>
                  <a:pt x="1159904" y="241409"/>
                </a:cubicBezTo>
                <a:close/>
                <a:moveTo>
                  <a:pt x="999244" y="848280"/>
                </a:moveTo>
                <a:cubicBezTo>
                  <a:pt x="983554" y="839703"/>
                  <a:pt x="968492" y="829244"/>
                  <a:pt x="954895" y="817738"/>
                </a:cubicBezTo>
                <a:cubicBezTo>
                  <a:pt x="952384" y="815646"/>
                  <a:pt x="949874" y="813763"/>
                  <a:pt x="947155" y="812090"/>
                </a:cubicBezTo>
                <a:cubicBezTo>
                  <a:pt x="940251" y="807906"/>
                  <a:pt x="931256" y="810207"/>
                  <a:pt x="927072" y="817110"/>
                </a:cubicBezTo>
                <a:cubicBezTo>
                  <a:pt x="922888" y="824014"/>
                  <a:pt x="925189" y="833009"/>
                  <a:pt x="932093" y="837193"/>
                </a:cubicBezTo>
                <a:cubicBezTo>
                  <a:pt x="933348" y="838030"/>
                  <a:pt x="934603" y="838866"/>
                  <a:pt x="935858" y="839912"/>
                </a:cubicBezTo>
                <a:cubicBezTo>
                  <a:pt x="951129" y="852882"/>
                  <a:pt x="967865" y="864388"/>
                  <a:pt x="985228" y="874011"/>
                </a:cubicBezTo>
                <a:cubicBezTo>
                  <a:pt x="987529" y="875266"/>
                  <a:pt x="989830" y="875894"/>
                  <a:pt x="992340" y="875894"/>
                </a:cubicBezTo>
                <a:cubicBezTo>
                  <a:pt x="997570" y="875894"/>
                  <a:pt x="1002591" y="873174"/>
                  <a:pt x="1005101" y="868363"/>
                </a:cubicBezTo>
                <a:cubicBezTo>
                  <a:pt x="1009076" y="861250"/>
                  <a:pt x="1006356" y="852464"/>
                  <a:pt x="999244" y="848489"/>
                </a:cubicBezTo>
                <a:close/>
                <a:moveTo>
                  <a:pt x="873518" y="817110"/>
                </a:moveTo>
                <a:lnTo>
                  <a:pt x="841303" y="827779"/>
                </a:lnTo>
                <a:cubicBezTo>
                  <a:pt x="837955" y="828825"/>
                  <a:pt x="833772" y="827779"/>
                  <a:pt x="831680" y="824432"/>
                </a:cubicBezTo>
                <a:cubicBezTo>
                  <a:pt x="827287" y="817529"/>
                  <a:pt x="818291" y="815646"/>
                  <a:pt x="811388" y="820039"/>
                </a:cubicBezTo>
                <a:cubicBezTo>
                  <a:pt x="804485" y="824432"/>
                  <a:pt x="802602" y="833427"/>
                  <a:pt x="806995" y="840331"/>
                </a:cubicBezTo>
                <a:cubicBezTo>
                  <a:pt x="813898" y="851000"/>
                  <a:pt x="825613" y="857485"/>
                  <a:pt x="838583" y="857485"/>
                </a:cubicBezTo>
                <a:cubicBezTo>
                  <a:pt x="842767" y="857485"/>
                  <a:pt x="846742" y="856857"/>
                  <a:pt x="850507" y="855602"/>
                </a:cubicBezTo>
                <a:lnTo>
                  <a:pt x="882723" y="844933"/>
                </a:lnTo>
                <a:cubicBezTo>
                  <a:pt x="890463" y="842423"/>
                  <a:pt x="894647" y="834055"/>
                  <a:pt x="891927" y="826524"/>
                </a:cubicBezTo>
                <a:cubicBezTo>
                  <a:pt x="889417" y="818784"/>
                  <a:pt x="881049" y="814600"/>
                  <a:pt x="873518" y="817320"/>
                </a:cubicBezTo>
                <a:close/>
                <a:moveTo>
                  <a:pt x="1059910" y="879241"/>
                </a:moveTo>
                <a:cubicBezTo>
                  <a:pt x="1054262" y="873593"/>
                  <a:pt x="1044848" y="873383"/>
                  <a:pt x="1039200" y="879241"/>
                </a:cubicBezTo>
                <a:cubicBezTo>
                  <a:pt x="1033552" y="884889"/>
                  <a:pt x="1033342" y="894303"/>
                  <a:pt x="1039200" y="899951"/>
                </a:cubicBezTo>
                <a:cubicBezTo>
                  <a:pt x="1042756" y="903507"/>
                  <a:pt x="1045057" y="907900"/>
                  <a:pt x="1045894" y="912712"/>
                </a:cubicBezTo>
                <a:lnTo>
                  <a:pt x="1053843" y="952877"/>
                </a:lnTo>
                <a:cubicBezTo>
                  <a:pt x="1055308" y="959780"/>
                  <a:pt x="1061374" y="964592"/>
                  <a:pt x="1068278" y="964592"/>
                </a:cubicBezTo>
                <a:cubicBezTo>
                  <a:pt x="1069324" y="964592"/>
                  <a:pt x="1070160" y="964592"/>
                  <a:pt x="1071206" y="964383"/>
                </a:cubicBezTo>
                <a:cubicBezTo>
                  <a:pt x="1079156" y="962709"/>
                  <a:pt x="1084176" y="955178"/>
                  <a:pt x="1082712" y="947229"/>
                </a:cubicBezTo>
                <a:lnTo>
                  <a:pt x="1074763" y="907064"/>
                </a:lnTo>
                <a:cubicBezTo>
                  <a:pt x="1072671" y="896604"/>
                  <a:pt x="1067650" y="886981"/>
                  <a:pt x="1060119" y="879450"/>
                </a:cubicBezTo>
                <a:close/>
                <a:moveTo>
                  <a:pt x="942971" y="393702"/>
                </a:moveTo>
                <a:cubicBezTo>
                  <a:pt x="941088" y="385753"/>
                  <a:pt x="933139" y="380942"/>
                  <a:pt x="925398" y="382824"/>
                </a:cubicBezTo>
                <a:cubicBezTo>
                  <a:pt x="920796" y="383870"/>
                  <a:pt x="916403" y="383661"/>
                  <a:pt x="911592" y="381988"/>
                </a:cubicBezTo>
                <a:lnTo>
                  <a:pt x="871636" y="368808"/>
                </a:lnTo>
                <a:cubicBezTo>
                  <a:pt x="863896" y="366298"/>
                  <a:pt x="855737" y="370482"/>
                  <a:pt x="853227" y="378013"/>
                </a:cubicBezTo>
                <a:cubicBezTo>
                  <a:pt x="850716" y="385753"/>
                  <a:pt x="854900" y="393912"/>
                  <a:pt x="862431" y="396422"/>
                </a:cubicBezTo>
                <a:lnTo>
                  <a:pt x="901969" y="409601"/>
                </a:lnTo>
                <a:cubicBezTo>
                  <a:pt x="907617" y="411693"/>
                  <a:pt x="913684" y="412739"/>
                  <a:pt x="919750" y="412739"/>
                </a:cubicBezTo>
                <a:cubicBezTo>
                  <a:pt x="923934" y="412739"/>
                  <a:pt x="928118" y="412321"/>
                  <a:pt x="932093" y="411275"/>
                </a:cubicBezTo>
                <a:cubicBezTo>
                  <a:pt x="940042" y="409392"/>
                  <a:pt x="944853" y="401443"/>
                  <a:pt x="942971" y="393702"/>
                </a:cubicBezTo>
                <a:close/>
                <a:moveTo>
                  <a:pt x="1168691" y="975888"/>
                </a:moveTo>
                <a:lnTo>
                  <a:pt x="1104887" y="975888"/>
                </a:lnTo>
                <a:cubicBezTo>
                  <a:pt x="1096728" y="975888"/>
                  <a:pt x="1090243" y="982373"/>
                  <a:pt x="1090243" y="990532"/>
                </a:cubicBezTo>
                <a:cubicBezTo>
                  <a:pt x="1090243" y="998690"/>
                  <a:pt x="1096728" y="1005175"/>
                  <a:pt x="1104887" y="1005175"/>
                </a:cubicBezTo>
                <a:lnTo>
                  <a:pt x="1169109" y="1005175"/>
                </a:lnTo>
                <a:cubicBezTo>
                  <a:pt x="1169109" y="1005175"/>
                  <a:pt x="1169109" y="990532"/>
                  <a:pt x="1169109" y="990532"/>
                </a:cubicBezTo>
                <a:lnTo>
                  <a:pt x="1169109" y="1005175"/>
                </a:lnTo>
                <a:cubicBezTo>
                  <a:pt x="1177268" y="1005175"/>
                  <a:pt x="1183543" y="998690"/>
                  <a:pt x="1183543" y="990532"/>
                </a:cubicBezTo>
                <a:cubicBezTo>
                  <a:pt x="1183543" y="982373"/>
                  <a:pt x="1176640" y="975888"/>
                  <a:pt x="1168691" y="975888"/>
                </a:cubicBezTo>
                <a:close/>
                <a:moveTo>
                  <a:pt x="1215132" y="870455"/>
                </a:moveTo>
                <a:cubicBezTo>
                  <a:pt x="1201534" y="878404"/>
                  <a:pt x="1192120" y="891792"/>
                  <a:pt x="1188982" y="906854"/>
                </a:cubicBezTo>
                <a:lnTo>
                  <a:pt x="1183125" y="936560"/>
                </a:lnTo>
                <a:cubicBezTo>
                  <a:pt x="1181451" y="944509"/>
                  <a:pt x="1186681" y="952249"/>
                  <a:pt x="1194631" y="953714"/>
                </a:cubicBezTo>
                <a:cubicBezTo>
                  <a:pt x="1195677" y="953714"/>
                  <a:pt x="1196513" y="953923"/>
                  <a:pt x="1197559" y="953923"/>
                </a:cubicBezTo>
                <a:cubicBezTo>
                  <a:pt x="1204463" y="953923"/>
                  <a:pt x="1210529" y="949112"/>
                  <a:pt x="1211994" y="942208"/>
                </a:cubicBezTo>
                <a:lnTo>
                  <a:pt x="1217851" y="912293"/>
                </a:lnTo>
                <a:cubicBezTo>
                  <a:pt x="1219315" y="905390"/>
                  <a:pt x="1223709" y="899114"/>
                  <a:pt x="1229984" y="895558"/>
                </a:cubicBezTo>
                <a:cubicBezTo>
                  <a:pt x="1236888" y="891374"/>
                  <a:pt x="1239398" y="882588"/>
                  <a:pt x="1235214" y="875475"/>
                </a:cubicBezTo>
                <a:cubicBezTo>
                  <a:pt x="1231240" y="868572"/>
                  <a:pt x="1222244" y="866271"/>
                  <a:pt x="1215132" y="870246"/>
                </a:cubicBezTo>
                <a:close/>
                <a:moveTo>
                  <a:pt x="1400268" y="381569"/>
                </a:moveTo>
                <a:cubicBezTo>
                  <a:pt x="1397758" y="373829"/>
                  <a:pt x="1389390" y="369645"/>
                  <a:pt x="1381859" y="372365"/>
                </a:cubicBezTo>
                <a:lnTo>
                  <a:pt x="1351944" y="382406"/>
                </a:lnTo>
                <a:cubicBezTo>
                  <a:pt x="1349225" y="383452"/>
                  <a:pt x="1346505" y="383870"/>
                  <a:pt x="1343786" y="383870"/>
                </a:cubicBezTo>
                <a:lnTo>
                  <a:pt x="1343786" y="383870"/>
                </a:lnTo>
                <a:cubicBezTo>
                  <a:pt x="1339811" y="383870"/>
                  <a:pt x="1335836" y="382824"/>
                  <a:pt x="1332280" y="380942"/>
                </a:cubicBezTo>
                <a:cubicBezTo>
                  <a:pt x="1325167" y="376967"/>
                  <a:pt x="1316381" y="379477"/>
                  <a:pt x="1312407" y="386590"/>
                </a:cubicBezTo>
                <a:cubicBezTo>
                  <a:pt x="1308432" y="393702"/>
                  <a:pt x="1310942" y="402489"/>
                  <a:pt x="1318055" y="406463"/>
                </a:cubicBezTo>
                <a:cubicBezTo>
                  <a:pt x="1326004" y="410856"/>
                  <a:pt x="1334790" y="413157"/>
                  <a:pt x="1343786" y="413157"/>
                </a:cubicBezTo>
                <a:cubicBezTo>
                  <a:pt x="1350689" y="412739"/>
                  <a:pt x="1356128" y="412111"/>
                  <a:pt x="1361567" y="410020"/>
                </a:cubicBezTo>
                <a:lnTo>
                  <a:pt x="1391273" y="400187"/>
                </a:lnTo>
                <a:cubicBezTo>
                  <a:pt x="1399013" y="397677"/>
                  <a:pt x="1403197" y="389309"/>
                  <a:pt x="1400477" y="381778"/>
                </a:cubicBezTo>
                <a:close/>
                <a:moveTo>
                  <a:pt x="768085" y="444536"/>
                </a:moveTo>
                <a:cubicBezTo>
                  <a:pt x="764738" y="451649"/>
                  <a:pt x="767876" y="459598"/>
                  <a:pt x="774779" y="463155"/>
                </a:cubicBezTo>
                <a:cubicBezTo>
                  <a:pt x="776871" y="464201"/>
                  <a:pt x="778963" y="464828"/>
                  <a:pt x="781264" y="464828"/>
                </a:cubicBezTo>
                <a:cubicBezTo>
                  <a:pt x="786494" y="464828"/>
                  <a:pt x="791933" y="461900"/>
                  <a:pt x="794652" y="457088"/>
                </a:cubicBezTo>
                <a:lnTo>
                  <a:pt x="826241" y="402698"/>
                </a:lnTo>
                <a:cubicBezTo>
                  <a:pt x="830215" y="395794"/>
                  <a:pt x="827914" y="386799"/>
                  <a:pt x="821011" y="382615"/>
                </a:cubicBezTo>
                <a:cubicBezTo>
                  <a:pt x="813898" y="378431"/>
                  <a:pt x="805112" y="380942"/>
                  <a:pt x="800928" y="387845"/>
                </a:cubicBezTo>
                <a:lnTo>
                  <a:pt x="769131" y="442445"/>
                </a:lnTo>
                <a:cubicBezTo>
                  <a:pt x="769131" y="442445"/>
                  <a:pt x="768294" y="444118"/>
                  <a:pt x="768085" y="444327"/>
                </a:cubicBezTo>
                <a:close/>
                <a:moveTo>
                  <a:pt x="1330188" y="806441"/>
                </a:moveTo>
                <a:cubicBezTo>
                  <a:pt x="1322448" y="808533"/>
                  <a:pt x="1315126" y="812299"/>
                  <a:pt x="1309060" y="817529"/>
                </a:cubicBezTo>
                <a:cubicBezTo>
                  <a:pt x="1297763" y="827152"/>
                  <a:pt x="1285630" y="835729"/>
                  <a:pt x="1273078" y="843260"/>
                </a:cubicBezTo>
                <a:cubicBezTo>
                  <a:pt x="1266175" y="847443"/>
                  <a:pt x="1263874" y="856439"/>
                  <a:pt x="1268058" y="863342"/>
                </a:cubicBezTo>
                <a:cubicBezTo>
                  <a:pt x="1270777" y="867944"/>
                  <a:pt x="1275589" y="870455"/>
                  <a:pt x="1280609" y="870455"/>
                </a:cubicBezTo>
                <a:cubicBezTo>
                  <a:pt x="1283120" y="870455"/>
                  <a:pt x="1285839" y="869827"/>
                  <a:pt x="1288140" y="868363"/>
                </a:cubicBezTo>
                <a:cubicBezTo>
                  <a:pt x="1302156" y="859995"/>
                  <a:pt x="1315335" y="850372"/>
                  <a:pt x="1327887" y="839703"/>
                </a:cubicBezTo>
                <a:cubicBezTo>
                  <a:pt x="1330606" y="837402"/>
                  <a:pt x="1333954" y="835519"/>
                  <a:pt x="1337510" y="834683"/>
                </a:cubicBezTo>
                <a:cubicBezTo>
                  <a:pt x="1345250" y="832591"/>
                  <a:pt x="1350062" y="824641"/>
                  <a:pt x="1347970" y="816692"/>
                </a:cubicBezTo>
                <a:cubicBezTo>
                  <a:pt x="1345878" y="808952"/>
                  <a:pt x="1337719" y="804349"/>
                  <a:pt x="1329979" y="806232"/>
                </a:cubicBezTo>
                <a:close/>
                <a:moveTo>
                  <a:pt x="813480" y="735734"/>
                </a:moveTo>
                <a:cubicBezTo>
                  <a:pt x="819546" y="730504"/>
                  <a:pt x="820174" y="721090"/>
                  <a:pt x="814944" y="715024"/>
                </a:cubicBezTo>
                <a:cubicBezTo>
                  <a:pt x="809714" y="708957"/>
                  <a:pt x="800301" y="708330"/>
                  <a:pt x="794234" y="713560"/>
                </a:cubicBezTo>
                <a:lnTo>
                  <a:pt x="777289" y="728412"/>
                </a:lnTo>
                <a:cubicBezTo>
                  <a:pt x="769131" y="735316"/>
                  <a:pt x="764529" y="745566"/>
                  <a:pt x="764529" y="756444"/>
                </a:cubicBezTo>
                <a:cubicBezTo>
                  <a:pt x="764529" y="762929"/>
                  <a:pt x="766202" y="769205"/>
                  <a:pt x="769549" y="775272"/>
                </a:cubicBezTo>
                <a:lnTo>
                  <a:pt x="774779" y="784267"/>
                </a:lnTo>
                <a:cubicBezTo>
                  <a:pt x="777499" y="788869"/>
                  <a:pt x="782310" y="791589"/>
                  <a:pt x="787540" y="791589"/>
                </a:cubicBezTo>
                <a:cubicBezTo>
                  <a:pt x="790050" y="791589"/>
                  <a:pt x="792561" y="790961"/>
                  <a:pt x="794862" y="789706"/>
                </a:cubicBezTo>
                <a:cubicBezTo>
                  <a:pt x="801765" y="785731"/>
                  <a:pt x="804275" y="776736"/>
                  <a:pt x="800091" y="769623"/>
                </a:cubicBezTo>
                <a:lnTo>
                  <a:pt x="795071" y="760837"/>
                </a:lnTo>
                <a:cubicBezTo>
                  <a:pt x="794234" y="759373"/>
                  <a:pt x="793816" y="757909"/>
                  <a:pt x="793816" y="756444"/>
                </a:cubicBezTo>
                <a:cubicBezTo>
                  <a:pt x="793816" y="754143"/>
                  <a:pt x="794652" y="752051"/>
                  <a:pt x="796535" y="750587"/>
                </a:cubicBezTo>
                <a:lnTo>
                  <a:pt x="813480" y="735734"/>
                </a:lnTo>
                <a:close/>
                <a:moveTo>
                  <a:pt x="1063885" y="290152"/>
                </a:moveTo>
                <a:cubicBezTo>
                  <a:pt x="1063885" y="290152"/>
                  <a:pt x="1065767" y="290361"/>
                  <a:pt x="1066813" y="290361"/>
                </a:cubicBezTo>
                <a:cubicBezTo>
                  <a:pt x="1073717" y="290361"/>
                  <a:pt x="1079783" y="285549"/>
                  <a:pt x="1081248" y="278646"/>
                </a:cubicBezTo>
                <a:lnTo>
                  <a:pt x="1087314" y="247894"/>
                </a:lnTo>
                <a:cubicBezTo>
                  <a:pt x="1087314" y="247894"/>
                  <a:pt x="1087314" y="247894"/>
                  <a:pt x="1087314" y="247894"/>
                </a:cubicBezTo>
                <a:cubicBezTo>
                  <a:pt x="1087942" y="244338"/>
                  <a:pt x="1091498" y="241619"/>
                  <a:pt x="1095682" y="241619"/>
                </a:cubicBezTo>
                <a:cubicBezTo>
                  <a:pt x="1103841" y="241619"/>
                  <a:pt x="1110116" y="235134"/>
                  <a:pt x="1110116" y="226975"/>
                </a:cubicBezTo>
                <a:cubicBezTo>
                  <a:pt x="1110116" y="218817"/>
                  <a:pt x="1103213" y="212332"/>
                  <a:pt x="1095264" y="212332"/>
                </a:cubicBezTo>
                <a:cubicBezTo>
                  <a:pt x="1077482" y="212332"/>
                  <a:pt x="1062211" y="224674"/>
                  <a:pt x="1058864" y="242037"/>
                </a:cubicBezTo>
                <a:cubicBezTo>
                  <a:pt x="1058864" y="242037"/>
                  <a:pt x="1058864" y="242037"/>
                  <a:pt x="1058864" y="242246"/>
                </a:cubicBezTo>
                <a:lnTo>
                  <a:pt x="1052797" y="272998"/>
                </a:lnTo>
                <a:cubicBezTo>
                  <a:pt x="1051124" y="280947"/>
                  <a:pt x="1056354" y="288687"/>
                  <a:pt x="1064303" y="290152"/>
                </a:cubicBezTo>
                <a:close/>
              </a:path>
            </a:pathLst>
          </a:custGeom>
          <a:gradFill>
            <a:gsLst>
              <a:gs pos="0">
                <a:schemeClr val="accent2">
                  <a:lumMod val="20000"/>
                  <a:lumOff val="80000"/>
                </a:schemeClr>
              </a:gs>
              <a:gs pos="62000">
                <a:schemeClr val="accent5">
                  <a:lumMod val="20000"/>
                  <a:lumOff val="80000"/>
                </a:schemeClr>
              </a:gs>
              <a:gs pos="100000">
                <a:schemeClr val="accent4">
                  <a:lumMod val="20000"/>
                  <a:lumOff val="80000"/>
                </a:schemeClr>
              </a:gs>
            </a:gsLst>
            <a:lin ang="2399861" scaled="1"/>
          </a:gradFill>
          <a:ln w="20836" cap="flat">
            <a:noFill/>
            <a:prstDash val="solid"/>
            <a:miter/>
          </a:ln>
        </p:spPr>
        <p:txBody>
          <a:bodyPr/>
          <a:lstStyle/>
          <a:p>
            <a:endParaRPr lang="en-US"/>
          </a:p>
        </p:txBody>
      </p:sp>
      <p:sp>
        <p:nvSpPr>
          <p:cNvPr id="3" name="Title 2">
            <a:extLst>
              <a:ext uri="{FF2B5EF4-FFF2-40B4-BE49-F238E27FC236}">
                <a16:creationId xmlns:a16="http://schemas.microsoft.com/office/drawing/2014/main" id="{C0923879-33E5-416E-ADCF-602012CB714C}"/>
              </a:ext>
            </a:extLst>
          </p:cNvPr>
          <p:cNvSpPr>
            <a:spLocks noGrp="1"/>
          </p:cNvSpPr>
          <p:nvPr>
            <p:ph type="title"/>
          </p:nvPr>
        </p:nvSpPr>
        <p:spPr/>
        <p:txBody>
          <a:bodyPr>
            <a:normAutofit/>
          </a:bodyPr>
          <a:lstStyle/>
          <a:p>
            <a:r>
              <a:rPr lang="en-US"/>
              <a:t>TMNAS Objectives:</a:t>
            </a:r>
          </a:p>
        </p:txBody>
      </p:sp>
      <p:sp>
        <p:nvSpPr>
          <p:cNvPr id="2" name="Text Placeholder 1">
            <a:extLst>
              <a:ext uri="{FF2B5EF4-FFF2-40B4-BE49-F238E27FC236}">
                <a16:creationId xmlns:a16="http://schemas.microsoft.com/office/drawing/2014/main" id="{8547EECF-7367-5B18-CD55-F55015D9D7ED}"/>
              </a:ext>
            </a:extLst>
          </p:cNvPr>
          <p:cNvSpPr>
            <a:spLocks noGrp="1"/>
          </p:cNvSpPr>
          <p:nvPr>
            <p:ph type="body" sz="quarter" idx="15"/>
          </p:nvPr>
        </p:nvSpPr>
        <p:spPr/>
        <p:txBody>
          <a:bodyPr/>
          <a:lstStyle/>
          <a:p>
            <a:endParaRPr lang="en-US"/>
          </a:p>
        </p:txBody>
      </p:sp>
      <p:sp>
        <p:nvSpPr>
          <p:cNvPr id="7" name="Content Placeholder 3">
            <a:extLst>
              <a:ext uri="{FF2B5EF4-FFF2-40B4-BE49-F238E27FC236}">
                <a16:creationId xmlns:a16="http://schemas.microsoft.com/office/drawing/2014/main" id="{9ACD8B9B-7C19-4E5E-BAA3-1D6BB3827C11}"/>
              </a:ext>
            </a:extLst>
          </p:cNvPr>
          <p:cNvSpPr txBox="1">
            <a:spLocks/>
          </p:cNvSpPr>
          <p:nvPr/>
        </p:nvSpPr>
        <p:spPr>
          <a:xfrm>
            <a:off x="777069" y="3257648"/>
            <a:ext cx="4692946" cy="2246769"/>
          </a:xfrm>
          <a:prstGeom prst="rect">
            <a:avLst/>
          </a:prstGeom>
        </p:spPr>
        <p:txBody>
          <a:bodyPr vert="horz" wrap="square" lIns="0" tIns="0" rIns="0" bIns="0" rtlCol="0" anchor="t">
            <a:spAutoFit/>
          </a:bodyPr>
          <a:lstStyle>
            <a:lvl1pPr marL="0" indent="0" algn="l" defTabSz="914400" rtl="0" eaLnBrk="1" latinLnBrk="0" hangingPunct="1">
              <a:lnSpc>
                <a:spcPts val="1600"/>
              </a:lnSpc>
              <a:spcBef>
                <a:spcPts val="264"/>
              </a:spcBef>
              <a:spcAft>
                <a:spcPts val="300"/>
              </a:spcAft>
              <a:buFont typeface="Arial" panose="020B0604020202020204" pitchFamily="34" charset="0"/>
              <a:buNone/>
              <a:defRPr sz="1600" kern="1200">
                <a:solidFill>
                  <a:schemeClr val="tx1"/>
                </a:solidFill>
                <a:latin typeface="+mn-lt"/>
                <a:ea typeface="+mn-ea"/>
                <a:cs typeface="+mn-cs"/>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342900" indent="-165100" algn="l" defTabSz="914400" rtl="0" eaLnBrk="1" latinLnBrk="0" hangingPunct="1">
              <a:lnSpc>
                <a:spcPct val="90000"/>
              </a:lnSpc>
              <a:spcBef>
                <a:spcPts val="500"/>
              </a:spcBef>
              <a:buClr>
                <a:schemeClr val="tx2"/>
              </a:buClr>
              <a:buFont typeface="Calibri" panose="020F0502020204030204" pitchFamily="34" charset="0"/>
              <a:buChar char="-"/>
              <a:defRPr sz="1400" kern="1200" baseline="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0"/>
              </a:spcBef>
              <a:spcAft>
                <a:spcPts val="600"/>
              </a:spcAft>
            </a:pPr>
            <a:r>
              <a:rPr lang="en-US" sz="2000" b="1">
                <a:gradFill>
                  <a:gsLst>
                    <a:gs pos="0">
                      <a:schemeClr val="accent2"/>
                    </a:gs>
                    <a:gs pos="74000">
                      <a:schemeClr val="accent5"/>
                    </a:gs>
                    <a:gs pos="100000">
                      <a:schemeClr val="accent4"/>
                    </a:gs>
                  </a:gsLst>
                  <a:lin ang="1800000" scaled="0"/>
                </a:gradFill>
              </a:rPr>
              <a:t>Modernize </a:t>
            </a:r>
            <a:r>
              <a:rPr lang="en-US" sz="2000" b="1" err="1">
                <a:gradFill>
                  <a:gsLst>
                    <a:gs pos="0">
                      <a:schemeClr val="accent2"/>
                    </a:gs>
                    <a:gs pos="74000">
                      <a:schemeClr val="accent5"/>
                    </a:gs>
                    <a:gs pos="100000">
                      <a:schemeClr val="accent4"/>
                    </a:gs>
                  </a:gsLst>
                  <a:lin ang="1800000" scaled="0"/>
                </a:gradFill>
              </a:rPr>
              <a:t>RapidSure</a:t>
            </a:r>
            <a:r>
              <a:rPr lang="en-US" sz="2000" b="1">
                <a:gradFill>
                  <a:gsLst>
                    <a:gs pos="0">
                      <a:schemeClr val="accent2"/>
                    </a:gs>
                    <a:gs pos="74000">
                      <a:schemeClr val="accent5"/>
                    </a:gs>
                    <a:gs pos="100000">
                      <a:schemeClr val="accent4"/>
                    </a:gs>
                  </a:gsLst>
                  <a:lin ang="1800000" scaled="0"/>
                </a:gradFill>
              </a:rPr>
              <a:t>:</a:t>
            </a:r>
          </a:p>
          <a:p>
            <a:pPr marL="380970" indent="-380970">
              <a:lnSpc>
                <a:spcPct val="100000"/>
              </a:lnSpc>
              <a:spcBef>
                <a:spcPts val="0"/>
              </a:spcBef>
              <a:spcAft>
                <a:spcPts val="600"/>
              </a:spcAft>
              <a:buFont typeface="Arial" panose="020B0604020202020204" pitchFamily="34" charset="0"/>
              <a:buChar char="•"/>
            </a:pPr>
            <a:r>
              <a:rPr lang="en-US"/>
              <a:t>Assess RS to see if it can be used for Personal Lines</a:t>
            </a:r>
          </a:p>
          <a:p>
            <a:pPr marL="380970" indent="-380970">
              <a:lnSpc>
                <a:spcPct val="100000"/>
              </a:lnSpc>
              <a:spcBef>
                <a:spcPts val="0"/>
              </a:spcBef>
              <a:spcAft>
                <a:spcPts val="600"/>
              </a:spcAft>
              <a:buFont typeface="Arial" panose="020B0604020202020204" pitchFamily="34" charset="0"/>
              <a:buChar char="•"/>
            </a:pPr>
            <a:r>
              <a:rPr lang="en-US"/>
              <a:t>Improve time to market for new PL products</a:t>
            </a:r>
          </a:p>
          <a:p>
            <a:pPr marL="380970" indent="-380970">
              <a:lnSpc>
                <a:spcPct val="100000"/>
              </a:lnSpc>
              <a:spcBef>
                <a:spcPts val="0"/>
              </a:spcBef>
              <a:spcAft>
                <a:spcPts val="600"/>
              </a:spcAft>
              <a:buFont typeface="Arial" panose="020B0604020202020204" pitchFamily="34" charset="0"/>
              <a:buChar char="•"/>
            </a:pPr>
            <a:r>
              <a:rPr lang="en-US"/>
              <a:t>Run cost friendly modernization</a:t>
            </a:r>
          </a:p>
          <a:p>
            <a:pPr marL="380970" indent="-380970">
              <a:lnSpc>
                <a:spcPct val="100000"/>
              </a:lnSpc>
              <a:spcBef>
                <a:spcPts val="0"/>
              </a:spcBef>
              <a:spcAft>
                <a:spcPts val="600"/>
              </a:spcAft>
              <a:buFont typeface="Arial" panose="020B0604020202020204" pitchFamily="34" charset="0"/>
              <a:buChar char="•"/>
            </a:pPr>
            <a:r>
              <a:rPr lang="en-US"/>
              <a:t>Create Modernization Roadmap</a:t>
            </a:r>
          </a:p>
          <a:p>
            <a:pPr marL="380970" indent="-380970">
              <a:lnSpc>
                <a:spcPct val="100000"/>
              </a:lnSpc>
              <a:spcBef>
                <a:spcPts val="0"/>
              </a:spcBef>
              <a:spcAft>
                <a:spcPts val="600"/>
              </a:spcAft>
              <a:buFont typeface="Arial" panose="020B0604020202020204" pitchFamily="34" charset="0"/>
              <a:buChar char="•"/>
            </a:pPr>
            <a:r>
              <a:rPr lang="en-US"/>
              <a:t>Eliminate Technical Debts</a:t>
            </a:r>
          </a:p>
          <a:p>
            <a:pPr marL="380970" indent="-380970">
              <a:lnSpc>
                <a:spcPct val="100000"/>
              </a:lnSpc>
              <a:spcBef>
                <a:spcPts val="0"/>
              </a:spcBef>
              <a:spcAft>
                <a:spcPts val="600"/>
              </a:spcAft>
              <a:buFont typeface="Arial" panose="020B0604020202020204" pitchFamily="34" charset="0"/>
              <a:buChar char="•"/>
            </a:pPr>
            <a:r>
              <a:rPr lang="en-US"/>
              <a:t>Ensure system Compliance with regulations</a:t>
            </a:r>
          </a:p>
        </p:txBody>
      </p:sp>
      <p:sp>
        <p:nvSpPr>
          <p:cNvPr id="5" name="Content Placeholder 3">
            <a:extLst>
              <a:ext uri="{FF2B5EF4-FFF2-40B4-BE49-F238E27FC236}">
                <a16:creationId xmlns:a16="http://schemas.microsoft.com/office/drawing/2014/main" id="{540E42B6-3E77-4918-2D08-AAF70CED2596}"/>
              </a:ext>
            </a:extLst>
          </p:cNvPr>
          <p:cNvSpPr txBox="1">
            <a:spLocks/>
          </p:cNvSpPr>
          <p:nvPr/>
        </p:nvSpPr>
        <p:spPr>
          <a:xfrm>
            <a:off x="6515168" y="3257648"/>
            <a:ext cx="4485697" cy="1585049"/>
          </a:xfrm>
          <a:prstGeom prst="rect">
            <a:avLst/>
          </a:prstGeom>
        </p:spPr>
        <p:txBody>
          <a:bodyPr vert="horz" wrap="square" lIns="0" tIns="0" rIns="0" bIns="0" rtlCol="0" anchor="t">
            <a:spAutoFit/>
          </a:bodyPr>
          <a:lstStyle>
            <a:lvl1pPr marL="0" indent="0" algn="l" defTabSz="914400" rtl="0" eaLnBrk="1" latinLnBrk="0" hangingPunct="1">
              <a:lnSpc>
                <a:spcPts val="1600"/>
              </a:lnSpc>
              <a:spcBef>
                <a:spcPts val="264"/>
              </a:spcBef>
              <a:spcAft>
                <a:spcPts val="300"/>
              </a:spcAft>
              <a:buFont typeface="Arial" panose="020B0604020202020204" pitchFamily="34" charset="0"/>
              <a:buNone/>
              <a:defRPr sz="1600" kern="1200">
                <a:solidFill>
                  <a:schemeClr val="tx1"/>
                </a:solidFill>
                <a:latin typeface="+mn-lt"/>
                <a:ea typeface="+mn-ea"/>
                <a:cs typeface="+mn-cs"/>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342900" indent="-165100" algn="l" defTabSz="914400" rtl="0" eaLnBrk="1" latinLnBrk="0" hangingPunct="1">
              <a:lnSpc>
                <a:spcPct val="90000"/>
              </a:lnSpc>
              <a:spcBef>
                <a:spcPts val="500"/>
              </a:spcBef>
              <a:buClr>
                <a:schemeClr val="tx2"/>
              </a:buClr>
              <a:buFont typeface="Calibri" panose="020F0502020204030204" pitchFamily="34" charset="0"/>
              <a:buChar char="-"/>
              <a:defRPr sz="1400" kern="1200" baseline="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0"/>
              </a:spcBef>
              <a:spcAft>
                <a:spcPts val="600"/>
              </a:spcAft>
            </a:pPr>
            <a:r>
              <a:rPr lang="en-US" sz="2000" b="1">
                <a:gradFill>
                  <a:gsLst>
                    <a:gs pos="0">
                      <a:schemeClr val="accent2"/>
                    </a:gs>
                    <a:gs pos="74000">
                      <a:schemeClr val="accent5"/>
                    </a:gs>
                    <a:gs pos="100000">
                      <a:schemeClr val="accent4"/>
                    </a:gs>
                  </a:gsLst>
                  <a:lin ang="1800000" scaled="0"/>
                </a:gradFill>
              </a:rPr>
              <a:t>Launch committed Products and Enhancements:</a:t>
            </a:r>
          </a:p>
          <a:p>
            <a:pPr marL="380970" indent="-380970">
              <a:lnSpc>
                <a:spcPct val="100000"/>
              </a:lnSpc>
              <a:spcBef>
                <a:spcPts val="0"/>
              </a:spcBef>
              <a:spcAft>
                <a:spcPts val="600"/>
              </a:spcAft>
              <a:buFont typeface="Arial" panose="020B0604020202020204" pitchFamily="34" charset="0"/>
              <a:buChar char="•"/>
            </a:pPr>
            <a:r>
              <a:rPr lang="en-US"/>
              <a:t>SV product launch across all the states in 2026</a:t>
            </a:r>
          </a:p>
          <a:p>
            <a:pPr marL="380970" indent="-380970">
              <a:lnSpc>
                <a:spcPct val="100000"/>
              </a:lnSpc>
              <a:spcBef>
                <a:spcPts val="0"/>
              </a:spcBef>
              <a:spcAft>
                <a:spcPts val="600"/>
              </a:spcAft>
              <a:buFont typeface="Arial" panose="020B0604020202020204" pitchFamily="34" charset="0"/>
              <a:buChar char="•"/>
            </a:pPr>
            <a:r>
              <a:rPr lang="en-US"/>
              <a:t>Integrate CCD into </a:t>
            </a:r>
            <a:r>
              <a:rPr lang="en-US" err="1"/>
              <a:t>RapidSure</a:t>
            </a:r>
            <a:r>
              <a:rPr lang="en-US"/>
              <a:t> in 2026</a:t>
            </a:r>
          </a:p>
          <a:p>
            <a:pPr marL="380970" indent="-380970">
              <a:lnSpc>
                <a:spcPct val="100000"/>
              </a:lnSpc>
              <a:spcBef>
                <a:spcPts val="0"/>
              </a:spcBef>
              <a:spcAft>
                <a:spcPts val="600"/>
              </a:spcAft>
              <a:buFont typeface="Arial" panose="020B0604020202020204" pitchFamily="34" charset="0"/>
              <a:buChar char="•"/>
            </a:pPr>
            <a:r>
              <a:rPr lang="en-US"/>
              <a:t>Address compliance backlog</a:t>
            </a:r>
          </a:p>
        </p:txBody>
      </p:sp>
      <p:sp>
        <p:nvSpPr>
          <p:cNvPr id="22" name="Graphic 19">
            <a:extLst>
              <a:ext uri="{FF2B5EF4-FFF2-40B4-BE49-F238E27FC236}">
                <a16:creationId xmlns:a16="http://schemas.microsoft.com/office/drawing/2014/main" id="{70C6D582-7A5E-A91A-84BF-40A1C4B3A52F}"/>
              </a:ext>
            </a:extLst>
          </p:cNvPr>
          <p:cNvSpPr/>
          <p:nvPr/>
        </p:nvSpPr>
        <p:spPr>
          <a:xfrm>
            <a:off x="10278247" y="4337184"/>
            <a:ext cx="1248439" cy="1348520"/>
          </a:xfrm>
          <a:custGeom>
            <a:avLst/>
            <a:gdLst>
              <a:gd name="csX0" fmla="*/ 1230107 w 1248439"/>
              <a:gd name="csY0" fmla="*/ 890191 h 1348520"/>
              <a:gd name="csX1" fmla="*/ 1146521 w 1248439"/>
              <a:gd name="csY1" fmla="*/ 817153 h 1348520"/>
              <a:gd name="csX2" fmla="*/ 1127814 w 1248439"/>
              <a:gd name="csY2" fmla="*/ 775957 h 1348520"/>
              <a:gd name="csX3" fmla="*/ 1128809 w 1248439"/>
              <a:gd name="csY3" fmla="*/ 766006 h 1348520"/>
              <a:gd name="csX4" fmla="*/ 1133784 w 1248439"/>
              <a:gd name="csY4" fmla="*/ 732571 h 1348520"/>
              <a:gd name="csX5" fmla="*/ 1121445 w 1248439"/>
              <a:gd name="csY5" fmla="*/ 717048 h 1348520"/>
              <a:gd name="csX6" fmla="*/ 1105922 w 1248439"/>
              <a:gd name="csY6" fmla="*/ 729387 h 1348520"/>
              <a:gd name="csX7" fmla="*/ 1101345 w 1248439"/>
              <a:gd name="csY7" fmla="*/ 761031 h 1348520"/>
              <a:gd name="csX8" fmla="*/ 1099952 w 1248439"/>
              <a:gd name="csY8" fmla="*/ 775957 h 1348520"/>
              <a:gd name="csX9" fmla="*/ 1128212 w 1248439"/>
              <a:gd name="csY9" fmla="*/ 838049 h 1348520"/>
              <a:gd name="csX10" fmla="*/ 1211997 w 1248439"/>
              <a:gd name="csY10" fmla="*/ 911087 h 1348520"/>
              <a:gd name="csX11" fmla="*/ 1216972 w 1248439"/>
              <a:gd name="csY11" fmla="*/ 942532 h 1348520"/>
              <a:gd name="csX12" fmla="*/ 1216375 w 1248439"/>
              <a:gd name="csY12" fmla="*/ 943925 h 1348520"/>
              <a:gd name="csX13" fmla="*/ 1153487 w 1248439"/>
              <a:gd name="csY13" fmla="*/ 1052387 h 1348520"/>
              <a:gd name="csX14" fmla="*/ 1152890 w 1248439"/>
              <a:gd name="csY14" fmla="*/ 1053781 h 1348520"/>
              <a:gd name="csX15" fmla="*/ 1123236 w 1248439"/>
              <a:gd name="csY15" fmla="*/ 1064129 h 1348520"/>
              <a:gd name="csX16" fmla="*/ 1018157 w 1248439"/>
              <a:gd name="csY16" fmla="*/ 1029302 h 1348520"/>
              <a:gd name="csX17" fmla="*/ 937954 w 1248439"/>
              <a:gd name="csY17" fmla="*/ 1044029 h 1348520"/>
              <a:gd name="csX18" fmla="*/ 789689 w 1248439"/>
              <a:gd name="csY18" fmla="*/ 1129804 h 1348520"/>
              <a:gd name="csX19" fmla="*/ 788096 w 1248439"/>
              <a:gd name="csY19" fmla="*/ 1130401 h 1348520"/>
              <a:gd name="csX20" fmla="*/ 734761 w 1248439"/>
              <a:gd name="csY20" fmla="*/ 1192294 h 1348520"/>
              <a:gd name="csX21" fmla="*/ 713068 w 1248439"/>
              <a:gd name="csY21" fmla="*/ 1300757 h 1348520"/>
              <a:gd name="csX22" fmla="*/ 713068 w 1248439"/>
              <a:gd name="csY22" fmla="*/ 1301752 h 1348520"/>
              <a:gd name="csX23" fmla="*/ 688390 w 1248439"/>
              <a:gd name="csY23" fmla="*/ 1320858 h 1348520"/>
              <a:gd name="csX24" fmla="*/ 560623 w 1248439"/>
              <a:gd name="csY24" fmla="*/ 1320858 h 1348520"/>
              <a:gd name="csX25" fmla="*/ 535746 w 1248439"/>
              <a:gd name="csY25" fmla="*/ 1300757 h 1348520"/>
              <a:gd name="csX26" fmla="*/ 514054 w 1248439"/>
              <a:gd name="csY26" fmla="*/ 1192294 h 1348520"/>
              <a:gd name="csX27" fmla="*/ 460718 w 1248439"/>
              <a:gd name="csY27" fmla="*/ 1130401 h 1348520"/>
              <a:gd name="csX28" fmla="*/ 459126 w 1248439"/>
              <a:gd name="csY28" fmla="*/ 1130003 h 1348520"/>
              <a:gd name="csX29" fmla="*/ 310661 w 1248439"/>
              <a:gd name="csY29" fmla="*/ 1044228 h 1348520"/>
              <a:gd name="csX30" fmla="*/ 230857 w 1248439"/>
              <a:gd name="csY30" fmla="*/ 1029302 h 1348520"/>
              <a:gd name="csX31" fmla="*/ 125976 w 1248439"/>
              <a:gd name="csY31" fmla="*/ 1064129 h 1348520"/>
              <a:gd name="csX32" fmla="*/ 117418 w 1248439"/>
              <a:gd name="csY32" fmla="*/ 1065522 h 1348520"/>
              <a:gd name="csX33" fmla="*/ 95328 w 1248439"/>
              <a:gd name="csY33" fmla="*/ 1052984 h 1348520"/>
              <a:gd name="csX34" fmla="*/ 94532 w 1248439"/>
              <a:gd name="csY34" fmla="*/ 1051591 h 1348520"/>
              <a:gd name="csX35" fmla="*/ 31444 w 1248439"/>
              <a:gd name="csY35" fmla="*/ 942731 h 1348520"/>
              <a:gd name="csX36" fmla="*/ 35226 w 1248439"/>
              <a:gd name="csY36" fmla="*/ 912281 h 1348520"/>
              <a:gd name="csX37" fmla="*/ 36818 w 1248439"/>
              <a:gd name="csY37" fmla="*/ 911087 h 1348520"/>
              <a:gd name="csX38" fmla="*/ 120205 w 1248439"/>
              <a:gd name="csY38" fmla="*/ 838049 h 1348520"/>
              <a:gd name="csX39" fmla="*/ 146674 w 1248439"/>
              <a:gd name="csY39" fmla="*/ 760831 h 1348520"/>
              <a:gd name="csX40" fmla="*/ 142295 w 1248439"/>
              <a:gd name="csY40" fmla="*/ 729586 h 1348520"/>
              <a:gd name="csX41" fmla="*/ 127170 w 1248439"/>
              <a:gd name="csY41" fmla="*/ 717048 h 1348520"/>
              <a:gd name="csX42" fmla="*/ 114632 w 1248439"/>
              <a:gd name="csY42" fmla="*/ 732173 h 1348520"/>
              <a:gd name="csX43" fmla="*/ 119409 w 1248439"/>
              <a:gd name="csY43" fmla="*/ 766006 h 1348520"/>
              <a:gd name="csX44" fmla="*/ 101696 w 1248439"/>
              <a:gd name="csY44" fmla="*/ 816953 h 1348520"/>
              <a:gd name="csX45" fmla="*/ 19901 w 1248439"/>
              <a:gd name="csY45" fmla="*/ 888599 h 1348520"/>
              <a:gd name="csX46" fmla="*/ 18309 w 1248439"/>
              <a:gd name="csY46" fmla="*/ 889793 h 1348520"/>
              <a:gd name="csX47" fmla="*/ 7165 w 1248439"/>
              <a:gd name="csY47" fmla="*/ 956263 h 1348520"/>
              <a:gd name="csX48" fmla="*/ 70849 w 1248439"/>
              <a:gd name="csY48" fmla="*/ 1066318 h 1348520"/>
              <a:gd name="csX49" fmla="*/ 71645 w 1248439"/>
              <a:gd name="csY49" fmla="*/ 1067512 h 1348520"/>
              <a:gd name="csX50" fmla="*/ 117418 w 1248439"/>
              <a:gd name="csY50" fmla="*/ 1093185 h 1348520"/>
              <a:gd name="csX51" fmla="*/ 134335 w 1248439"/>
              <a:gd name="csY51" fmla="*/ 1090399 h 1348520"/>
              <a:gd name="csX52" fmla="*/ 239812 w 1248439"/>
              <a:gd name="csY52" fmla="*/ 1055373 h 1348520"/>
              <a:gd name="csX53" fmla="*/ 292551 w 1248439"/>
              <a:gd name="csY53" fmla="*/ 1065323 h 1348520"/>
              <a:gd name="csX54" fmla="*/ 450767 w 1248439"/>
              <a:gd name="csY54" fmla="*/ 1156472 h 1348520"/>
              <a:gd name="csX55" fmla="*/ 451961 w 1248439"/>
              <a:gd name="csY55" fmla="*/ 1156870 h 1348520"/>
              <a:gd name="csX56" fmla="*/ 486590 w 1248439"/>
              <a:gd name="csY56" fmla="*/ 1197668 h 1348520"/>
              <a:gd name="csX57" fmla="*/ 508282 w 1248439"/>
              <a:gd name="csY57" fmla="*/ 1306131 h 1348520"/>
              <a:gd name="csX58" fmla="*/ 560424 w 1248439"/>
              <a:gd name="csY58" fmla="*/ 1348521 h 1348520"/>
              <a:gd name="csX59" fmla="*/ 688191 w 1248439"/>
              <a:gd name="csY59" fmla="*/ 1348521 h 1348520"/>
              <a:gd name="csX60" fmla="*/ 740333 w 1248439"/>
              <a:gd name="csY60" fmla="*/ 1306330 h 1348520"/>
              <a:gd name="csX61" fmla="*/ 740333 w 1248439"/>
              <a:gd name="csY61" fmla="*/ 1305335 h 1348520"/>
              <a:gd name="csX62" fmla="*/ 761827 w 1248439"/>
              <a:gd name="csY62" fmla="*/ 1197469 h 1348520"/>
              <a:gd name="csX63" fmla="*/ 796455 w 1248439"/>
              <a:gd name="csY63" fmla="*/ 1156671 h 1348520"/>
              <a:gd name="csX64" fmla="*/ 797649 w 1248439"/>
              <a:gd name="csY64" fmla="*/ 1156273 h 1348520"/>
              <a:gd name="csX65" fmla="*/ 956065 w 1248439"/>
              <a:gd name="csY65" fmla="*/ 1064925 h 1348520"/>
              <a:gd name="csX66" fmla="*/ 1009002 w 1248439"/>
              <a:gd name="csY66" fmla="*/ 1055373 h 1348520"/>
              <a:gd name="csX67" fmla="*/ 1114878 w 1248439"/>
              <a:gd name="csY67" fmla="*/ 1090598 h 1348520"/>
              <a:gd name="csX68" fmla="*/ 1131396 w 1248439"/>
              <a:gd name="csY68" fmla="*/ 1093185 h 1348520"/>
              <a:gd name="csX69" fmla="*/ 1177766 w 1248439"/>
              <a:gd name="csY69" fmla="*/ 1066517 h 1348520"/>
              <a:gd name="csX70" fmla="*/ 1178562 w 1248439"/>
              <a:gd name="csY70" fmla="*/ 1064925 h 1348520"/>
              <a:gd name="csX71" fmla="*/ 1241451 w 1248439"/>
              <a:gd name="csY71" fmla="*/ 956463 h 1348520"/>
              <a:gd name="csX72" fmla="*/ 1242247 w 1248439"/>
              <a:gd name="csY72" fmla="*/ 954472 h 1348520"/>
              <a:gd name="csX73" fmla="*/ 1230505 w 1248439"/>
              <a:gd name="csY73" fmla="*/ 889793 h 1348520"/>
              <a:gd name="csX74" fmla="*/ 302502 w 1248439"/>
              <a:gd name="csY74" fmla="*/ 615352 h 1348520"/>
              <a:gd name="csX75" fmla="*/ 313646 w 1248439"/>
              <a:gd name="csY75" fmla="*/ 631472 h 1348520"/>
              <a:gd name="csX76" fmla="*/ 316234 w 1248439"/>
              <a:gd name="csY76" fmla="*/ 631671 h 1348520"/>
              <a:gd name="csX77" fmla="*/ 329966 w 1248439"/>
              <a:gd name="csY77" fmla="*/ 620327 h 1348520"/>
              <a:gd name="csX78" fmla="*/ 336931 w 1248439"/>
              <a:gd name="csY78" fmla="*/ 590674 h 1348520"/>
              <a:gd name="csX79" fmla="*/ 327378 w 1248439"/>
              <a:gd name="csY79" fmla="*/ 573360 h 1348520"/>
              <a:gd name="csX80" fmla="*/ 310064 w 1248439"/>
              <a:gd name="csY80" fmla="*/ 582913 h 1348520"/>
              <a:gd name="csX81" fmla="*/ 302303 w 1248439"/>
              <a:gd name="csY81" fmla="*/ 615352 h 1348520"/>
              <a:gd name="csX82" fmla="*/ 655752 w 1248439"/>
              <a:gd name="csY82" fmla="*/ 349867 h 1348520"/>
              <a:gd name="csX83" fmla="*/ 640627 w 1248439"/>
              <a:gd name="csY83" fmla="*/ 362405 h 1348520"/>
              <a:gd name="csX84" fmla="*/ 653165 w 1248439"/>
              <a:gd name="csY84" fmla="*/ 377530 h 1348520"/>
              <a:gd name="csX85" fmla="*/ 711078 w 1248439"/>
              <a:gd name="csY85" fmla="*/ 389073 h 1348520"/>
              <a:gd name="csX86" fmla="*/ 715058 w 1248439"/>
              <a:gd name="csY86" fmla="*/ 389670 h 1348520"/>
              <a:gd name="csX87" fmla="*/ 728392 w 1248439"/>
              <a:gd name="csY87" fmla="*/ 379719 h 1348520"/>
              <a:gd name="csX88" fmla="*/ 719039 w 1248439"/>
              <a:gd name="csY88" fmla="*/ 362405 h 1348520"/>
              <a:gd name="csX89" fmla="*/ 655752 w 1248439"/>
              <a:gd name="csY89" fmla="*/ 349867 h 1348520"/>
              <a:gd name="csX90" fmla="*/ 369768 w 1248439"/>
              <a:gd name="csY90" fmla="*/ 469276 h 1348520"/>
              <a:gd name="csX91" fmla="*/ 334344 w 1248439"/>
              <a:gd name="csY91" fmla="*/ 523208 h 1348520"/>
              <a:gd name="csX92" fmla="*/ 340115 w 1248439"/>
              <a:gd name="csY92" fmla="*/ 542115 h 1348520"/>
              <a:gd name="csX93" fmla="*/ 346484 w 1248439"/>
              <a:gd name="csY93" fmla="*/ 543707 h 1348520"/>
              <a:gd name="csX94" fmla="*/ 358823 w 1248439"/>
              <a:gd name="csY94" fmla="*/ 536144 h 1348520"/>
              <a:gd name="csX95" fmla="*/ 391262 w 1248439"/>
              <a:gd name="csY95" fmla="*/ 486988 h 1348520"/>
              <a:gd name="csX96" fmla="*/ 389272 w 1248439"/>
              <a:gd name="csY96" fmla="*/ 467285 h 1348520"/>
              <a:gd name="csX97" fmla="*/ 369569 w 1248439"/>
              <a:gd name="csY97" fmla="*/ 469276 h 1348520"/>
              <a:gd name="csX98" fmla="*/ 423900 w 1248439"/>
              <a:gd name="csY98" fmla="*/ 448180 h 1348520"/>
              <a:gd name="csX99" fmla="*/ 432856 w 1248439"/>
              <a:gd name="csY99" fmla="*/ 444996 h 1348520"/>
              <a:gd name="csX100" fmla="*/ 481813 w 1248439"/>
              <a:gd name="csY100" fmla="*/ 411960 h 1348520"/>
              <a:gd name="csX101" fmla="*/ 487386 w 1248439"/>
              <a:gd name="csY101" fmla="*/ 393053 h 1348520"/>
              <a:gd name="csX102" fmla="*/ 468480 w 1248439"/>
              <a:gd name="csY102" fmla="*/ 387481 h 1348520"/>
              <a:gd name="csX103" fmla="*/ 415144 w 1248439"/>
              <a:gd name="csY103" fmla="*/ 423502 h 1348520"/>
              <a:gd name="csX104" fmla="*/ 413353 w 1248439"/>
              <a:gd name="csY104" fmla="*/ 443205 h 1348520"/>
              <a:gd name="csX105" fmla="*/ 424099 w 1248439"/>
              <a:gd name="csY105" fmla="*/ 448180 h 1348520"/>
              <a:gd name="csX106" fmla="*/ 912878 w 1248439"/>
              <a:gd name="csY106" fmla="*/ 523009 h 1348520"/>
              <a:gd name="csX107" fmla="*/ 877255 w 1248439"/>
              <a:gd name="csY107" fmla="*/ 469276 h 1348520"/>
              <a:gd name="csX108" fmla="*/ 857751 w 1248439"/>
              <a:gd name="csY108" fmla="*/ 467285 h 1348520"/>
              <a:gd name="csX109" fmla="*/ 855761 w 1248439"/>
              <a:gd name="csY109" fmla="*/ 486789 h 1348520"/>
              <a:gd name="csX110" fmla="*/ 888201 w 1248439"/>
              <a:gd name="csY110" fmla="*/ 535945 h 1348520"/>
              <a:gd name="csX111" fmla="*/ 900540 w 1248439"/>
              <a:gd name="csY111" fmla="*/ 543309 h 1348520"/>
              <a:gd name="csX112" fmla="*/ 907107 w 1248439"/>
              <a:gd name="csY112" fmla="*/ 541717 h 1348520"/>
              <a:gd name="csX113" fmla="*/ 912878 w 1248439"/>
              <a:gd name="csY113" fmla="*/ 522810 h 1348520"/>
              <a:gd name="csX114" fmla="*/ 778544 w 1248439"/>
              <a:gd name="csY114" fmla="*/ 387481 h 1348520"/>
              <a:gd name="csX115" fmla="*/ 759637 w 1248439"/>
              <a:gd name="csY115" fmla="*/ 393053 h 1348520"/>
              <a:gd name="csX116" fmla="*/ 765210 w 1248439"/>
              <a:gd name="csY116" fmla="*/ 411960 h 1348520"/>
              <a:gd name="csX117" fmla="*/ 814167 w 1248439"/>
              <a:gd name="csY117" fmla="*/ 444996 h 1348520"/>
              <a:gd name="csX118" fmla="*/ 823123 w 1248439"/>
              <a:gd name="csY118" fmla="*/ 448180 h 1348520"/>
              <a:gd name="csX119" fmla="*/ 833870 w 1248439"/>
              <a:gd name="csY119" fmla="*/ 443205 h 1348520"/>
              <a:gd name="csX120" fmla="*/ 832079 w 1248439"/>
              <a:gd name="csY120" fmla="*/ 423502 h 1348520"/>
              <a:gd name="csX121" fmla="*/ 778544 w 1248439"/>
              <a:gd name="csY121" fmla="*/ 387481 h 1348520"/>
              <a:gd name="csX122" fmla="*/ 591271 w 1248439"/>
              <a:gd name="csY122" fmla="*/ 350066 h 1348520"/>
              <a:gd name="csX123" fmla="*/ 527985 w 1248439"/>
              <a:gd name="csY123" fmla="*/ 362604 h 1348520"/>
              <a:gd name="csX124" fmla="*/ 518631 w 1248439"/>
              <a:gd name="csY124" fmla="*/ 379918 h 1348520"/>
              <a:gd name="csX125" fmla="*/ 531965 w 1248439"/>
              <a:gd name="csY125" fmla="*/ 389869 h 1348520"/>
              <a:gd name="csX126" fmla="*/ 535945 w 1248439"/>
              <a:gd name="csY126" fmla="*/ 389272 h 1348520"/>
              <a:gd name="csX127" fmla="*/ 593859 w 1248439"/>
              <a:gd name="csY127" fmla="*/ 377729 h 1348520"/>
              <a:gd name="csX128" fmla="*/ 606396 w 1248439"/>
              <a:gd name="csY128" fmla="*/ 362604 h 1348520"/>
              <a:gd name="csX129" fmla="*/ 591271 w 1248439"/>
              <a:gd name="csY129" fmla="*/ 350066 h 1348520"/>
              <a:gd name="csX130" fmla="*/ 910490 w 1248439"/>
              <a:gd name="csY130" fmla="*/ 590873 h 1348520"/>
              <a:gd name="csX131" fmla="*/ 917456 w 1248439"/>
              <a:gd name="csY131" fmla="*/ 620526 h 1348520"/>
              <a:gd name="csX132" fmla="*/ 931188 w 1248439"/>
              <a:gd name="csY132" fmla="*/ 631870 h 1348520"/>
              <a:gd name="csX133" fmla="*/ 933775 w 1248439"/>
              <a:gd name="csY133" fmla="*/ 631671 h 1348520"/>
              <a:gd name="csX134" fmla="*/ 944920 w 1248439"/>
              <a:gd name="csY134" fmla="*/ 615352 h 1348520"/>
              <a:gd name="csX135" fmla="*/ 937158 w 1248439"/>
              <a:gd name="csY135" fmla="*/ 582913 h 1348520"/>
              <a:gd name="csX136" fmla="*/ 919844 w 1248439"/>
              <a:gd name="csY136" fmla="*/ 573360 h 1348520"/>
              <a:gd name="csX137" fmla="*/ 910291 w 1248439"/>
              <a:gd name="csY137" fmla="*/ 590674 h 1348520"/>
              <a:gd name="csX138" fmla="*/ 259714 w 1248439"/>
              <a:gd name="csY138" fmla="*/ 812774 h 1348520"/>
              <a:gd name="csX139" fmla="*/ 260908 w 1248439"/>
              <a:gd name="csY139" fmla="*/ 812774 h 1348520"/>
              <a:gd name="csX140" fmla="*/ 503904 w 1248439"/>
              <a:gd name="csY140" fmla="*/ 1034277 h 1348520"/>
              <a:gd name="csX141" fmla="*/ 504103 w 1248439"/>
              <a:gd name="csY141" fmla="*/ 1034277 h 1348520"/>
              <a:gd name="csX142" fmla="*/ 504103 w 1248439"/>
              <a:gd name="csY142" fmla="*/ 1034277 h 1348520"/>
              <a:gd name="csX143" fmla="*/ 507884 w 1248439"/>
              <a:gd name="csY143" fmla="*/ 1034874 h 1348520"/>
              <a:gd name="csX144" fmla="*/ 521218 w 1248439"/>
              <a:gd name="csY144" fmla="*/ 1024724 h 1348520"/>
              <a:gd name="csX145" fmla="*/ 581918 w 1248439"/>
              <a:gd name="csY145" fmla="*/ 810983 h 1348520"/>
              <a:gd name="csX146" fmla="*/ 619929 w 1248439"/>
              <a:gd name="csY146" fmla="*/ 818347 h 1348520"/>
              <a:gd name="csX147" fmla="*/ 663912 w 1248439"/>
              <a:gd name="csY147" fmla="*/ 808396 h 1348520"/>
              <a:gd name="csX148" fmla="*/ 724213 w 1248439"/>
              <a:gd name="csY148" fmla="*/ 873673 h 1348520"/>
              <a:gd name="csX149" fmla="*/ 698938 w 1248439"/>
              <a:gd name="csY149" fmla="*/ 886011 h 1348520"/>
              <a:gd name="csX150" fmla="*/ 669285 w 1248439"/>
              <a:gd name="csY150" fmla="*/ 870090 h 1348520"/>
              <a:gd name="csX151" fmla="*/ 633462 w 1248439"/>
              <a:gd name="csY151" fmla="*/ 905913 h 1348520"/>
              <a:gd name="csX152" fmla="*/ 669285 w 1248439"/>
              <a:gd name="csY152" fmla="*/ 941735 h 1348520"/>
              <a:gd name="csX153" fmla="*/ 704311 w 1248439"/>
              <a:gd name="csY153" fmla="*/ 913276 h 1348520"/>
              <a:gd name="csX154" fmla="*/ 753667 w 1248439"/>
              <a:gd name="csY154" fmla="*/ 887604 h 1348520"/>
              <a:gd name="csX155" fmla="*/ 754264 w 1248439"/>
              <a:gd name="csY155" fmla="*/ 887007 h 1348520"/>
              <a:gd name="csX156" fmla="*/ 755060 w 1248439"/>
              <a:gd name="csY156" fmla="*/ 886409 h 1348520"/>
              <a:gd name="csX157" fmla="*/ 756055 w 1248439"/>
              <a:gd name="csY157" fmla="*/ 885215 h 1348520"/>
              <a:gd name="csX158" fmla="*/ 758045 w 1248439"/>
              <a:gd name="csY158" fmla="*/ 882628 h 1348520"/>
              <a:gd name="csX159" fmla="*/ 758642 w 1248439"/>
              <a:gd name="csY159" fmla="*/ 881036 h 1348520"/>
              <a:gd name="csX160" fmla="*/ 759438 w 1248439"/>
              <a:gd name="csY160" fmla="*/ 877454 h 1348520"/>
              <a:gd name="csX161" fmla="*/ 759438 w 1248439"/>
              <a:gd name="csY161" fmla="*/ 876061 h 1348520"/>
              <a:gd name="csX162" fmla="*/ 758841 w 1248439"/>
              <a:gd name="csY162" fmla="*/ 872080 h 1348520"/>
              <a:gd name="csX163" fmla="*/ 758244 w 1248439"/>
              <a:gd name="csY163" fmla="*/ 870886 h 1348520"/>
              <a:gd name="csX164" fmla="*/ 757249 w 1248439"/>
              <a:gd name="csY164" fmla="*/ 868498 h 1348520"/>
              <a:gd name="csX165" fmla="*/ 756055 w 1248439"/>
              <a:gd name="csY165" fmla="*/ 867304 h 1348520"/>
              <a:gd name="csX166" fmla="*/ 755856 w 1248439"/>
              <a:gd name="csY166" fmla="*/ 866906 h 1348520"/>
              <a:gd name="csX167" fmla="*/ 687594 w 1248439"/>
              <a:gd name="csY167" fmla="*/ 793072 h 1348520"/>
              <a:gd name="csX168" fmla="*/ 718043 w 1248439"/>
              <a:gd name="csY168" fmla="*/ 749090 h 1348520"/>
              <a:gd name="csX169" fmla="*/ 940143 w 1248439"/>
              <a:gd name="csY169" fmla="*/ 830486 h 1348520"/>
              <a:gd name="csX170" fmla="*/ 665106 w 1248439"/>
              <a:gd name="csY170" fmla="*/ 1021142 h 1348520"/>
              <a:gd name="csX171" fmla="*/ 633263 w 1248439"/>
              <a:gd name="csY171" fmla="*/ 1001440 h 1348520"/>
              <a:gd name="csX172" fmla="*/ 597441 w 1248439"/>
              <a:gd name="csY172" fmla="*/ 1037262 h 1348520"/>
              <a:gd name="csX173" fmla="*/ 633263 w 1248439"/>
              <a:gd name="csY173" fmla="*/ 1073085 h 1348520"/>
              <a:gd name="csX174" fmla="*/ 666897 w 1248439"/>
              <a:gd name="csY174" fmla="*/ 1049004 h 1348520"/>
              <a:gd name="csX175" fmla="*/ 971389 w 1248439"/>
              <a:gd name="csY175" fmla="*/ 830486 h 1348520"/>
              <a:gd name="csX176" fmla="*/ 972185 w 1248439"/>
              <a:gd name="csY176" fmla="*/ 828695 h 1348520"/>
              <a:gd name="csX177" fmla="*/ 972782 w 1248439"/>
              <a:gd name="csY177" fmla="*/ 827700 h 1348520"/>
              <a:gd name="csX178" fmla="*/ 972782 w 1248439"/>
              <a:gd name="csY178" fmla="*/ 827302 h 1348520"/>
              <a:gd name="csX179" fmla="*/ 973578 w 1248439"/>
              <a:gd name="csY179" fmla="*/ 822924 h 1348520"/>
              <a:gd name="csX180" fmla="*/ 973578 w 1248439"/>
              <a:gd name="csY180" fmla="*/ 822725 h 1348520"/>
              <a:gd name="csX181" fmla="*/ 972583 w 1248439"/>
              <a:gd name="csY181" fmla="*/ 817949 h 1348520"/>
              <a:gd name="csX182" fmla="*/ 972583 w 1248439"/>
              <a:gd name="csY182" fmla="*/ 817551 h 1348520"/>
              <a:gd name="csX183" fmla="*/ 965617 w 1248439"/>
              <a:gd name="csY183" fmla="*/ 810585 h 1348520"/>
              <a:gd name="csX184" fmla="*/ 965020 w 1248439"/>
              <a:gd name="csY184" fmla="*/ 810187 h 1348520"/>
              <a:gd name="csX185" fmla="*/ 964622 w 1248439"/>
              <a:gd name="csY185" fmla="*/ 809988 h 1348520"/>
              <a:gd name="csX186" fmla="*/ 713466 w 1248439"/>
              <a:gd name="csY186" fmla="*/ 718043 h 1348520"/>
              <a:gd name="csX187" fmla="*/ 701724 w 1248439"/>
              <a:gd name="csY187" fmla="*/ 719039 h 1348520"/>
              <a:gd name="csX188" fmla="*/ 694958 w 1248439"/>
              <a:gd name="csY188" fmla="*/ 728591 h 1348520"/>
              <a:gd name="csX189" fmla="*/ 620128 w 1248439"/>
              <a:gd name="csY189" fmla="*/ 790684 h 1348520"/>
              <a:gd name="csX190" fmla="*/ 545299 w 1248439"/>
              <a:gd name="csY190" fmla="*/ 728591 h 1348520"/>
              <a:gd name="csX191" fmla="*/ 529179 w 1248439"/>
              <a:gd name="csY191" fmla="*/ 717446 h 1348520"/>
              <a:gd name="csX192" fmla="*/ 518034 w 1248439"/>
              <a:gd name="csY192" fmla="*/ 733567 h 1348520"/>
              <a:gd name="csX193" fmla="*/ 557240 w 1248439"/>
              <a:gd name="csY193" fmla="*/ 797052 h 1348520"/>
              <a:gd name="csX194" fmla="*/ 532960 w 1248439"/>
              <a:gd name="csY194" fmla="*/ 882230 h 1348520"/>
              <a:gd name="csX195" fmla="*/ 450369 w 1248439"/>
              <a:gd name="csY195" fmla="*/ 815162 h 1348520"/>
              <a:gd name="csX196" fmla="*/ 459524 w 1248439"/>
              <a:gd name="csY196" fmla="*/ 791480 h 1348520"/>
              <a:gd name="csX197" fmla="*/ 423701 w 1248439"/>
              <a:gd name="csY197" fmla="*/ 755657 h 1348520"/>
              <a:gd name="csX198" fmla="*/ 387879 w 1248439"/>
              <a:gd name="csY198" fmla="*/ 791480 h 1348520"/>
              <a:gd name="csX199" fmla="*/ 423701 w 1248439"/>
              <a:gd name="csY199" fmla="*/ 827302 h 1348520"/>
              <a:gd name="csX200" fmla="*/ 424497 w 1248439"/>
              <a:gd name="csY200" fmla="*/ 827302 h 1348520"/>
              <a:gd name="csX201" fmla="*/ 525199 w 1248439"/>
              <a:gd name="csY201" fmla="*/ 909296 h 1348520"/>
              <a:gd name="csX202" fmla="*/ 498531 w 1248439"/>
              <a:gd name="csY202" fmla="*/ 1002833 h 1348520"/>
              <a:gd name="csX203" fmla="*/ 285984 w 1248439"/>
              <a:gd name="csY203" fmla="*/ 800833 h 1348520"/>
              <a:gd name="csX204" fmla="*/ 295138 w 1248439"/>
              <a:gd name="csY204" fmla="*/ 776952 h 1348520"/>
              <a:gd name="csX205" fmla="*/ 259316 w 1248439"/>
              <a:gd name="csY205" fmla="*/ 741129 h 1348520"/>
              <a:gd name="csX206" fmla="*/ 223493 w 1248439"/>
              <a:gd name="csY206" fmla="*/ 776952 h 1348520"/>
              <a:gd name="csX207" fmla="*/ 259316 w 1248439"/>
              <a:gd name="csY207" fmla="*/ 812774 h 1348520"/>
              <a:gd name="csX208" fmla="*/ 1101942 w 1248439"/>
              <a:gd name="csY208" fmla="*/ 590674 h 1348520"/>
              <a:gd name="csX209" fmla="*/ 1105723 w 1248439"/>
              <a:gd name="csY209" fmla="*/ 619133 h 1348520"/>
              <a:gd name="csX210" fmla="*/ 1119654 w 1248439"/>
              <a:gd name="csY210" fmla="*/ 631671 h 1348520"/>
              <a:gd name="csX211" fmla="*/ 1121047 w 1248439"/>
              <a:gd name="csY211" fmla="*/ 631671 h 1348520"/>
              <a:gd name="csX212" fmla="*/ 1133585 w 1248439"/>
              <a:gd name="csY212" fmla="*/ 616546 h 1348520"/>
              <a:gd name="csX213" fmla="*/ 1129406 w 1248439"/>
              <a:gd name="csY213" fmla="*/ 585898 h 1348520"/>
              <a:gd name="csX214" fmla="*/ 1113286 w 1248439"/>
              <a:gd name="csY214" fmla="*/ 574554 h 1348520"/>
              <a:gd name="csX215" fmla="*/ 1101942 w 1248439"/>
              <a:gd name="csY215" fmla="*/ 590674 h 1348520"/>
              <a:gd name="csX216" fmla="*/ 1132391 w 1248439"/>
              <a:gd name="csY216" fmla="*/ 539727 h 1348520"/>
              <a:gd name="csX217" fmla="*/ 1142541 w 1248439"/>
              <a:gd name="csY217" fmla="*/ 535149 h 1348520"/>
              <a:gd name="csX218" fmla="*/ 1146521 w 1248439"/>
              <a:gd name="csY218" fmla="*/ 531368 h 1348520"/>
              <a:gd name="csX219" fmla="*/ 1191697 w 1248439"/>
              <a:gd name="csY219" fmla="*/ 491764 h 1348520"/>
              <a:gd name="csX220" fmla="*/ 1193091 w 1248439"/>
              <a:gd name="csY220" fmla="*/ 472062 h 1348520"/>
              <a:gd name="csX221" fmla="*/ 1173388 w 1248439"/>
              <a:gd name="csY221" fmla="*/ 470669 h 1348520"/>
              <a:gd name="csX222" fmla="*/ 1128013 w 1248439"/>
              <a:gd name="csY222" fmla="*/ 510472 h 1348520"/>
              <a:gd name="csX223" fmla="*/ 1122042 w 1248439"/>
              <a:gd name="csY223" fmla="*/ 516243 h 1348520"/>
              <a:gd name="csX224" fmla="*/ 1122839 w 1248439"/>
              <a:gd name="csY224" fmla="*/ 535945 h 1348520"/>
              <a:gd name="csX225" fmla="*/ 1132192 w 1248439"/>
              <a:gd name="csY225" fmla="*/ 539727 h 1348520"/>
              <a:gd name="csX226" fmla="*/ 1216773 w 1248439"/>
              <a:gd name="csY226" fmla="*/ 405591 h 1348520"/>
              <a:gd name="csX227" fmla="*/ 1220156 w 1248439"/>
              <a:gd name="csY227" fmla="*/ 418726 h 1348520"/>
              <a:gd name="csX228" fmla="*/ 1217967 w 1248439"/>
              <a:gd name="csY228" fmla="*/ 429274 h 1348520"/>
              <a:gd name="csX229" fmla="*/ 1224933 w 1248439"/>
              <a:gd name="csY229" fmla="*/ 447583 h 1348520"/>
              <a:gd name="csX230" fmla="*/ 1230704 w 1248439"/>
              <a:gd name="csY230" fmla="*/ 448777 h 1348520"/>
              <a:gd name="csX231" fmla="*/ 1243441 w 1248439"/>
              <a:gd name="csY231" fmla="*/ 440618 h 1348520"/>
              <a:gd name="csX232" fmla="*/ 1248018 w 1248439"/>
              <a:gd name="csY232" fmla="*/ 418726 h 1348520"/>
              <a:gd name="csX233" fmla="*/ 1241053 w 1248439"/>
              <a:gd name="csY233" fmla="*/ 392058 h 1348520"/>
              <a:gd name="csX234" fmla="*/ 1226127 w 1248439"/>
              <a:gd name="csY234" fmla="*/ 366186 h 1348520"/>
              <a:gd name="csX235" fmla="*/ 1207021 w 1248439"/>
              <a:gd name="csY235" fmla="*/ 361211 h 1348520"/>
              <a:gd name="csX236" fmla="*/ 1202046 w 1248439"/>
              <a:gd name="csY236" fmla="*/ 380316 h 1348520"/>
              <a:gd name="csX237" fmla="*/ 1216773 w 1248439"/>
              <a:gd name="csY237" fmla="*/ 405989 h 1348520"/>
              <a:gd name="csX238" fmla="*/ 1138362 w 1248439"/>
              <a:gd name="csY238" fmla="*/ 284391 h 1348520"/>
              <a:gd name="csX239" fmla="*/ 1153089 w 1248439"/>
              <a:gd name="csY239" fmla="*/ 295934 h 1348520"/>
              <a:gd name="csX240" fmla="*/ 1154482 w 1248439"/>
              <a:gd name="csY240" fmla="*/ 297924 h 1348520"/>
              <a:gd name="csX241" fmla="*/ 1168413 w 1248439"/>
              <a:gd name="csY241" fmla="*/ 321806 h 1348520"/>
              <a:gd name="csX242" fmla="*/ 1180553 w 1248439"/>
              <a:gd name="csY242" fmla="*/ 328772 h 1348520"/>
              <a:gd name="csX243" fmla="*/ 1187518 w 1248439"/>
              <a:gd name="csY243" fmla="*/ 326980 h 1348520"/>
              <a:gd name="csX244" fmla="*/ 1192493 w 1248439"/>
              <a:gd name="csY244" fmla="*/ 307875 h 1348520"/>
              <a:gd name="csX245" fmla="*/ 1177567 w 1248439"/>
              <a:gd name="csY245" fmla="*/ 282003 h 1348520"/>
              <a:gd name="csX246" fmla="*/ 1176174 w 1248439"/>
              <a:gd name="csY246" fmla="*/ 280013 h 1348520"/>
              <a:gd name="csX247" fmla="*/ 1146322 w 1248439"/>
              <a:gd name="csY247" fmla="*/ 257524 h 1348520"/>
              <a:gd name="csX248" fmla="*/ 1129008 w 1248439"/>
              <a:gd name="csY248" fmla="*/ 267077 h 1348520"/>
              <a:gd name="csX249" fmla="*/ 1138561 w 1248439"/>
              <a:gd name="csY249" fmla="*/ 284391 h 1348520"/>
              <a:gd name="csX250" fmla="*/ 990494 w 1248439"/>
              <a:gd name="csY250" fmla="*/ 324194 h 1348520"/>
              <a:gd name="csX251" fmla="*/ 997658 w 1248439"/>
              <a:gd name="csY251" fmla="*/ 323796 h 1348520"/>
              <a:gd name="csX252" fmla="*/ 1010395 w 1248439"/>
              <a:gd name="csY252" fmla="*/ 308671 h 1348520"/>
              <a:gd name="csX253" fmla="*/ 995270 w 1248439"/>
              <a:gd name="csY253" fmla="*/ 295934 h 1348520"/>
              <a:gd name="csX254" fmla="*/ 957657 w 1248439"/>
              <a:gd name="csY254" fmla="*/ 284789 h 1348520"/>
              <a:gd name="csX255" fmla="*/ 938153 w 1248439"/>
              <a:gd name="csY255" fmla="*/ 287178 h 1348520"/>
              <a:gd name="csX256" fmla="*/ 940541 w 1248439"/>
              <a:gd name="csY256" fmla="*/ 306681 h 1348520"/>
              <a:gd name="csX257" fmla="*/ 990693 w 1248439"/>
              <a:gd name="csY257" fmla="*/ 323995 h 1348520"/>
              <a:gd name="csX258" fmla="*/ 859145 w 1248439"/>
              <a:gd name="csY258" fmla="*/ 250360 h 1348520"/>
              <a:gd name="csX259" fmla="*/ 900938 w 1248439"/>
              <a:gd name="csY259" fmla="*/ 276431 h 1348520"/>
              <a:gd name="csX260" fmla="*/ 908898 w 1248439"/>
              <a:gd name="csY260" fmla="*/ 279018 h 1348520"/>
              <a:gd name="csX261" fmla="*/ 920441 w 1248439"/>
              <a:gd name="csY261" fmla="*/ 273048 h 1348520"/>
              <a:gd name="csX262" fmla="*/ 917058 w 1248439"/>
              <a:gd name="csY262" fmla="*/ 253743 h 1348520"/>
              <a:gd name="csX263" fmla="*/ 872877 w 1248439"/>
              <a:gd name="csY263" fmla="*/ 226279 h 1348520"/>
              <a:gd name="csX264" fmla="*/ 853970 w 1248439"/>
              <a:gd name="csY264" fmla="*/ 231653 h 1348520"/>
              <a:gd name="csX265" fmla="*/ 859344 w 1248439"/>
              <a:gd name="csY265" fmla="*/ 250559 h 1348520"/>
              <a:gd name="csX266" fmla="*/ 1045024 w 1248439"/>
              <a:gd name="csY266" fmla="*/ 309666 h 1348520"/>
              <a:gd name="csX267" fmla="*/ 1049402 w 1248439"/>
              <a:gd name="csY267" fmla="*/ 308870 h 1348520"/>
              <a:gd name="csX268" fmla="*/ 1097564 w 1248439"/>
              <a:gd name="csY268" fmla="*/ 292949 h 1348520"/>
              <a:gd name="csX269" fmla="*/ 1106320 w 1248439"/>
              <a:gd name="csY269" fmla="*/ 275436 h 1348520"/>
              <a:gd name="csX270" fmla="*/ 1088807 w 1248439"/>
              <a:gd name="csY270" fmla="*/ 266679 h 1348520"/>
              <a:gd name="csX271" fmla="*/ 1040646 w 1248439"/>
              <a:gd name="csY271" fmla="*/ 282600 h 1348520"/>
              <a:gd name="csX272" fmla="*/ 1031889 w 1248439"/>
              <a:gd name="csY272" fmla="*/ 300114 h 1348520"/>
              <a:gd name="csX273" fmla="*/ 1045024 w 1248439"/>
              <a:gd name="csY273" fmla="*/ 309666 h 1348520"/>
              <a:gd name="csX274" fmla="*/ 757448 w 1248439"/>
              <a:gd name="csY274" fmla="*/ 199412 h 1348520"/>
              <a:gd name="csX275" fmla="*/ 785708 w 1248439"/>
              <a:gd name="csY275" fmla="*/ 217523 h 1348520"/>
              <a:gd name="csX276" fmla="*/ 788494 w 1248439"/>
              <a:gd name="csY276" fmla="*/ 218717 h 1348520"/>
              <a:gd name="csX277" fmla="*/ 814764 w 1248439"/>
              <a:gd name="csY277" fmla="*/ 228866 h 1348520"/>
              <a:gd name="csX278" fmla="*/ 820138 w 1248439"/>
              <a:gd name="csY278" fmla="*/ 229861 h 1348520"/>
              <a:gd name="csX279" fmla="*/ 833074 w 1248439"/>
              <a:gd name="csY279" fmla="*/ 221304 h 1348520"/>
              <a:gd name="csX280" fmla="*/ 825511 w 1248439"/>
              <a:gd name="csY280" fmla="*/ 202995 h 1348520"/>
              <a:gd name="csX281" fmla="*/ 798843 w 1248439"/>
              <a:gd name="csY281" fmla="*/ 192646 h 1348520"/>
              <a:gd name="csX282" fmla="*/ 797052 w 1248439"/>
              <a:gd name="csY282" fmla="*/ 191850 h 1348520"/>
              <a:gd name="csX283" fmla="*/ 776952 w 1248439"/>
              <a:gd name="csY283" fmla="*/ 179312 h 1348520"/>
              <a:gd name="csX284" fmla="*/ 757249 w 1248439"/>
              <a:gd name="csY284" fmla="*/ 179511 h 1348520"/>
              <a:gd name="csX285" fmla="*/ 757448 w 1248439"/>
              <a:gd name="csY285" fmla="*/ 199213 h 1348520"/>
              <a:gd name="csX286" fmla="*/ 535945 w 1248439"/>
              <a:gd name="csY286" fmla="*/ 35823 h 1348520"/>
              <a:gd name="csX287" fmla="*/ 544304 w 1248439"/>
              <a:gd name="csY287" fmla="*/ 33036 h 1348520"/>
              <a:gd name="csX288" fmla="*/ 559827 w 1248439"/>
              <a:gd name="csY288" fmla="*/ 27862 h 1348520"/>
              <a:gd name="csX289" fmla="*/ 593859 w 1248439"/>
              <a:gd name="csY289" fmla="*/ 27862 h 1348520"/>
              <a:gd name="csX290" fmla="*/ 607790 w 1248439"/>
              <a:gd name="csY290" fmla="*/ 13931 h 1348520"/>
              <a:gd name="csX291" fmla="*/ 593859 w 1248439"/>
              <a:gd name="csY291" fmla="*/ 0 h 1348520"/>
              <a:gd name="csX292" fmla="*/ 559827 w 1248439"/>
              <a:gd name="csY292" fmla="*/ 0 h 1348520"/>
              <a:gd name="csX293" fmla="*/ 527388 w 1248439"/>
              <a:gd name="csY293" fmla="*/ 10946 h 1348520"/>
              <a:gd name="csX294" fmla="*/ 524801 w 1248439"/>
              <a:gd name="csY294" fmla="*/ 30449 h 1348520"/>
              <a:gd name="csX295" fmla="*/ 535945 w 1248439"/>
              <a:gd name="csY295" fmla="*/ 36022 h 1348520"/>
              <a:gd name="csX296" fmla="*/ 718839 w 1248439"/>
              <a:gd name="csY296" fmla="*/ 79407 h 1348520"/>
              <a:gd name="csX297" fmla="*/ 730581 w 1248439"/>
              <a:gd name="csY297" fmla="*/ 138116 h 1348520"/>
              <a:gd name="csX298" fmla="*/ 744313 w 1248439"/>
              <a:gd name="csY298" fmla="*/ 149261 h 1348520"/>
              <a:gd name="csX299" fmla="*/ 747100 w 1248439"/>
              <a:gd name="csY299" fmla="*/ 149062 h 1348520"/>
              <a:gd name="csX300" fmla="*/ 758045 w 1248439"/>
              <a:gd name="csY300" fmla="*/ 132743 h 1348520"/>
              <a:gd name="csX301" fmla="*/ 746303 w 1248439"/>
              <a:gd name="csY301" fmla="*/ 74033 h 1348520"/>
              <a:gd name="csX302" fmla="*/ 729984 w 1248439"/>
              <a:gd name="csY302" fmla="*/ 63088 h 1348520"/>
              <a:gd name="csX303" fmla="*/ 719039 w 1248439"/>
              <a:gd name="csY303" fmla="*/ 79407 h 1348520"/>
              <a:gd name="csX304" fmla="*/ 500720 w 1248439"/>
              <a:gd name="csY304" fmla="*/ 148863 h 1348520"/>
              <a:gd name="csX305" fmla="*/ 503506 w 1248439"/>
              <a:gd name="csY305" fmla="*/ 149062 h 1348520"/>
              <a:gd name="csX306" fmla="*/ 517238 w 1248439"/>
              <a:gd name="csY306" fmla="*/ 137917 h 1348520"/>
              <a:gd name="csX307" fmla="*/ 528980 w 1248439"/>
              <a:gd name="csY307" fmla="*/ 79208 h 1348520"/>
              <a:gd name="csX308" fmla="*/ 518034 w 1248439"/>
              <a:gd name="csY308" fmla="*/ 62889 h 1348520"/>
              <a:gd name="csX309" fmla="*/ 501715 w 1248439"/>
              <a:gd name="csY309" fmla="*/ 73834 h 1348520"/>
              <a:gd name="csX310" fmla="*/ 489973 w 1248439"/>
              <a:gd name="csY310" fmla="*/ 132543 h 1348520"/>
              <a:gd name="csX311" fmla="*/ 500919 w 1248439"/>
              <a:gd name="csY311" fmla="*/ 148863 h 1348520"/>
              <a:gd name="csX312" fmla="*/ 653961 w 1248439"/>
              <a:gd name="csY312" fmla="*/ 27862 h 1348520"/>
              <a:gd name="csX313" fmla="*/ 687793 w 1248439"/>
              <a:gd name="csY313" fmla="*/ 27862 h 1348520"/>
              <a:gd name="csX314" fmla="*/ 703515 w 1248439"/>
              <a:gd name="csY314" fmla="*/ 33235 h 1348520"/>
              <a:gd name="csX315" fmla="*/ 712073 w 1248439"/>
              <a:gd name="csY315" fmla="*/ 36221 h 1348520"/>
              <a:gd name="csX316" fmla="*/ 723019 w 1248439"/>
              <a:gd name="csY316" fmla="*/ 30847 h 1348520"/>
              <a:gd name="csX317" fmla="*/ 720631 w 1248439"/>
              <a:gd name="csY317" fmla="*/ 11344 h 1348520"/>
              <a:gd name="csX318" fmla="*/ 687793 w 1248439"/>
              <a:gd name="csY318" fmla="*/ 199 h 1348520"/>
              <a:gd name="csX319" fmla="*/ 653961 w 1248439"/>
              <a:gd name="csY319" fmla="*/ 199 h 1348520"/>
              <a:gd name="csX320" fmla="*/ 640030 w 1248439"/>
              <a:gd name="csY320" fmla="*/ 14130 h 1348520"/>
              <a:gd name="csX321" fmla="*/ 653961 w 1248439"/>
              <a:gd name="csY321" fmla="*/ 28061 h 1348520"/>
              <a:gd name="csX322" fmla="*/ 427483 w 1248439"/>
              <a:gd name="csY322" fmla="*/ 230060 h 1348520"/>
              <a:gd name="csX323" fmla="*/ 432856 w 1248439"/>
              <a:gd name="csY323" fmla="*/ 229065 h 1348520"/>
              <a:gd name="csX324" fmla="*/ 458529 w 1248439"/>
              <a:gd name="csY324" fmla="*/ 219115 h 1348520"/>
              <a:gd name="csX325" fmla="*/ 462310 w 1248439"/>
              <a:gd name="csY325" fmla="*/ 217523 h 1348520"/>
              <a:gd name="csX326" fmla="*/ 490371 w 1248439"/>
              <a:gd name="csY326" fmla="*/ 199412 h 1348520"/>
              <a:gd name="csX327" fmla="*/ 490570 w 1248439"/>
              <a:gd name="csY327" fmla="*/ 179710 h 1348520"/>
              <a:gd name="csX328" fmla="*/ 470868 w 1248439"/>
              <a:gd name="csY328" fmla="*/ 179511 h 1348520"/>
              <a:gd name="csX329" fmla="*/ 450767 w 1248439"/>
              <a:gd name="csY329" fmla="*/ 192049 h 1348520"/>
              <a:gd name="csX330" fmla="*/ 448976 w 1248439"/>
              <a:gd name="csY330" fmla="*/ 192845 h 1348520"/>
              <a:gd name="csX331" fmla="*/ 422109 w 1248439"/>
              <a:gd name="csY331" fmla="*/ 203194 h 1348520"/>
              <a:gd name="csX332" fmla="*/ 414547 w 1248439"/>
              <a:gd name="csY332" fmla="*/ 221503 h 1348520"/>
              <a:gd name="csX333" fmla="*/ 427483 w 1248439"/>
              <a:gd name="csY333" fmla="*/ 230060 h 1348520"/>
              <a:gd name="csX334" fmla="*/ 249962 w 1248439"/>
              <a:gd name="csY334" fmla="*/ 323995 h 1348520"/>
              <a:gd name="csX335" fmla="*/ 257325 w 1248439"/>
              <a:gd name="csY335" fmla="*/ 324393 h 1348520"/>
              <a:gd name="csX336" fmla="*/ 307278 w 1248439"/>
              <a:gd name="csY336" fmla="*/ 307079 h 1348520"/>
              <a:gd name="csX337" fmla="*/ 309666 w 1248439"/>
              <a:gd name="csY337" fmla="*/ 287576 h 1348520"/>
              <a:gd name="csX338" fmla="*/ 290163 w 1248439"/>
              <a:gd name="csY338" fmla="*/ 285187 h 1348520"/>
              <a:gd name="csX339" fmla="*/ 252549 w 1248439"/>
              <a:gd name="csY339" fmla="*/ 296332 h 1348520"/>
              <a:gd name="csX340" fmla="*/ 237424 w 1248439"/>
              <a:gd name="csY340" fmla="*/ 309069 h 1348520"/>
              <a:gd name="csX341" fmla="*/ 250161 w 1248439"/>
              <a:gd name="csY341" fmla="*/ 324194 h 1348520"/>
              <a:gd name="csX342" fmla="*/ 150256 w 1248439"/>
              <a:gd name="csY342" fmla="*/ 293148 h 1348520"/>
              <a:gd name="csX343" fmla="*/ 198417 w 1248439"/>
              <a:gd name="csY343" fmla="*/ 309069 h 1348520"/>
              <a:gd name="csX344" fmla="*/ 202796 w 1248439"/>
              <a:gd name="csY344" fmla="*/ 309865 h 1348520"/>
              <a:gd name="csX345" fmla="*/ 215930 w 1248439"/>
              <a:gd name="csY345" fmla="*/ 300313 h 1348520"/>
              <a:gd name="csX346" fmla="*/ 207174 w 1248439"/>
              <a:gd name="csY346" fmla="*/ 282799 h 1348520"/>
              <a:gd name="csX347" fmla="*/ 159012 w 1248439"/>
              <a:gd name="csY347" fmla="*/ 266878 h 1348520"/>
              <a:gd name="csX348" fmla="*/ 141499 w 1248439"/>
              <a:gd name="csY348" fmla="*/ 275635 h 1348520"/>
              <a:gd name="csX349" fmla="*/ 150256 w 1248439"/>
              <a:gd name="csY349" fmla="*/ 293148 h 1348520"/>
              <a:gd name="csX350" fmla="*/ 338921 w 1248439"/>
              <a:gd name="csY350" fmla="*/ 279018 h 1348520"/>
              <a:gd name="csX351" fmla="*/ 346882 w 1248439"/>
              <a:gd name="csY351" fmla="*/ 276431 h 1348520"/>
              <a:gd name="csX352" fmla="*/ 388675 w 1248439"/>
              <a:gd name="csY352" fmla="*/ 250360 h 1348520"/>
              <a:gd name="csX353" fmla="*/ 394048 w 1248439"/>
              <a:gd name="csY353" fmla="*/ 231454 h 1348520"/>
              <a:gd name="csX354" fmla="*/ 375142 w 1248439"/>
              <a:gd name="csY354" fmla="*/ 226080 h 1348520"/>
              <a:gd name="csX355" fmla="*/ 330961 w 1248439"/>
              <a:gd name="csY355" fmla="*/ 253544 h 1348520"/>
              <a:gd name="csX356" fmla="*/ 327577 w 1248439"/>
              <a:gd name="csY356" fmla="*/ 272849 h 1348520"/>
              <a:gd name="csX357" fmla="*/ 339120 w 1248439"/>
              <a:gd name="csY357" fmla="*/ 278819 h 1348520"/>
              <a:gd name="csX358" fmla="*/ 60699 w 1248439"/>
              <a:gd name="csY358" fmla="*/ 326980 h 1348520"/>
              <a:gd name="csX359" fmla="*/ 67665 w 1248439"/>
              <a:gd name="csY359" fmla="*/ 328772 h 1348520"/>
              <a:gd name="csX360" fmla="*/ 79805 w 1248439"/>
              <a:gd name="csY360" fmla="*/ 321806 h 1348520"/>
              <a:gd name="csX361" fmla="*/ 93537 w 1248439"/>
              <a:gd name="csY361" fmla="*/ 297924 h 1348520"/>
              <a:gd name="csX362" fmla="*/ 95129 w 1248439"/>
              <a:gd name="csY362" fmla="*/ 295735 h 1348520"/>
              <a:gd name="csX363" fmla="*/ 109856 w 1248439"/>
              <a:gd name="csY363" fmla="*/ 284192 h 1348520"/>
              <a:gd name="csX364" fmla="*/ 119409 w 1248439"/>
              <a:gd name="csY364" fmla="*/ 266878 h 1348520"/>
              <a:gd name="csX365" fmla="*/ 102094 w 1248439"/>
              <a:gd name="csY365" fmla="*/ 257325 h 1348520"/>
              <a:gd name="csX366" fmla="*/ 72242 w 1248439"/>
              <a:gd name="csY366" fmla="*/ 279615 h 1348520"/>
              <a:gd name="csX367" fmla="*/ 70650 w 1248439"/>
              <a:gd name="csY367" fmla="*/ 281804 h 1348520"/>
              <a:gd name="csX368" fmla="*/ 55724 w 1248439"/>
              <a:gd name="csY368" fmla="*/ 307676 h 1348520"/>
              <a:gd name="csX369" fmla="*/ 60699 w 1248439"/>
              <a:gd name="csY369" fmla="*/ 326781 h 1348520"/>
              <a:gd name="csX370" fmla="*/ 17314 w 1248439"/>
              <a:gd name="csY370" fmla="*/ 448777 h 1348520"/>
              <a:gd name="csX371" fmla="*/ 23086 w 1248439"/>
              <a:gd name="csY371" fmla="*/ 447583 h 1348520"/>
              <a:gd name="csX372" fmla="*/ 30051 w 1248439"/>
              <a:gd name="csY372" fmla="*/ 429274 h 1348520"/>
              <a:gd name="csX373" fmla="*/ 27862 w 1248439"/>
              <a:gd name="csY373" fmla="*/ 418925 h 1348520"/>
              <a:gd name="csX374" fmla="*/ 31046 w 1248439"/>
              <a:gd name="csY374" fmla="*/ 406188 h 1348520"/>
              <a:gd name="csX375" fmla="*/ 46171 w 1248439"/>
              <a:gd name="csY375" fmla="*/ 380117 h 1348520"/>
              <a:gd name="csX376" fmla="*/ 41196 w 1248439"/>
              <a:gd name="csY376" fmla="*/ 361012 h 1348520"/>
              <a:gd name="csX377" fmla="*/ 22091 w 1248439"/>
              <a:gd name="csY377" fmla="*/ 365987 h 1348520"/>
              <a:gd name="csX378" fmla="*/ 6766 w 1248439"/>
              <a:gd name="csY378" fmla="*/ 392456 h 1348520"/>
              <a:gd name="csX379" fmla="*/ 0 w 1248439"/>
              <a:gd name="csY379" fmla="*/ 418726 h 1348520"/>
              <a:gd name="csX380" fmla="*/ 4577 w 1248439"/>
              <a:gd name="csY380" fmla="*/ 440419 h 1348520"/>
              <a:gd name="csX381" fmla="*/ 17314 w 1248439"/>
              <a:gd name="csY381" fmla="*/ 448578 h 1348520"/>
              <a:gd name="csX382" fmla="*/ 101298 w 1248439"/>
              <a:gd name="csY382" fmla="*/ 531368 h 1348520"/>
              <a:gd name="csX383" fmla="*/ 105279 w 1248439"/>
              <a:gd name="csY383" fmla="*/ 535348 h 1348520"/>
              <a:gd name="csX384" fmla="*/ 115428 w 1248439"/>
              <a:gd name="csY384" fmla="*/ 539727 h 1348520"/>
              <a:gd name="csX385" fmla="*/ 124981 w 1248439"/>
              <a:gd name="csY385" fmla="*/ 535945 h 1348520"/>
              <a:gd name="csX386" fmla="*/ 125777 w 1248439"/>
              <a:gd name="csY386" fmla="*/ 516243 h 1348520"/>
              <a:gd name="csX387" fmla="*/ 119807 w 1248439"/>
              <a:gd name="csY387" fmla="*/ 510472 h 1348520"/>
              <a:gd name="csX388" fmla="*/ 74431 w 1248439"/>
              <a:gd name="csY388" fmla="*/ 470669 h 1348520"/>
              <a:gd name="csX389" fmla="*/ 54729 w 1248439"/>
              <a:gd name="csY389" fmla="*/ 471863 h 1348520"/>
              <a:gd name="csX390" fmla="*/ 55923 w 1248439"/>
              <a:gd name="csY390" fmla="*/ 491565 h 1348520"/>
              <a:gd name="csX391" fmla="*/ 101099 w 1248439"/>
              <a:gd name="csY391" fmla="*/ 531169 h 1348520"/>
              <a:gd name="csX392" fmla="*/ 118612 w 1248439"/>
              <a:gd name="csY392" fmla="*/ 585898 h 1348520"/>
              <a:gd name="csX393" fmla="*/ 114433 w 1248439"/>
              <a:gd name="csY393" fmla="*/ 616546 h 1348520"/>
              <a:gd name="csX394" fmla="*/ 126971 w 1248439"/>
              <a:gd name="csY394" fmla="*/ 631671 h 1348520"/>
              <a:gd name="csX395" fmla="*/ 128165 w 1248439"/>
              <a:gd name="csY395" fmla="*/ 631671 h 1348520"/>
              <a:gd name="csX396" fmla="*/ 142096 w 1248439"/>
              <a:gd name="csY396" fmla="*/ 618934 h 1348520"/>
              <a:gd name="csX397" fmla="*/ 145877 w 1248439"/>
              <a:gd name="csY397" fmla="*/ 590475 h 1348520"/>
              <a:gd name="csX398" fmla="*/ 134534 w 1248439"/>
              <a:gd name="csY398" fmla="*/ 574355 h 1348520"/>
              <a:gd name="csX399" fmla="*/ 118413 w 1248439"/>
              <a:gd name="csY399" fmla="*/ 585699 h 134852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Lst>
            <a:rect l="l" t="t" r="r" b="b"/>
            <a:pathLst>
              <a:path w="1248439" h="1348520">
                <a:moveTo>
                  <a:pt x="1230107" y="890191"/>
                </a:moveTo>
                <a:lnTo>
                  <a:pt x="1146521" y="817153"/>
                </a:lnTo>
                <a:cubicBezTo>
                  <a:pt x="1134779" y="806804"/>
                  <a:pt x="1127814" y="791480"/>
                  <a:pt x="1127814" y="775957"/>
                </a:cubicBezTo>
                <a:cubicBezTo>
                  <a:pt x="1127814" y="772772"/>
                  <a:pt x="1128212" y="769190"/>
                  <a:pt x="1128809" y="766006"/>
                </a:cubicBezTo>
                <a:cubicBezTo>
                  <a:pt x="1130799" y="754861"/>
                  <a:pt x="1132391" y="743716"/>
                  <a:pt x="1133784" y="732571"/>
                </a:cubicBezTo>
                <a:cubicBezTo>
                  <a:pt x="1134580" y="725009"/>
                  <a:pt x="1129207" y="718043"/>
                  <a:pt x="1121445" y="717048"/>
                </a:cubicBezTo>
                <a:cubicBezTo>
                  <a:pt x="1113883" y="716252"/>
                  <a:pt x="1106917" y="721626"/>
                  <a:pt x="1105922" y="729387"/>
                </a:cubicBezTo>
                <a:cubicBezTo>
                  <a:pt x="1104728" y="739935"/>
                  <a:pt x="1103335" y="750483"/>
                  <a:pt x="1101345" y="761031"/>
                </a:cubicBezTo>
                <a:cubicBezTo>
                  <a:pt x="1100549" y="766205"/>
                  <a:pt x="1099952" y="771180"/>
                  <a:pt x="1099952" y="775957"/>
                </a:cubicBezTo>
                <a:cubicBezTo>
                  <a:pt x="1099952" y="799241"/>
                  <a:pt x="1110500" y="822526"/>
                  <a:pt x="1128212" y="838049"/>
                </a:cubicBezTo>
                <a:lnTo>
                  <a:pt x="1211997" y="911087"/>
                </a:lnTo>
                <a:cubicBezTo>
                  <a:pt x="1220753" y="918451"/>
                  <a:pt x="1222943" y="931984"/>
                  <a:pt x="1216972" y="942532"/>
                </a:cubicBezTo>
                <a:cubicBezTo>
                  <a:pt x="1216773" y="942930"/>
                  <a:pt x="1216574" y="943527"/>
                  <a:pt x="1216375" y="943925"/>
                </a:cubicBezTo>
                <a:lnTo>
                  <a:pt x="1153487" y="1052387"/>
                </a:lnTo>
                <a:cubicBezTo>
                  <a:pt x="1153487" y="1052387"/>
                  <a:pt x="1153089" y="1053183"/>
                  <a:pt x="1152890" y="1053781"/>
                </a:cubicBezTo>
                <a:cubicBezTo>
                  <a:pt x="1146720" y="1063134"/>
                  <a:pt x="1136371" y="1067911"/>
                  <a:pt x="1123236" y="1064129"/>
                </a:cubicBezTo>
                <a:lnTo>
                  <a:pt x="1018157" y="1029302"/>
                </a:lnTo>
                <a:cubicBezTo>
                  <a:pt x="990494" y="1019351"/>
                  <a:pt x="959647" y="1025122"/>
                  <a:pt x="937954" y="1044029"/>
                </a:cubicBezTo>
                <a:cubicBezTo>
                  <a:pt x="892977" y="1082041"/>
                  <a:pt x="843223" y="1110898"/>
                  <a:pt x="789689" y="1129804"/>
                </a:cubicBezTo>
                <a:cubicBezTo>
                  <a:pt x="789092" y="1129804"/>
                  <a:pt x="788494" y="1130003"/>
                  <a:pt x="788096" y="1130401"/>
                </a:cubicBezTo>
                <a:cubicBezTo>
                  <a:pt x="760234" y="1140750"/>
                  <a:pt x="740333" y="1163835"/>
                  <a:pt x="734761" y="1192294"/>
                </a:cubicBezTo>
                <a:lnTo>
                  <a:pt x="713068" y="1300757"/>
                </a:lnTo>
                <a:cubicBezTo>
                  <a:pt x="713068" y="1300757"/>
                  <a:pt x="713068" y="1301354"/>
                  <a:pt x="713068" y="1301752"/>
                </a:cubicBezTo>
                <a:cubicBezTo>
                  <a:pt x="710481" y="1312698"/>
                  <a:pt x="699933" y="1320858"/>
                  <a:pt x="688390" y="1320858"/>
                </a:cubicBezTo>
                <a:lnTo>
                  <a:pt x="560623" y="1320858"/>
                </a:lnTo>
                <a:cubicBezTo>
                  <a:pt x="548483" y="1320858"/>
                  <a:pt x="538135" y="1312499"/>
                  <a:pt x="535746" y="1300757"/>
                </a:cubicBezTo>
                <a:lnTo>
                  <a:pt x="514054" y="1192294"/>
                </a:lnTo>
                <a:cubicBezTo>
                  <a:pt x="508481" y="1164233"/>
                  <a:pt x="487983" y="1140551"/>
                  <a:pt x="460718" y="1130401"/>
                </a:cubicBezTo>
                <a:cubicBezTo>
                  <a:pt x="460320" y="1130401"/>
                  <a:pt x="459723" y="1130003"/>
                  <a:pt x="459126" y="1130003"/>
                </a:cubicBezTo>
                <a:cubicBezTo>
                  <a:pt x="405591" y="1111097"/>
                  <a:pt x="355638" y="1082240"/>
                  <a:pt x="310661" y="1044228"/>
                </a:cubicBezTo>
                <a:cubicBezTo>
                  <a:pt x="288372" y="1025321"/>
                  <a:pt x="257723" y="1019550"/>
                  <a:pt x="230857" y="1029302"/>
                </a:cubicBezTo>
                <a:lnTo>
                  <a:pt x="125976" y="1064129"/>
                </a:lnTo>
                <a:cubicBezTo>
                  <a:pt x="122593" y="1065124"/>
                  <a:pt x="120006" y="1065522"/>
                  <a:pt x="117418" y="1065522"/>
                </a:cubicBezTo>
                <a:cubicBezTo>
                  <a:pt x="108065" y="1065522"/>
                  <a:pt x="99706" y="1060746"/>
                  <a:pt x="95328" y="1052984"/>
                </a:cubicBezTo>
                <a:cubicBezTo>
                  <a:pt x="95129" y="1052586"/>
                  <a:pt x="94731" y="1051989"/>
                  <a:pt x="94532" y="1051591"/>
                </a:cubicBezTo>
                <a:lnTo>
                  <a:pt x="31444" y="942731"/>
                </a:lnTo>
                <a:cubicBezTo>
                  <a:pt x="25872" y="932780"/>
                  <a:pt x="27464" y="920043"/>
                  <a:pt x="35226" y="912281"/>
                </a:cubicBezTo>
                <a:cubicBezTo>
                  <a:pt x="35823" y="911883"/>
                  <a:pt x="36221" y="911485"/>
                  <a:pt x="36818" y="911087"/>
                </a:cubicBezTo>
                <a:lnTo>
                  <a:pt x="120205" y="838049"/>
                </a:lnTo>
                <a:cubicBezTo>
                  <a:pt x="142096" y="818347"/>
                  <a:pt x="152246" y="788694"/>
                  <a:pt x="146674" y="760831"/>
                </a:cubicBezTo>
                <a:cubicBezTo>
                  <a:pt x="144683" y="750483"/>
                  <a:pt x="143290" y="739935"/>
                  <a:pt x="142295" y="729586"/>
                </a:cubicBezTo>
                <a:cubicBezTo>
                  <a:pt x="141499" y="722024"/>
                  <a:pt x="134932" y="716252"/>
                  <a:pt x="127170" y="717048"/>
                </a:cubicBezTo>
                <a:cubicBezTo>
                  <a:pt x="119608" y="717844"/>
                  <a:pt x="113836" y="724611"/>
                  <a:pt x="114632" y="732173"/>
                </a:cubicBezTo>
                <a:cubicBezTo>
                  <a:pt x="115627" y="743318"/>
                  <a:pt x="117219" y="754662"/>
                  <a:pt x="119409" y="766006"/>
                </a:cubicBezTo>
                <a:cubicBezTo>
                  <a:pt x="122991" y="784315"/>
                  <a:pt x="116224" y="804018"/>
                  <a:pt x="101696" y="816953"/>
                </a:cubicBezTo>
                <a:lnTo>
                  <a:pt x="19901" y="888599"/>
                </a:lnTo>
                <a:cubicBezTo>
                  <a:pt x="19901" y="888599"/>
                  <a:pt x="18906" y="889395"/>
                  <a:pt x="18309" y="889793"/>
                </a:cubicBezTo>
                <a:cubicBezTo>
                  <a:pt x="-597" y="905913"/>
                  <a:pt x="-5373" y="933775"/>
                  <a:pt x="7165" y="956263"/>
                </a:cubicBezTo>
                <a:lnTo>
                  <a:pt x="70849" y="1066318"/>
                </a:lnTo>
                <a:cubicBezTo>
                  <a:pt x="70849" y="1066318"/>
                  <a:pt x="71247" y="1067115"/>
                  <a:pt x="71645" y="1067512"/>
                </a:cubicBezTo>
                <a:cubicBezTo>
                  <a:pt x="80999" y="1083434"/>
                  <a:pt x="98512" y="1093185"/>
                  <a:pt x="117418" y="1093185"/>
                </a:cubicBezTo>
                <a:cubicBezTo>
                  <a:pt x="122792" y="1093185"/>
                  <a:pt x="127966" y="1092389"/>
                  <a:pt x="134335" y="1090399"/>
                </a:cubicBezTo>
                <a:lnTo>
                  <a:pt x="239812" y="1055373"/>
                </a:lnTo>
                <a:cubicBezTo>
                  <a:pt x="257723" y="1049004"/>
                  <a:pt x="277824" y="1052785"/>
                  <a:pt x="292551" y="1065323"/>
                </a:cubicBezTo>
                <a:cubicBezTo>
                  <a:pt x="340314" y="1105723"/>
                  <a:pt x="393650" y="1136371"/>
                  <a:pt x="450767" y="1156472"/>
                </a:cubicBezTo>
                <a:cubicBezTo>
                  <a:pt x="451165" y="1156472"/>
                  <a:pt x="451563" y="1156671"/>
                  <a:pt x="451961" y="1156870"/>
                </a:cubicBezTo>
                <a:cubicBezTo>
                  <a:pt x="469873" y="1163835"/>
                  <a:pt x="483008" y="1179358"/>
                  <a:pt x="486590" y="1197668"/>
                </a:cubicBezTo>
                <a:lnTo>
                  <a:pt x="508282" y="1306131"/>
                </a:lnTo>
                <a:cubicBezTo>
                  <a:pt x="513059" y="1330808"/>
                  <a:pt x="535149" y="1348521"/>
                  <a:pt x="560424" y="1348521"/>
                </a:cubicBezTo>
                <a:lnTo>
                  <a:pt x="688191" y="1348521"/>
                </a:lnTo>
                <a:cubicBezTo>
                  <a:pt x="713466" y="1348521"/>
                  <a:pt x="735557" y="1330808"/>
                  <a:pt x="740333" y="1306330"/>
                </a:cubicBezTo>
                <a:cubicBezTo>
                  <a:pt x="740333" y="1305932"/>
                  <a:pt x="740333" y="1305733"/>
                  <a:pt x="740333" y="1305335"/>
                </a:cubicBezTo>
                <a:lnTo>
                  <a:pt x="761827" y="1197469"/>
                </a:lnTo>
                <a:cubicBezTo>
                  <a:pt x="765409" y="1178960"/>
                  <a:pt x="778345" y="1163835"/>
                  <a:pt x="796455" y="1156671"/>
                </a:cubicBezTo>
                <a:cubicBezTo>
                  <a:pt x="796853" y="1156671"/>
                  <a:pt x="797251" y="1156472"/>
                  <a:pt x="797649" y="1156273"/>
                </a:cubicBezTo>
                <a:cubicBezTo>
                  <a:pt x="854766" y="1136172"/>
                  <a:pt x="907903" y="1105524"/>
                  <a:pt x="956065" y="1064925"/>
                </a:cubicBezTo>
                <a:cubicBezTo>
                  <a:pt x="970393" y="1052387"/>
                  <a:pt x="990693" y="1048606"/>
                  <a:pt x="1009002" y="1055373"/>
                </a:cubicBezTo>
                <a:lnTo>
                  <a:pt x="1114878" y="1090598"/>
                </a:lnTo>
                <a:cubicBezTo>
                  <a:pt x="1120848" y="1092389"/>
                  <a:pt x="1126023" y="1093185"/>
                  <a:pt x="1131396" y="1093185"/>
                </a:cubicBezTo>
                <a:cubicBezTo>
                  <a:pt x="1150701" y="1093185"/>
                  <a:pt x="1168015" y="1083235"/>
                  <a:pt x="1177766" y="1066517"/>
                </a:cubicBezTo>
                <a:cubicBezTo>
                  <a:pt x="1177965" y="1065920"/>
                  <a:pt x="1178363" y="1065522"/>
                  <a:pt x="1178562" y="1064925"/>
                </a:cubicBezTo>
                <a:lnTo>
                  <a:pt x="1241451" y="956463"/>
                </a:lnTo>
                <a:cubicBezTo>
                  <a:pt x="1241451" y="956463"/>
                  <a:pt x="1242048" y="955268"/>
                  <a:pt x="1242247" y="954472"/>
                </a:cubicBezTo>
                <a:cubicBezTo>
                  <a:pt x="1253790" y="932581"/>
                  <a:pt x="1248815" y="905515"/>
                  <a:pt x="1230505" y="889793"/>
                </a:cubicBezTo>
                <a:close/>
                <a:moveTo>
                  <a:pt x="302502" y="615352"/>
                </a:moveTo>
                <a:cubicBezTo>
                  <a:pt x="301109" y="622915"/>
                  <a:pt x="306084" y="630278"/>
                  <a:pt x="313646" y="631472"/>
                </a:cubicBezTo>
                <a:cubicBezTo>
                  <a:pt x="314443" y="631472"/>
                  <a:pt x="315239" y="631671"/>
                  <a:pt x="316234" y="631671"/>
                </a:cubicBezTo>
                <a:cubicBezTo>
                  <a:pt x="322801" y="631671"/>
                  <a:pt x="328772" y="626895"/>
                  <a:pt x="329966" y="620327"/>
                </a:cubicBezTo>
                <a:cubicBezTo>
                  <a:pt x="331757" y="610377"/>
                  <a:pt x="334145" y="600426"/>
                  <a:pt x="336931" y="590674"/>
                </a:cubicBezTo>
                <a:cubicBezTo>
                  <a:pt x="339120" y="583311"/>
                  <a:pt x="334941" y="575549"/>
                  <a:pt x="327378" y="573360"/>
                </a:cubicBezTo>
                <a:cubicBezTo>
                  <a:pt x="319816" y="571171"/>
                  <a:pt x="312253" y="575350"/>
                  <a:pt x="310064" y="582913"/>
                </a:cubicBezTo>
                <a:cubicBezTo>
                  <a:pt x="306880" y="593660"/>
                  <a:pt x="304293" y="604406"/>
                  <a:pt x="302303" y="615352"/>
                </a:cubicBezTo>
                <a:close/>
                <a:moveTo>
                  <a:pt x="655752" y="349867"/>
                </a:moveTo>
                <a:cubicBezTo>
                  <a:pt x="648189" y="348872"/>
                  <a:pt x="641224" y="354643"/>
                  <a:pt x="640627" y="362405"/>
                </a:cubicBezTo>
                <a:cubicBezTo>
                  <a:pt x="639831" y="369967"/>
                  <a:pt x="645403" y="376933"/>
                  <a:pt x="653165" y="377530"/>
                </a:cubicBezTo>
                <a:cubicBezTo>
                  <a:pt x="672668" y="379520"/>
                  <a:pt x="692172" y="383301"/>
                  <a:pt x="711078" y="389073"/>
                </a:cubicBezTo>
                <a:cubicBezTo>
                  <a:pt x="712471" y="389471"/>
                  <a:pt x="713864" y="389670"/>
                  <a:pt x="715058" y="389670"/>
                </a:cubicBezTo>
                <a:cubicBezTo>
                  <a:pt x="721029" y="389670"/>
                  <a:pt x="726601" y="385889"/>
                  <a:pt x="728392" y="379719"/>
                </a:cubicBezTo>
                <a:cubicBezTo>
                  <a:pt x="730581" y="372356"/>
                  <a:pt x="726402" y="364594"/>
                  <a:pt x="719039" y="362405"/>
                </a:cubicBezTo>
                <a:cubicBezTo>
                  <a:pt x="698540" y="356236"/>
                  <a:pt x="677245" y="351857"/>
                  <a:pt x="655752" y="349867"/>
                </a:cubicBezTo>
                <a:close/>
                <a:moveTo>
                  <a:pt x="369768" y="469276"/>
                </a:moveTo>
                <a:cubicBezTo>
                  <a:pt x="356236" y="485993"/>
                  <a:pt x="344295" y="504103"/>
                  <a:pt x="334344" y="523208"/>
                </a:cubicBezTo>
                <a:cubicBezTo>
                  <a:pt x="330762" y="529975"/>
                  <a:pt x="333349" y="538533"/>
                  <a:pt x="340115" y="542115"/>
                </a:cubicBezTo>
                <a:cubicBezTo>
                  <a:pt x="342106" y="543110"/>
                  <a:pt x="344295" y="543707"/>
                  <a:pt x="346484" y="543707"/>
                </a:cubicBezTo>
                <a:cubicBezTo>
                  <a:pt x="351459" y="543707"/>
                  <a:pt x="356435" y="540921"/>
                  <a:pt x="358823" y="536144"/>
                </a:cubicBezTo>
                <a:cubicBezTo>
                  <a:pt x="367977" y="518830"/>
                  <a:pt x="378923" y="502113"/>
                  <a:pt x="391262" y="486988"/>
                </a:cubicBezTo>
                <a:cubicBezTo>
                  <a:pt x="396038" y="481017"/>
                  <a:pt x="395242" y="472261"/>
                  <a:pt x="389272" y="467285"/>
                </a:cubicBezTo>
                <a:cubicBezTo>
                  <a:pt x="383301" y="462509"/>
                  <a:pt x="374545" y="463305"/>
                  <a:pt x="369569" y="469276"/>
                </a:cubicBezTo>
                <a:close/>
                <a:moveTo>
                  <a:pt x="423900" y="448180"/>
                </a:moveTo>
                <a:cubicBezTo>
                  <a:pt x="427085" y="448180"/>
                  <a:pt x="430269" y="447185"/>
                  <a:pt x="432856" y="444996"/>
                </a:cubicBezTo>
                <a:cubicBezTo>
                  <a:pt x="447981" y="432458"/>
                  <a:pt x="464499" y="421313"/>
                  <a:pt x="481813" y="411960"/>
                </a:cubicBezTo>
                <a:cubicBezTo>
                  <a:pt x="488580" y="408377"/>
                  <a:pt x="491167" y="399820"/>
                  <a:pt x="487386" y="393053"/>
                </a:cubicBezTo>
                <a:cubicBezTo>
                  <a:pt x="483804" y="386287"/>
                  <a:pt x="475246" y="383699"/>
                  <a:pt x="468480" y="387481"/>
                </a:cubicBezTo>
                <a:cubicBezTo>
                  <a:pt x="449573" y="397630"/>
                  <a:pt x="431662" y="409770"/>
                  <a:pt x="415144" y="423502"/>
                </a:cubicBezTo>
                <a:cubicBezTo>
                  <a:pt x="409173" y="428478"/>
                  <a:pt x="408377" y="437234"/>
                  <a:pt x="413353" y="443205"/>
                </a:cubicBezTo>
                <a:cubicBezTo>
                  <a:pt x="416139" y="446588"/>
                  <a:pt x="420119" y="448180"/>
                  <a:pt x="424099" y="448180"/>
                </a:cubicBezTo>
                <a:close/>
                <a:moveTo>
                  <a:pt x="912878" y="523009"/>
                </a:moveTo>
                <a:cubicBezTo>
                  <a:pt x="902928" y="504103"/>
                  <a:pt x="890987" y="485993"/>
                  <a:pt x="877255" y="469276"/>
                </a:cubicBezTo>
                <a:cubicBezTo>
                  <a:pt x="872479" y="463305"/>
                  <a:pt x="863722" y="462509"/>
                  <a:pt x="857751" y="467285"/>
                </a:cubicBezTo>
                <a:cubicBezTo>
                  <a:pt x="851781" y="472062"/>
                  <a:pt x="850786" y="480818"/>
                  <a:pt x="855761" y="486789"/>
                </a:cubicBezTo>
                <a:cubicBezTo>
                  <a:pt x="868100" y="502113"/>
                  <a:pt x="879046" y="518631"/>
                  <a:pt x="888201" y="535945"/>
                </a:cubicBezTo>
                <a:cubicBezTo>
                  <a:pt x="890589" y="540722"/>
                  <a:pt x="895564" y="543309"/>
                  <a:pt x="900540" y="543309"/>
                </a:cubicBezTo>
                <a:cubicBezTo>
                  <a:pt x="902729" y="543309"/>
                  <a:pt x="904918" y="542712"/>
                  <a:pt x="907107" y="541717"/>
                </a:cubicBezTo>
                <a:cubicBezTo>
                  <a:pt x="913874" y="538135"/>
                  <a:pt x="916461" y="529776"/>
                  <a:pt x="912878" y="522810"/>
                </a:cubicBezTo>
                <a:close/>
                <a:moveTo>
                  <a:pt x="778544" y="387481"/>
                </a:moveTo>
                <a:cubicBezTo>
                  <a:pt x="771777" y="383899"/>
                  <a:pt x="763220" y="386486"/>
                  <a:pt x="759637" y="393053"/>
                </a:cubicBezTo>
                <a:cubicBezTo>
                  <a:pt x="756055" y="399820"/>
                  <a:pt x="758443" y="408178"/>
                  <a:pt x="765210" y="411960"/>
                </a:cubicBezTo>
                <a:cubicBezTo>
                  <a:pt x="782524" y="421313"/>
                  <a:pt x="799042" y="432458"/>
                  <a:pt x="814167" y="444996"/>
                </a:cubicBezTo>
                <a:cubicBezTo>
                  <a:pt x="816755" y="447185"/>
                  <a:pt x="819939" y="448180"/>
                  <a:pt x="823123" y="448180"/>
                </a:cubicBezTo>
                <a:cubicBezTo>
                  <a:pt x="827103" y="448180"/>
                  <a:pt x="831084" y="446389"/>
                  <a:pt x="833870" y="443205"/>
                </a:cubicBezTo>
                <a:cubicBezTo>
                  <a:pt x="838845" y="437234"/>
                  <a:pt x="838049" y="428478"/>
                  <a:pt x="832079" y="423502"/>
                </a:cubicBezTo>
                <a:cubicBezTo>
                  <a:pt x="815560" y="409770"/>
                  <a:pt x="797450" y="397630"/>
                  <a:pt x="778544" y="387481"/>
                </a:cubicBezTo>
                <a:close/>
                <a:moveTo>
                  <a:pt x="591271" y="350066"/>
                </a:moveTo>
                <a:cubicBezTo>
                  <a:pt x="569778" y="352255"/>
                  <a:pt x="548483" y="356435"/>
                  <a:pt x="527985" y="362604"/>
                </a:cubicBezTo>
                <a:cubicBezTo>
                  <a:pt x="520621" y="364793"/>
                  <a:pt x="516442" y="372555"/>
                  <a:pt x="518631" y="379918"/>
                </a:cubicBezTo>
                <a:cubicBezTo>
                  <a:pt x="520422" y="385889"/>
                  <a:pt x="525995" y="389869"/>
                  <a:pt x="531965" y="389869"/>
                </a:cubicBezTo>
                <a:cubicBezTo>
                  <a:pt x="533358" y="389869"/>
                  <a:pt x="534751" y="389869"/>
                  <a:pt x="535945" y="389272"/>
                </a:cubicBezTo>
                <a:cubicBezTo>
                  <a:pt x="554653" y="383500"/>
                  <a:pt x="574156" y="379719"/>
                  <a:pt x="593859" y="377729"/>
                </a:cubicBezTo>
                <a:cubicBezTo>
                  <a:pt x="601421" y="376933"/>
                  <a:pt x="607192" y="370167"/>
                  <a:pt x="606396" y="362604"/>
                </a:cubicBezTo>
                <a:cubicBezTo>
                  <a:pt x="605600" y="355041"/>
                  <a:pt x="598635" y="349071"/>
                  <a:pt x="591271" y="350066"/>
                </a:cubicBezTo>
                <a:close/>
                <a:moveTo>
                  <a:pt x="910490" y="590873"/>
                </a:moveTo>
                <a:cubicBezTo>
                  <a:pt x="913276" y="600426"/>
                  <a:pt x="915665" y="610377"/>
                  <a:pt x="917456" y="620526"/>
                </a:cubicBezTo>
                <a:cubicBezTo>
                  <a:pt x="918650" y="627293"/>
                  <a:pt x="924620" y="631870"/>
                  <a:pt x="931188" y="631870"/>
                </a:cubicBezTo>
                <a:cubicBezTo>
                  <a:pt x="931984" y="631870"/>
                  <a:pt x="932780" y="631870"/>
                  <a:pt x="933775" y="631671"/>
                </a:cubicBezTo>
                <a:cubicBezTo>
                  <a:pt x="941337" y="630278"/>
                  <a:pt x="946313" y="622915"/>
                  <a:pt x="944920" y="615352"/>
                </a:cubicBezTo>
                <a:cubicBezTo>
                  <a:pt x="942930" y="604406"/>
                  <a:pt x="940342" y="593460"/>
                  <a:pt x="937158" y="582913"/>
                </a:cubicBezTo>
                <a:cubicBezTo>
                  <a:pt x="934969" y="575549"/>
                  <a:pt x="927207" y="571171"/>
                  <a:pt x="919844" y="573360"/>
                </a:cubicBezTo>
                <a:cubicBezTo>
                  <a:pt x="912480" y="575549"/>
                  <a:pt x="908301" y="583311"/>
                  <a:pt x="910291" y="590674"/>
                </a:cubicBezTo>
                <a:close/>
                <a:moveTo>
                  <a:pt x="259714" y="812774"/>
                </a:moveTo>
                <a:cubicBezTo>
                  <a:pt x="259714" y="812774"/>
                  <a:pt x="260510" y="812774"/>
                  <a:pt x="260908" y="812774"/>
                </a:cubicBezTo>
                <a:cubicBezTo>
                  <a:pt x="304890" y="918053"/>
                  <a:pt x="395043" y="1000445"/>
                  <a:pt x="503904" y="1034277"/>
                </a:cubicBezTo>
                <a:cubicBezTo>
                  <a:pt x="503904" y="1034277"/>
                  <a:pt x="503904" y="1034277"/>
                  <a:pt x="504103" y="1034277"/>
                </a:cubicBezTo>
                <a:cubicBezTo>
                  <a:pt x="504103" y="1034277"/>
                  <a:pt x="504103" y="1034277"/>
                  <a:pt x="504103" y="1034277"/>
                </a:cubicBezTo>
                <a:cubicBezTo>
                  <a:pt x="505297" y="1034675"/>
                  <a:pt x="506690" y="1034874"/>
                  <a:pt x="507884" y="1034874"/>
                </a:cubicBezTo>
                <a:cubicBezTo>
                  <a:pt x="514054" y="1034874"/>
                  <a:pt x="519626" y="1030894"/>
                  <a:pt x="521218" y="1024724"/>
                </a:cubicBezTo>
                <a:lnTo>
                  <a:pt x="581918" y="810983"/>
                </a:lnTo>
                <a:cubicBezTo>
                  <a:pt x="593859" y="815560"/>
                  <a:pt x="606595" y="818347"/>
                  <a:pt x="619929" y="818347"/>
                </a:cubicBezTo>
                <a:cubicBezTo>
                  <a:pt x="635652" y="818347"/>
                  <a:pt x="650379" y="814764"/>
                  <a:pt x="663912" y="808396"/>
                </a:cubicBezTo>
                <a:lnTo>
                  <a:pt x="724213" y="873673"/>
                </a:lnTo>
                <a:cubicBezTo>
                  <a:pt x="715058" y="879444"/>
                  <a:pt x="707297" y="883424"/>
                  <a:pt x="698938" y="886011"/>
                </a:cubicBezTo>
                <a:cubicBezTo>
                  <a:pt x="692570" y="876459"/>
                  <a:pt x="681624" y="870090"/>
                  <a:pt x="669285" y="870090"/>
                </a:cubicBezTo>
                <a:cubicBezTo>
                  <a:pt x="649583" y="870090"/>
                  <a:pt x="633462" y="886211"/>
                  <a:pt x="633462" y="905913"/>
                </a:cubicBezTo>
                <a:cubicBezTo>
                  <a:pt x="633462" y="925615"/>
                  <a:pt x="649583" y="941735"/>
                  <a:pt x="669285" y="941735"/>
                </a:cubicBezTo>
                <a:cubicBezTo>
                  <a:pt x="686599" y="941735"/>
                  <a:pt x="700928" y="929596"/>
                  <a:pt x="704311" y="913276"/>
                </a:cubicBezTo>
                <a:cubicBezTo>
                  <a:pt x="720432" y="908699"/>
                  <a:pt x="733965" y="900938"/>
                  <a:pt x="753667" y="887604"/>
                </a:cubicBezTo>
                <a:cubicBezTo>
                  <a:pt x="753866" y="887604"/>
                  <a:pt x="754065" y="887206"/>
                  <a:pt x="754264" y="887007"/>
                </a:cubicBezTo>
                <a:cubicBezTo>
                  <a:pt x="754463" y="886808"/>
                  <a:pt x="754861" y="886808"/>
                  <a:pt x="755060" y="886409"/>
                </a:cubicBezTo>
                <a:cubicBezTo>
                  <a:pt x="755458" y="886011"/>
                  <a:pt x="755657" y="885613"/>
                  <a:pt x="756055" y="885215"/>
                </a:cubicBezTo>
                <a:cubicBezTo>
                  <a:pt x="756851" y="884419"/>
                  <a:pt x="757448" y="883623"/>
                  <a:pt x="758045" y="882628"/>
                </a:cubicBezTo>
                <a:cubicBezTo>
                  <a:pt x="758244" y="882031"/>
                  <a:pt x="758443" y="881633"/>
                  <a:pt x="758642" y="881036"/>
                </a:cubicBezTo>
                <a:cubicBezTo>
                  <a:pt x="759040" y="879842"/>
                  <a:pt x="759438" y="878648"/>
                  <a:pt x="759438" y="877454"/>
                </a:cubicBezTo>
                <a:cubicBezTo>
                  <a:pt x="759438" y="877056"/>
                  <a:pt x="759438" y="876459"/>
                  <a:pt x="759438" y="876061"/>
                </a:cubicBezTo>
                <a:cubicBezTo>
                  <a:pt x="759438" y="874668"/>
                  <a:pt x="759438" y="873474"/>
                  <a:pt x="758841" y="872080"/>
                </a:cubicBezTo>
                <a:cubicBezTo>
                  <a:pt x="758841" y="871682"/>
                  <a:pt x="758443" y="871284"/>
                  <a:pt x="758244" y="870886"/>
                </a:cubicBezTo>
                <a:cubicBezTo>
                  <a:pt x="757846" y="870090"/>
                  <a:pt x="757647" y="869294"/>
                  <a:pt x="757249" y="868498"/>
                </a:cubicBezTo>
                <a:cubicBezTo>
                  <a:pt x="756851" y="868100"/>
                  <a:pt x="756453" y="867702"/>
                  <a:pt x="756055" y="867304"/>
                </a:cubicBezTo>
                <a:cubicBezTo>
                  <a:pt x="756055" y="867304"/>
                  <a:pt x="756055" y="866906"/>
                  <a:pt x="755856" y="866906"/>
                </a:cubicBezTo>
                <a:lnTo>
                  <a:pt x="687594" y="793072"/>
                </a:lnTo>
                <a:cubicBezTo>
                  <a:pt x="701127" y="781529"/>
                  <a:pt x="711874" y="766603"/>
                  <a:pt x="718043" y="749090"/>
                </a:cubicBezTo>
                <a:lnTo>
                  <a:pt x="940143" y="830486"/>
                </a:lnTo>
                <a:cubicBezTo>
                  <a:pt x="885215" y="935566"/>
                  <a:pt x="782524" y="1006614"/>
                  <a:pt x="665106" y="1021142"/>
                </a:cubicBezTo>
                <a:cubicBezTo>
                  <a:pt x="659135" y="1009400"/>
                  <a:pt x="647194" y="1001440"/>
                  <a:pt x="633263" y="1001440"/>
                </a:cubicBezTo>
                <a:cubicBezTo>
                  <a:pt x="613561" y="1001440"/>
                  <a:pt x="597441" y="1017560"/>
                  <a:pt x="597441" y="1037262"/>
                </a:cubicBezTo>
                <a:cubicBezTo>
                  <a:pt x="597441" y="1056965"/>
                  <a:pt x="613561" y="1073085"/>
                  <a:pt x="633263" y="1073085"/>
                </a:cubicBezTo>
                <a:cubicBezTo>
                  <a:pt x="648986" y="1073085"/>
                  <a:pt x="662120" y="1062935"/>
                  <a:pt x="666897" y="1049004"/>
                </a:cubicBezTo>
                <a:cubicBezTo>
                  <a:pt x="798644" y="1033282"/>
                  <a:pt x="913874" y="951288"/>
                  <a:pt x="971389" y="830486"/>
                </a:cubicBezTo>
                <a:cubicBezTo>
                  <a:pt x="971787" y="829889"/>
                  <a:pt x="971986" y="829292"/>
                  <a:pt x="972185" y="828695"/>
                </a:cubicBezTo>
                <a:cubicBezTo>
                  <a:pt x="972185" y="828297"/>
                  <a:pt x="972583" y="828098"/>
                  <a:pt x="972782" y="827700"/>
                </a:cubicBezTo>
                <a:cubicBezTo>
                  <a:pt x="972782" y="827700"/>
                  <a:pt x="972782" y="827501"/>
                  <a:pt x="972782" y="827302"/>
                </a:cubicBezTo>
                <a:cubicBezTo>
                  <a:pt x="973180" y="825909"/>
                  <a:pt x="973578" y="824516"/>
                  <a:pt x="973578" y="822924"/>
                </a:cubicBezTo>
                <a:cubicBezTo>
                  <a:pt x="973578" y="822924"/>
                  <a:pt x="973578" y="822924"/>
                  <a:pt x="973578" y="822725"/>
                </a:cubicBezTo>
                <a:cubicBezTo>
                  <a:pt x="973578" y="821133"/>
                  <a:pt x="973180" y="819342"/>
                  <a:pt x="972583" y="817949"/>
                </a:cubicBezTo>
                <a:cubicBezTo>
                  <a:pt x="972583" y="817949"/>
                  <a:pt x="972583" y="817750"/>
                  <a:pt x="972583" y="817551"/>
                </a:cubicBezTo>
                <a:cubicBezTo>
                  <a:pt x="971190" y="814565"/>
                  <a:pt x="968801" y="811978"/>
                  <a:pt x="965617" y="810585"/>
                </a:cubicBezTo>
                <a:cubicBezTo>
                  <a:pt x="965418" y="810585"/>
                  <a:pt x="965219" y="810386"/>
                  <a:pt x="965020" y="810187"/>
                </a:cubicBezTo>
                <a:cubicBezTo>
                  <a:pt x="965020" y="810187"/>
                  <a:pt x="964821" y="809988"/>
                  <a:pt x="964622" y="809988"/>
                </a:cubicBezTo>
                <a:lnTo>
                  <a:pt x="713466" y="718043"/>
                </a:lnTo>
                <a:cubicBezTo>
                  <a:pt x="709685" y="716650"/>
                  <a:pt x="705307" y="717048"/>
                  <a:pt x="701724" y="719039"/>
                </a:cubicBezTo>
                <a:cubicBezTo>
                  <a:pt x="698142" y="721029"/>
                  <a:pt x="695754" y="724611"/>
                  <a:pt x="694958" y="728591"/>
                </a:cubicBezTo>
                <a:cubicBezTo>
                  <a:pt x="688390" y="764613"/>
                  <a:pt x="656747" y="790684"/>
                  <a:pt x="620128" y="790684"/>
                </a:cubicBezTo>
                <a:cubicBezTo>
                  <a:pt x="583510" y="790684"/>
                  <a:pt x="551867" y="764613"/>
                  <a:pt x="545299" y="728591"/>
                </a:cubicBezTo>
                <a:cubicBezTo>
                  <a:pt x="543906" y="721029"/>
                  <a:pt x="536542" y="716053"/>
                  <a:pt x="529179" y="717446"/>
                </a:cubicBezTo>
                <a:cubicBezTo>
                  <a:pt x="521616" y="718840"/>
                  <a:pt x="516641" y="726004"/>
                  <a:pt x="518034" y="733567"/>
                </a:cubicBezTo>
                <a:cubicBezTo>
                  <a:pt x="522810" y="759637"/>
                  <a:pt x="537339" y="781728"/>
                  <a:pt x="557240" y="797052"/>
                </a:cubicBezTo>
                <a:lnTo>
                  <a:pt x="532960" y="882230"/>
                </a:lnTo>
                <a:cubicBezTo>
                  <a:pt x="500123" y="867304"/>
                  <a:pt x="471863" y="844219"/>
                  <a:pt x="450369" y="815162"/>
                </a:cubicBezTo>
                <a:cubicBezTo>
                  <a:pt x="455942" y="808794"/>
                  <a:pt x="459524" y="800634"/>
                  <a:pt x="459524" y="791480"/>
                </a:cubicBezTo>
                <a:cubicBezTo>
                  <a:pt x="459524" y="771777"/>
                  <a:pt x="443404" y="755657"/>
                  <a:pt x="423701" y="755657"/>
                </a:cubicBezTo>
                <a:cubicBezTo>
                  <a:pt x="403999" y="755657"/>
                  <a:pt x="387879" y="771777"/>
                  <a:pt x="387879" y="791480"/>
                </a:cubicBezTo>
                <a:cubicBezTo>
                  <a:pt x="387879" y="811182"/>
                  <a:pt x="403999" y="827302"/>
                  <a:pt x="423701" y="827302"/>
                </a:cubicBezTo>
                <a:cubicBezTo>
                  <a:pt x="423900" y="827302"/>
                  <a:pt x="424298" y="827302"/>
                  <a:pt x="424497" y="827302"/>
                </a:cubicBezTo>
                <a:cubicBezTo>
                  <a:pt x="449772" y="863324"/>
                  <a:pt x="484600" y="891783"/>
                  <a:pt x="525199" y="909296"/>
                </a:cubicBezTo>
                <a:lnTo>
                  <a:pt x="498531" y="1002833"/>
                </a:lnTo>
                <a:cubicBezTo>
                  <a:pt x="403203" y="968801"/>
                  <a:pt x="324791" y="894768"/>
                  <a:pt x="285984" y="800833"/>
                </a:cubicBezTo>
                <a:cubicBezTo>
                  <a:pt x="291556" y="794465"/>
                  <a:pt x="295138" y="786305"/>
                  <a:pt x="295138" y="776952"/>
                </a:cubicBezTo>
                <a:cubicBezTo>
                  <a:pt x="295138" y="757249"/>
                  <a:pt x="279018" y="741129"/>
                  <a:pt x="259316" y="741129"/>
                </a:cubicBezTo>
                <a:cubicBezTo>
                  <a:pt x="239613" y="741129"/>
                  <a:pt x="223493" y="757249"/>
                  <a:pt x="223493" y="776952"/>
                </a:cubicBezTo>
                <a:cubicBezTo>
                  <a:pt x="223493" y="796654"/>
                  <a:pt x="239613" y="812774"/>
                  <a:pt x="259316" y="812774"/>
                </a:cubicBezTo>
                <a:close/>
                <a:moveTo>
                  <a:pt x="1101942" y="590674"/>
                </a:moveTo>
                <a:cubicBezTo>
                  <a:pt x="1103534" y="600227"/>
                  <a:pt x="1104927" y="609581"/>
                  <a:pt x="1105723" y="619133"/>
                </a:cubicBezTo>
                <a:cubicBezTo>
                  <a:pt x="1106519" y="626298"/>
                  <a:pt x="1112490" y="631671"/>
                  <a:pt x="1119654" y="631671"/>
                </a:cubicBezTo>
                <a:cubicBezTo>
                  <a:pt x="1120052" y="631671"/>
                  <a:pt x="1120450" y="631671"/>
                  <a:pt x="1121047" y="631671"/>
                </a:cubicBezTo>
                <a:cubicBezTo>
                  <a:pt x="1128610" y="630875"/>
                  <a:pt x="1134381" y="624109"/>
                  <a:pt x="1133585" y="616546"/>
                </a:cubicBezTo>
                <a:cubicBezTo>
                  <a:pt x="1132590" y="606396"/>
                  <a:pt x="1131197" y="596048"/>
                  <a:pt x="1129406" y="585898"/>
                </a:cubicBezTo>
                <a:cubicBezTo>
                  <a:pt x="1128013" y="578335"/>
                  <a:pt x="1120649" y="573360"/>
                  <a:pt x="1113286" y="574554"/>
                </a:cubicBezTo>
                <a:cubicBezTo>
                  <a:pt x="1105723" y="575947"/>
                  <a:pt x="1100748" y="583112"/>
                  <a:pt x="1101942" y="590674"/>
                </a:cubicBezTo>
                <a:close/>
                <a:moveTo>
                  <a:pt x="1132391" y="539727"/>
                </a:moveTo>
                <a:cubicBezTo>
                  <a:pt x="1136172" y="539727"/>
                  <a:pt x="1139954" y="538135"/>
                  <a:pt x="1142541" y="535149"/>
                </a:cubicBezTo>
                <a:cubicBezTo>
                  <a:pt x="1143735" y="533756"/>
                  <a:pt x="1145128" y="532363"/>
                  <a:pt x="1146521" y="531368"/>
                </a:cubicBezTo>
                <a:lnTo>
                  <a:pt x="1191697" y="491764"/>
                </a:lnTo>
                <a:cubicBezTo>
                  <a:pt x="1197469" y="486789"/>
                  <a:pt x="1198066" y="477833"/>
                  <a:pt x="1193091" y="472062"/>
                </a:cubicBezTo>
                <a:cubicBezTo>
                  <a:pt x="1187916" y="466290"/>
                  <a:pt x="1179160" y="465693"/>
                  <a:pt x="1173388" y="470669"/>
                </a:cubicBezTo>
                <a:lnTo>
                  <a:pt x="1128013" y="510472"/>
                </a:lnTo>
                <a:cubicBezTo>
                  <a:pt x="1126023" y="512263"/>
                  <a:pt x="1124033" y="514253"/>
                  <a:pt x="1122042" y="516243"/>
                </a:cubicBezTo>
                <a:cubicBezTo>
                  <a:pt x="1116868" y="521815"/>
                  <a:pt x="1117266" y="530771"/>
                  <a:pt x="1122839" y="535945"/>
                </a:cubicBezTo>
                <a:cubicBezTo>
                  <a:pt x="1125426" y="538334"/>
                  <a:pt x="1128809" y="539727"/>
                  <a:pt x="1132192" y="539727"/>
                </a:cubicBezTo>
                <a:close/>
                <a:moveTo>
                  <a:pt x="1216773" y="405591"/>
                </a:moveTo>
                <a:cubicBezTo>
                  <a:pt x="1218962" y="409770"/>
                  <a:pt x="1220156" y="414149"/>
                  <a:pt x="1220156" y="418726"/>
                </a:cubicBezTo>
                <a:cubicBezTo>
                  <a:pt x="1220156" y="422308"/>
                  <a:pt x="1219360" y="426090"/>
                  <a:pt x="1217967" y="429274"/>
                </a:cubicBezTo>
                <a:cubicBezTo>
                  <a:pt x="1214783" y="436239"/>
                  <a:pt x="1217967" y="444598"/>
                  <a:pt x="1224933" y="447583"/>
                </a:cubicBezTo>
                <a:cubicBezTo>
                  <a:pt x="1226724" y="448379"/>
                  <a:pt x="1228714" y="448777"/>
                  <a:pt x="1230704" y="448777"/>
                </a:cubicBezTo>
                <a:cubicBezTo>
                  <a:pt x="1236078" y="448777"/>
                  <a:pt x="1241053" y="445792"/>
                  <a:pt x="1243441" y="440618"/>
                </a:cubicBezTo>
                <a:cubicBezTo>
                  <a:pt x="1246426" y="433851"/>
                  <a:pt x="1248018" y="426289"/>
                  <a:pt x="1248018" y="418726"/>
                </a:cubicBezTo>
                <a:cubicBezTo>
                  <a:pt x="1248018" y="409571"/>
                  <a:pt x="1245630" y="400616"/>
                  <a:pt x="1241053" y="392058"/>
                </a:cubicBezTo>
                <a:lnTo>
                  <a:pt x="1226127" y="366186"/>
                </a:lnTo>
                <a:cubicBezTo>
                  <a:pt x="1222346" y="359619"/>
                  <a:pt x="1213788" y="357231"/>
                  <a:pt x="1207021" y="361211"/>
                </a:cubicBezTo>
                <a:cubicBezTo>
                  <a:pt x="1200454" y="364992"/>
                  <a:pt x="1198066" y="373550"/>
                  <a:pt x="1202046" y="380316"/>
                </a:cubicBezTo>
                <a:lnTo>
                  <a:pt x="1216773" y="405989"/>
                </a:lnTo>
                <a:close/>
                <a:moveTo>
                  <a:pt x="1138362" y="284391"/>
                </a:moveTo>
                <a:cubicBezTo>
                  <a:pt x="1144730" y="286183"/>
                  <a:pt x="1149904" y="290362"/>
                  <a:pt x="1153089" y="295934"/>
                </a:cubicBezTo>
                <a:cubicBezTo>
                  <a:pt x="1153487" y="296730"/>
                  <a:pt x="1153885" y="297327"/>
                  <a:pt x="1154482" y="297924"/>
                </a:cubicBezTo>
                <a:lnTo>
                  <a:pt x="1168413" y="321806"/>
                </a:lnTo>
                <a:cubicBezTo>
                  <a:pt x="1171000" y="326184"/>
                  <a:pt x="1175577" y="328772"/>
                  <a:pt x="1180553" y="328772"/>
                </a:cubicBezTo>
                <a:cubicBezTo>
                  <a:pt x="1182941" y="328772"/>
                  <a:pt x="1185329" y="328175"/>
                  <a:pt x="1187518" y="326980"/>
                </a:cubicBezTo>
                <a:cubicBezTo>
                  <a:pt x="1194086" y="323199"/>
                  <a:pt x="1196474" y="314642"/>
                  <a:pt x="1192493" y="307875"/>
                </a:cubicBezTo>
                <a:lnTo>
                  <a:pt x="1177567" y="282003"/>
                </a:lnTo>
                <a:cubicBezTo>
                  <a:pt x="1177567" y="282003"/>
                  <a:pt x="1176771" y="280610"/>
                  <a:pt x="1176174" y="280013"/>
                </a:cubicBezTo>
                <a:cubicBezTo>
                  <a:pt x="1169408" y="269067"/>
                  <a:pt x="1158860" y="261107"/>
                  <a:pt x="1146322" y="257524"/>
                </a:cubicBezTo>
                <a:cubicBezTo>
                  <a:pt x="1138959" y="255335"/>
                  <a:pt x="1131197" y="259714"/>
                  <a:pt x="1129008" y="267077"/>
                </a:cubicBezTo>
                <a:cubicBezTo>
                  <a:pt x="1126819" y="274441"/>
                  <a:pt x="1131197" y="282202"/>
                  <a:pt x="1138561" y="284391"/>
                </a:cubicBezTo>
                <a:close/>
                <a:moveTo>
                  <a:pt x="990494" y="324194"/>
                </a:moveTo>
                <a:cubicBezTo>
                  <a:pt x="992882" y="324194"/>
                  <a:pt x="995270" y="324194"/>
                  <a:pt x="997658" y="323796"/>
                </a:cubicBezTo>
                <a:cubicBezTo>
                  <a:pt x="1005420" y="323199"/>
                  <a:pt x="1010992" y="316433"/>
                  <a:pt x="1010395" y="308671"/>
                </a:cubicBezTo>
                <a:cubicBezTo>
                  <a:pt x="1009798" y="300910"/>
                  <a:pt x="1002833" y="295337"/>
                  <a:pt x="995270" y="295934"/>
                </a:cubicBezTo>
                <a:cubicBezTo>
                  <a:pt x="981737" y="297128"/>
                  <a:pt x="968204" y="293148"/>
                  <a:pt x="957657" y="284789"/>
                </a:cubicBezTo>
                <a:cubicBezTo>
                  <a:pt x="951686" y="280013"/>
                  <a:pt x="942930" y="281008"/>
                  <a:pt x="938153" y="287178"/>
                </a:cubicBezTo>
                <a:cubicBezTo>
                  <a:pt x="933377" y="293148"/>
                  <a:pt x="934372" y="301905"/>
                  <a:pt x="940541" y="306681"/>
                </a:cubicBezTo>
                <a:cubicBezTo>
                  <a:pt x="954671" y="317826"/>
                  <a:pt x="972583" y="323995"/>
                  <a:pt x="990693" y="323995"/>
                </a:cubicBezTo>
                <a:close/>
                <a:moveTo>
                  <a:pt x="859145" y="250360"/>
                </a:moveTo>
                <a:cubicBezTo>
                  <a:pt x="873474" y="258321"/>
                  <a:pt x="887405" y="267077"/>
                  <a:pt x="900938" y="276431"/>
                </a:cubicBezTo>
                <a:cubicBezTo>
                  <a:pt x="903326" y="278023"/>
                  <a:pt x="906112" y="279018"/>
                  <a:pt x="908898" y="279018"/>
                </a:cubicBezTo>
                <a:cubicBezTo>
                  <a:pt x="913276" y="279018"/>
                  <a:pt x="917655" y="277028"/>
                  <a:pt x="920441" y="273048"/>
                </a:cubicBezTo>
                <a:cubicBezTo>
                  <a:pt x="924819" y="266679"/>
                  <a:pt x="923227" y="258121"/>
                  <a:pt x="917058" y="253743"/>
                </a:cubicBezTo>
                <a:cubicBezTo>
                  <a:pt x="902729" y="243792"/>
                  <a:pt x="888002" y="234638"/>
                  <a:pt x="872877" y="226279"/>
                </a:cubicBezTo>
                <a:cubicBezTo>
                  <a:pt x="866110" y="222498"/>
                  <a:pt x="857751" y="224886"/>
                  <a:pt x="853970" y="231653"/>
                </a:cubicBezTo>
                <a:cubicBezTo>
                  <a:pt x="850189" y="238419"/>
                  <a:pt x="852577" y="246778"/>
                  <a:pt x="859344" y="250559"/>
                </a:cubicBezTo>
                <a:close/>
                <a:moveTo>
                  <a:pt x="1045024" y="309666"/>
                </a:moveTo>
                <a:cubicBezTo>
                  <a:pt x="1046417" y="309666"/>
                  <a:pt x="1048009" y="309467"/>
                  <a:pt x="1049402" y="308870"/>
                </a:cubicBezTo>
                <a:lnTo>
                  <a:pt x="1097564" y="292949"/>
                </a:lnTo>
                <a:cubicBezTo>
                  <a:pt x="1104927" y="290561"/>
                  <a:pt x="1108907" y="282600"/>
                  <a:pt x="1106320" y="275436"/>
                </a:cubicBezTo>
                <a:cubicBezTo>
                  <a:pt x="1103932" y="268072"/>
                  <a:pt x="1095972" y="264092"/>
                  <a:pt x="1088807" y="266679"/>
                </a:cubicBezTo>
                <a:lnTo>
                  <a:pt x="1040646" y="282600"/>
                </a:lnTo>
                <a:cubicBezTo>
                  <a:pt x="1033282" y="284988"/>
                  <a:pt x="1029302" y="292949"/>
                  <a:pt x="1031889" y="300114"/>
                </a:cubicBezTo>
                <a:cubicBezTo>
                  <a:pt x="1033879" y="305885"/>
                  <a:pt x="1039252" y="309666"/>
                  <a:pt x="1045024" y="309666"/>
                </a:cubicBezTo>
                <a:close/>
                <a:moveTo>
                  <a:pt x="757448" y="199412"/>
                </a:moveTo>
                <a:cubicBezTo>
                  <a:pt x="765608" y="207373"/>
                  <a:pt x="775161" y="213542"/>
                  <a:pt x="785708" y="217523"/>
                </a:cubicBezTo>
                <a:cubicBezTo>
                  <a:pt x="786504" y="218120"/>
                  <a:pt x="787499" y="218518"/>
                  <a:pt x="788494" y="218717"/>
                </a:cubicBezTo>
                <a:cubicBezTo>
                  <a:pt x="797450" y="221901"/>
                  <a:pt x="806207" y="225284"/>
                  <a:pt x="814764" y="228866"/>
                </a:cubicBezTo>
                <a:cubicBezTo>
                  <a:pt x="816555" y="229662"/>
                  <a:pt x="818347" y="229861"/>
                  <a:pt x="820138" y="229861"/>
                </a:cubicBezTo>
                <a:cubicBezTo>
                  <a:pt x="825511" y="229861"/>
                  <a:pt x="830686" y="226677"/>
                  <a:pt x="833074" y="221304"/>
                </a:cubicBezTo>
                <a:cubicBezTo>
                  <a:pt x="836059" y="214139"/>
                  <a:pt x="832676" y="205980"/>
                  <a:pt x="825511" y="202995"/>
                </a:cubicBezTo>
                <a:cubicBezTo>
                  <a:pt x="816755" y="199213"/>
                  <a:pt x="807799" y="195830"/>
                  <a:pt x="798843" y="192646"/>
                </a:cubicBezTo>
                <a:cubicBezTo>
                  <a:pt x="798246" y="192248"/>
                  <a:pt x="797649" y="192049"/>
                  <a:pt x="797052" y="191850"/>
                </a:cubicBezTo>
                <a:cubicBezTo>
                  <a:pt x="789490" y="189064"/>
                  <a:pt x="782723" y="184884"/>
                  <a:pt x="776952" y="179312"/>
                </a:cubicBezTo>
                <a:cubicBezTo>
                  <a:pt x="771379" y="173938"/>
                  <a:pt x="762623" y="173938"/>
                  <a:pt x="757249" y="179511"/>
                </a:cubicBezTo>
                <a:cubicBezTo>
                  <a:pt x="751876" y="185083"/>
                  <a:pt x="752075" y="193840"/>
                  <a:pt x="757448" y="199213"/>
                </a:cubicBezTo>
                <a:close/>
                <a:moveTo>
                  <a:pt x="535945" y="35823"/>
                </a:moveTo>
                <a:cubicBezTo>
                  <a:pt x="538931" y="35823"/>
                  <a:pt x="541916" y="34827"/>
                  <a:pt x="544304" y="33036"/>
                </a:cubicBezTo>
                <a:cubicBezTo>
                  <a:pt x="548881" y="29653"/>
                  <a:pt x="554255" y="27862"/>
                  <a:pt x="559827" y="27862"/>
                </a:cubicBezTo>
                <a:lnTo>
                  <a:pt x="593859" y="27862"/>
                </a:lnTo>
                <a:cubicBezTo>
                  <a:pt x="601620" y="27862"/>
                  <a:pt x="607790" y="21693"/>
                  <a:pt x="607790" y="13931"/>
                </a:cubicBezTo>
                <a:cubicBezTo>
                  <a:pt x="607790" y="6169"/>
                  <a:pt x="601620" y="0"/>
                  <a:pt x="593859" y="0"/>
                </a:cubicBezTo>
                <a:lnTo>
                  <a:pt x="559827" y="0"/>
                </a:lnTo>
                <a:cubicBezTo>
                  <a:pt x="548085" y="0"/>
                  <a:pt x="536542" y="3980"/>
                  <a:pt x="527388" y="10946"/>
                </a:cubicBezTo>
                <a:cubicBezTo>
                  <a:pt x="521218" y="15523"/>
                  <a:pt x="520024" y="24280"/>
                  <a:pt x="524801" y="30449"/>
                </a:cubicBezTo>
                <a:cubicBezTo>
                  <a:pt x="527587" y="34031"/>
                  <a:pt x="531766" y="36022"/>
                  <a:pt x="535945" y="36022"/>
                </a:cubicBezTo>
                <a:close/>
                <a:moveTo>
                  <a:pt x="718839" y="79407"/>
                </a:moveTo>
                <a:lnTo>
                  <a:pt x="730581" y="138116"/>
                </a:lnTo>
                <a:cubicBezTo>
                  <a:pt x="731974" y="144683"/>
                  <a:pt x="737746" y="149261"/>
                  <a:pt x="744313" y="149261"/>
                </a:cubicBezTo>
                <a:cubicBezTo>
                  <a:pt x="745308" y="149261"/>
                  <a:pt x="746104" y="149261"/>
                  <a:pt x="747100" y="149062"/>
                </a:cubicBezTo>
                <a:cubicBezTo>
                  <a:pt x="754662" y="147470"/>
                  <a:pt x="759438" y="140305"/>
                  <a:pt x="758045" y="132743"/>
                </a:cubicBezTo>
                <a:lnTo>
                  <a:pt x="746303" y="74033"/>
                </a:lnTo>
                <a:cubicBezTo>
                  <a:pt x="744711" y="66471"/>
                  <a:pt x="737348" y="61694"/>
                  <a:pt x="729984" y="63088"/>
                </a:cubicBezTo>
                <a:cubicBezTo>
                  <a:pt x="722422" y="64680"/>
                  <a:pt x="717645" y="71844"/>
                  <a:pt x="719039" y="79407"/>
                </a:cubicBezTo>
                <a:close/>
                <a:moveTo>
                  <a:pt x="500720" y="148863"/>
                </a:moveTo>
                <a:cubicBezTo>
                  <a:pt x="500720" y="148863"/>
                  <a:pt x="502511" y="149062"/>
                  <a:pt x="503506" y="149062"/>
                </a:cubicBezTo>
                <a:cubicBezTo>
                  <a:pt x="510074" y="149062"/>
                  <a:pt x="515845" y="144484"/>
                  <a:pt x="517238" y="137917"/>
                </a:cubicBezTo>
                <a:lnTo>
                  <a:pt x="528980" y="79208"/>
                </a:lnTo>
                <a:cubicBezTo>
                  <a:pt x="530572" y="71645"/>
                  <a:pt x="525597" y="64282"/>
                  <a:pt x="518034" y="62889"/>
                </a:cubicBezTo>
                <a:cubicBezTo>
                  <a:pt x="510671" y="61296"/>
                  <a:pt x="503108" y="66272"/>
                  <a:pt x="501715" y="73834"/>
                </a:cubicBezTo>
                <a:lnTo>
                  <a:pt x="489973" y="132543"/>
                </a:lnTo>
                <a:cubicBezTo>
                  <a:pt x="488381" y="140106"/>
                  <a:pt x="493356" y="147470"/>
                  <a:pt x="500919" y="148863"/>
                </a:cubicBezTo>
                <a:close/>
                <a:moveTo>
                  <a:pt x="653961" y="27862"/>
                </a:moveTo>
                <a:lnTo>
                  <a:pt x="687793" y="27862"/>
                </a:lnTo>
                <a:cubicBezTo>
                  <a:pt x="693565" y="27862"/>
                  <a:pt x="698938" y="29653"/>
                  <a:pt x="703515" y="33235"/>
                </a:cubicBezTo>
                <a:cubicBezTo>
                  <a:pt x="706103" y="35226"/>
                  <a:pt x="709088" y="36221"/>
                  <a:pt x="712073" y="36221"/>
                </a:cubicBezTo>
                <a:cubicBezTo>
                  <a:pt x="716252" y="36221"/>
                  <a:pt x="720432" y="34429"/>
                  <a:pt x="723019" y="30847"/>
                </a:cubicBezTo>
                <a:cubicBezTo>
                  <a:pt x="727795" y="24678"/>
                  <a:pt x="726601" y="15921"/>
                  <a:pt x="720631" y="11344"/>
                </a:cubicBezTo>
                <a:cubicBezTo>
                  <a:pt x="711277" y="4179"/>
                  <a:pt x="699734" y="199"/>
                  <a:pt x="687793" y="199"/>
                </a:cubicBezTo>
                <a:lnTo>
                  <a:pt x="653961" y="199"/>
                </a:lnTo>
                <a:cubicBezTo>
                  <a:pt x="646199" y="199"/>
                  <a:pt x="640030" y="6368"/>
                  <a:pt x="640030" y="14130"/>
                </a:cubicBezTo>
                <a:cubicBezTo>
                  <a:pt x="640030" y="21892"/>
                  <a:pt x="646199" y="28061"/>
                  <a:pt x="653961" y="28061"/>
                </a:cubicBezTo>
                <a:close/>
                <a:moveTo>
                  <a:pt x="427483" y="230060"/>
                </a:moveTo>
                <a:cubicBezTo>
                  <a:pt x="429274" y="230060"/>
                  <a:pt x="431065" y="229662"/>
                  <a:pt x="432856" y="229065"/>
                </a:cubicBezTo>
                <a:cubicBezTo>
                  <a:pt x="441215" y="225483"/>
                  <a:pt x="449971" y="222299"/>
                  <a:pt x="458529" y="219115"/>
                </a:cubicBezTo>
                <a:cubicBezTo>
                  <a:pt x="459922" y="218717"/>
                  <a:pt x="461116" y="218319"/>
                  <a:pt x="462310" y="217523"/>
                </a:cubicBezTo>
                <a:cubicBezTo>
                  <a:pt x="472858" y="213343"/>
                  <a:pt x="482212" y="207373"/>
                  <a:pt x="490371" y="199412"/>
                </a:cubicBezTo>
                <a:cubicBezTo>
                  <a:pt x="495944" y="194039"/>
                  <a:pt x="495944" y="185282"/>
                  <a:pt x="490570" y="179710"/>
                </a:cubicBezTo>
                <a:cubicBezTo>
                  <a:pt x="485197" y="174137"/>
                  <a:pt x="476440" y="174137"/>
                  <a:pt x="470868" y="179511"/>
                </a:cubicBezTo>
                <a:cubicBezTo>
                  <a:pt x="465096" y="185083"/>
                  <a:pt x="458330" y="189462"/>
                  <a:pt x="450767" y="192049"/>
                </a:cubicBezTo>
                <a:cubicBezTo>
                  <a:pt x="450170" y="192248"/>
                  <a:pt x="449573" y="192447"/>
                  <a:pt x="448976" y="192845"/>
                </a:cubicBezTo>
                <a:cubicBezTo>
                  <a:pt x="439822" y="196029"/>
                  <a:pt x="430866" y="199412"/>
                  <a:pt x="422109" y="203194"/>
                </a:cubicBezTo>
                <a:cubicBezTo>
                  <a:pt x="414945" y="206179"/>
                  <a:pt x="411761" y="214338"/>
                  <a:pt x="414547" y="221503"/>
                </a:cubicBezTo>
                <a:cubicBezTo>
                  <a:pt x="416736" y="226876"/>
                  <a:pt x="421910" y="230060"/>
                  <a:pt x="427483" y="230060"/>
                </a:cubicBezTo>
                <a:close/>
                <a:moveTo>
                  <a:pt x="249962" y="323995"/>
                </a:moveTo>
                <a:cubicBezTo>
                  <a:pt x="252350" y="324194"/>
                  <a:pt x="254738" y="324393"/>
                  <a:pt x="257325" y="324393"/>
                </a:cubicBezTo>
                <a:cubicBezTo>
                  <a:pt x="275436" y="324393"/>
                  <a:pt x="293148" y="318224"/>
                  <a:pt x="307278" y="307079"/>
                </a:cubicBezTo>
                <a:cubicBezTo>
                  <a:pt x="313248" y="302303"/>
                  <a:pt x="314443" y="293546"/>
                  <a:pt x="309666" y="287576"/>
                </a:cubicBezTo>
                <a:cubicBezTo>
                  <a:pt x="304890" y="281605"/>
                  <a:pt x="296133" y="280610"/>
                  <a:pt x="290163" y="285187"/>
                </a:cubicBezTo>
                <a:cubicBezTo>
                  <a:pt x="279615" y="293546"/>
                  <a:pt x="266082" y="297526"/>
                  <a:pt x="252549" y="296332"/>
                </a:cubicBezTo>
                <a:cubicBezTo>
                  <a:pt x="245186" y="295735"/>
                  <a:pt x="238220" y="301308"/>
                  <a:pt x="237424" y="309069"/>
                </a:cubicBezTo>
                <a:cubicBezTo>
                  <a:pt x="236827" y="316831"/>
                  <a:pt x="242399" y="323398"/>
                  <a:pt x="250161" y="324194"/>
                </a:cubicBezTo>
                <a:close/>
                <a:moveTo>
                  <a:pt x="150256" y="293148"/>
                </a:moveTo>
                <a:lnTo>
                  <a:pt x="198417" y="309069"/>
                </a:lnTo>
                <a:cubicBezTo>
                  <a:pt x="199810" y="309467"/>
                  <a:pt x="201402" y="309865"/>
                  <a:pt x="202796" y="309865"/>
                </a:cubicBezTo>
                <a:cubicBezTo>
                  <a:pt x="208567" y="309865"/>
                  <a:pt x="214139" y="306084"/>
                  <a:pt x="215930" y="300313"/>
                </a:cubicBezTo>
                <a:cubicBezTo>
                  <a:pt x="218319" y="292949"/>
                  <a:pt x="214338" y="285187"/>
                  <a:pt x="207174" y="282799"/>
                </a:cubicBezTo>
                <a:lnTo>
                  <a:pt x="159012" y="266878"/>
                </a:lnTo>
                <a:cubicBezTo>
                  <a:pt x="151649" y="264490"/>
                  <a:pt x="143887" y="268470"/>
                  <a:pt x="141499" y="275635"/>
                </a:cubicBezTo>
                <a:cubicBezTo>
                  <a:pt x="139111" y="282998"/>
                  <a:pt x="143091" y="290760"/>
                  <a:pt x="150256" y="293148"/>
                </a:cubicBezTo>
                <a:close/>
                <a:moveTo>
                  <a:pt x="338921" y="279018"/>
                </a:moveTo>
                <a:cubicBezTo>
                  <a:pt x="341707" y="279018"/>
                  <a:pt x="344494" y="278222"/>
                  <a:pt x="346882" y="276431"/>
                </a:cubicBezTo>
                <a:cubicBezTo>
                  <a:pt x="360415" y="267077"/>
                  <a:pt x="374545" y="258321"/>
                  <a:pt x="388675" y="250360"/>
                </a:cubicBezTo>
                <a:cubicBezTo>
                  <a:pt x="395441" y="246579"/>
                  <a:pt x="397829" y="238220"/>
                  <a:pt x="394048" y="231454"/>
                </a:cubicBezTo>
                <a:cubicBezTo>
                  <a:pt x="390267" y="224687"/>
                  <a:pt x="381908" y="222299"/>
                  <a:pt x="375142" y="226080"/>
                </a:cubicBezTo>
                <a:cubicBezTo>
                  <a:pt x="360216" y="234439"/>
                  <a:pt x="345290" y="243593"/>
                  <a:pt x="330961" y="253544"/>
                </a:cubicBezTo>
                <a:cubicBezTo>
                  <a:pt x="324592" y="257922"/>
                  <a:pt x="323199" y="266679"/>
                  <a:pt x="327577" y="272849"/>
                </a:cubicBezTo>
                <a:cubicBezTo>
                  <a:pt x="330364" y="276829"/>
                  <a:pt x="334543" y="278819"/>
                  <a:pt x="339120" y="278819"/>
                </a:cubicBezTo>
                <a:close/>
                <a:moveTo>
                  <a:pt x="60699" y="326980"/>
                </a:moveTo>
                <a:cubicBezTo>
                  <a:pt x="62889" y="328175"/>
                  <a:pt x="65277" y="328772"/>
                  <a:pt x="67665" y="328772"/>
                </a:cubicBezTo>
                <a:cubicBezTo>
                  <a:pt x="72441" y="328772"/>
                  <a:pt x="77218" y="326383"/>
                  <a:pt x="79805" y="321806"/>
                </a:cubicBezTo>
                <a:lnTo>
                  <a:pt x="93537" y="297924"/>
                </a:lnTo>
                <a:cubicBezTo>
                  <a:pt x="93537" y="297924"/>
                  <a:pt x="94532" y="296531"/>
                  <a:pt x="95129" y="295735"/>
                </a:cubicBezTo>
                <a:cubicBezTo>
                  <a:pt x="98313" y="290163"/>
                  <a:pt x="103487" y="285983"/>
                  <a:pt x="109856" y="284192"/>
                </a:cubicBezTo>
                <a:cubicBezTo>
                  <a:pt x="117219" y="282003"/>
                  <a:pt x="121399" y="274242"/>
                  <a:pt x="119409" y="266878"/>
                </a:cubicBezTo>
                <a:cubicBezTo>
                  <a:pt x="117219" y="259515"/>
                  <a:pt x="109657" y="255136"/>
                  <a:pt x="102094" y="257325"/>
                </a:cubicBezTo>
                <a:cubicBezTo>
                  <a:pt x="89556" y="260908"/>
                  <a:pt x="79009" y="268868"/>
                  <a:pt x="72242" y="279615"/>
                </a:cubicBezTo>
                <a:cubicBezTo>
                  <a:pt x="71645" y="280212"/>
                  <a:pt x="71247" y="281008"/>
                  <a:pt x="70650" y="281804"/>
                </a:cubicBezTo>
                <a:lnTo>
                  <a:pt x="55724" y="307676"/>
                </a:lnTo>
                <a:cubicBezTo>
                  <a:pt x="51943" y="314244"/>
                  <a:pt x="54132" y="322801"/>
                  <a:pt x="60699" y="326781"/>
                </a:cubicBezTo>
                <a:close/>
                <a:moveTo>
                  <a:pt x="17314" y="448777"/>
                </a:moveTo>
                <a:cubicBezTo>
                  <a:pt x="19304" y="448777"/>
                  <a:pt x="21096" y="448379"/>
                  <a:pt x="23086" y="447583"/>
                </a:cubicBezTo>
                <a:cubicBezTo>
                  <a:pt x="30051" y="444399"/>
                  <a:pt x="33235" y="436239"/>
                  <a:pt x="30051" y="429274"/>
                </a:cubicBezTo>
                <a:cubicBezTo>
                  <a:pt x="28658" y="426090"/>
                  <a:pt x="27862" y="422507"/>
                  <a:pt x="27862" y="418925"/>
                </a:cubicBezTo>
                <a:cubicBezTo>
                  <a:pt x="27862" y="414547"/>
                  <a:pt x="29056" y="409969"/>
                  <a:pt x="31046" y="406188"/>
                </a:cubicBezTo>
                <a:lnTo>
                  <a:pt x="46171" y="380117"/>
                </a:lnTo>
                <a:cubicBezTo>
                  <a:pt x="49953" y="373550"/>
                  <a:pt x="47763" y="364992"/>
                  <a:pt x="41196" y="361012"/>
                </a:cubicBezTo>
                <a:cubicBezTo>
                  <a:pt x="34628" y="357032"/>
                  <a:pt x="26071" y="359420"/>
                  <a:pt x="22091" y="365987"/>
                </a:cubicBezTo>
                <a:lnTo>
                  <a:pt x="6766" y="392456"/>
                </a:lnTo>
                <a:cubicBezTo>
                  <a:pt x="2388" y="400616"/>
                  <a:pt x="0" y="409770"/>
                  <a:pt x="0" y="418726"/>
                </a:cubicBezTo>
                <a:cubicBezTo>
                  <a:pt x="0" y="426289"/>
                  <a:pt x="1592" y="433652"/>
                  <a:pt x="4577" y="440419"/>
                </a:cubicBezTo>
                <a:cubicBezTo>
                  <a:pt x="6966" y="445593"/>
                  <a:pt x="11941" y="448578"/>
                  <a:pt x="17314" y="448578"/>
                </a:cubicBezTo>
                <a:close/>
                <a:moveTo>
                  <a:pt x="101298" y="531368"/>
                </a:moveTo>
                <a:cubicBezTo>
                  <a:pt x="102691" y="532562"/>
                  <a:pt x="104084" y="533955"/>
                  <a:pt x="105279" y="535348"/>
                </a:cubicBezTo>
                <a:cubicBezTo>
                  <a:pt x="108065" y="538334"/>
                  <a:pt x="111846" y="539727"/>
                  <a:pt x="115428" y="539727"/>
                </a:cubicBezTo>
                <a:cubicBezTo>
                  <a:pt x="118812" y="539727"/>
                  <a:pt x="122195" y="538533"/>
                  <a:pt x="124981" y="535945"/>
                </a:cubicBezTo>
                <a:cubicBezTo>
                  <a:pt x="130553" y="530771"/>
                  <a:pt x="130951" y="521815"/>
                  <a:pt x="125777" y="516243"/>
                </a:cubicBezTo>
                <a:cubicBezTo>
                  <a:pt x="123986" y="514253"/>
                  <a:pt x="121996" y="512263"/>
                  <a:pt x="119807" y="510472"/>
                </a:cubicBezTo>
                <a:lnTo>
                  <a:pt x="74431" y="470669"/>
                </a:lnTo>
                <a:cubicBezTo>
                  <a:pt x="68660" y="465693"/>
                  <a:pt x="59903" y="466290"/>
                  <a:pt x="54729" y="471863"/>
                </a:cubicBezTo>
                <a:cubicBezTo>
                  <a:pt x="49754" y="477634"/>
                  <a:pt x="50152" y="486391"/>
                  <a:pt x="55923" y="491565"/>
                </a:cubicBezTo>
                <a:lnTo>
                  <a:pt x="101099" y="531169"/>
                </a:lnTo>
                <a:close/>
                <a:moveTo>
                  <a:pt x="118612" y="585898"/>
                </a:moveTo>
                <a:cubicBezTo>
                  <a:pt x="116821" y="596048"/>
                  <a:pt x="115428" y="606396"/>
                  <a:pt x="114433" y="616546"/>
                </a:cubicBezTo>
                <a:cubicBezTo>
                  <a:pt x="113637" y="624109"/>
                  <a:pt x="119409" y="631074"/>
                  <a:pt x="126971" y="631671"/>
                </a:cubicBezTo>
                <a:cubicBezTo>
                  <a:pt x="127369" y="631671"/>
                  <a:pt x="127767" y="631671"/>
                  <a:pt x="128165" y="631671"/>
                </a:cubicBezTo>
                <a:cubicBezTo>
                  <a:pt x="135330" y="631671"/>
                  <a:pt x="141300" y="626298"/>
                  <a:pt x="142096" y="618934"/>
                </a:cubicBezTo>
                <a:cubicBezTo>
                  <a:pt x="142892" y="609382"/>
                  <a:pt x="144285" y="600028"/>
                  <a:pt x="145877" y="590475"/>
                </a:cubicBezTo>
                <a:cubicBezTo>
                  <a:pt x="147271" y="582913"/>
                  <a:pt x="142096" y="575748"/>
                  <a:pt x="134534" y="574355"/>
                </a:cubicBezTo>
                <a:cubicBezTo>
                  <a:pt x="126971" y="573161"/>
                  <a:pt x="119807" y="577937"/>
                  <a:pt x="118413" y="585699"/>
                </a:cubicBezTo>
                <a:close/>
              </a:path>
            </a:pathLst>
          </a:custGeom>
          <a:gradFill>
            <a:gsLst>
              <a:gs pos="0">
                <a:schemeClr val="accent2">
                  <a:lumMod val="20000"/>
                  <a:lumOff val="80000"/>
                </a:schemeClr>
              </a:gs>
              <a:gs pos="62000">
                <a:schemeClr val="accent5">
                  <a:lumMod val="20000"/>
                  <a:lumOff val="80000"/>
                </a:schemeClr>
              </a:gs>
              <a:gs pos="100000">
                <a:schemeClr val="accent4">
                  <a:lumMod val="20000"/>
                  <a:lumOff val="80000"/>
                </a:schemeClr>
              </a:gs>
            </a:gsLst>
            <a:lin ang="2400237" scaled="1"/>
          </a:gradFill>
          <a:ln w="19883" cap="flat">
            <a:noFill/>
            <a:prstDash val="solid"/>
            <a:miter/>
          </a:ln>
        </p:spPr>
        <p:txBody>
          <a:bodyPr/>
          <a:lstStyle/>
          <a:p>
            <a:endParaRPr lang="en-US"/>
          </a:p>
        </p:txBody>
      </p:sp>
      <p:sp>
        <p:nvSpPr>
          <p:cNvPr id="23" name="Rectangle 22">
            <a:extLst>
              <a:ext uri="{FF2B5EF4-FFF2-40B4-BE49-F238E27FC236}">
                <a16:creationId xmlns:a16="http://schemas.microsoft.com/office/drawing/2014/main" id="{074BC026-CE19-CF0A-0E21-866297ED980A}"/>
              </a:ext>
            </a:extLst>
          </p:cNvPr>
          <p:cNvSpPr/>
          <p:nvPr/>
        </p:nvSpPr>
        <p:spPr bwMode="auto">
          <a:xfrm>
            <a:off x="0" y="1405633"/>
            <a:ext cx="12192000" cy="1166781"/>
          </a:xfrm>
          <a:prstGeom prst="rect">
            <a:avLst/>
          </a:prstGeom>
          <a:gradFill>
            <a:gsLst>
              <a:gs pos="0">
                <a:schemeClr val="accent2"/>
              </a:gs>
              <a:gs pos="74000">
                <a:schemeClr val="accent5"/>
              </a:gs>
              <a:gs pos="100000">
                <a:schemeClr val="accent4"/>
              </a:gs>
            </a:gsLst>
            <a:lin ang="1800000" scaled="0"/>
          </a:gradFill>
          <a:ln>
            <a:noFill/>
          </a:ln>
          <a:effectLst/>
        </p:spPr>
        <p:txBody>
          <a:bodyPr wrap="square" lIns="0" tIns="0" rIns="0" bIns="0" rtlCol="0" anchor="ctr"/>
          <a:lstStyle/>
          <a:p>
            <a:pPr algn="ctr"/>
            <a:endParaRPr lang="en-US" sz="2400">
              <a:solidFill>
                <a:schemeClr val="bg1"/>
              </a:solidFill>
              <a:latin typeface="Calibri Light" panose="020F0302020204030204" pitchFamily="34" charset="0"/>
              <a:ea typeface="Human Sans ExtraLight" charset="0"/>
              <a:cs typeface="Human Sans ExtraLight" charset="0"/>
            </a:endParaRPr>
          </a:p>
        </p:txBody>
      </p:sp>
      <p:sp>
        <p:nvSpPr>
          <p:cNvPr id="4" name="Content Placeholder 3">
            <a:extLst>
              <a:ext uri="{FF2B5EF4-FFF2-40B4-BE49-F238E27FC236}">
                <a16:creationId xmlns:a16="http://schemas.microsoft.com/office/drawing/2014/main" id="{C17975C1-21D0-4B48-FA20-8754049B932D}"/>
              </a:ext>
            </a:extLst>
          </p:cNvPr>
          <p:cNvSpPr txBox="1">
            <a:spLocks/>
          </p:cNvSpPr>
          <p:nvPr/>
        </p:nvSpPr>
        <p:spPr>
          <a:xfrm>
            <a:off x="527364" y="1712024"/>
            <a:ext cx="11137272" cy="553998"/>
          </a:xfrm>
          <a:prstGeom prst="rect">
            <a:avLst/>
          </a:prstGeom>
        </p:spPr>
        <p:txBody>
          <a:bodyPr vert="horz" lIns="0" tIns="0" rIns="0" bIns="0" rtlCol="0" anchor="t">
            <a:spAutoFit/>
          </a:bodyPr>
          <a:lstStyle>
            <a:lvl1pPr marL="0" indent="0" algn="l" defTabSz="914400" rtl="0" eaLnBrk="1" latinLnBrk="0" hangingPunct="1">
              <a:lnSpc>
                <a:spcPts val="1600"/>
              </a:lnSpc>
              <a:spcBef>
                <a:spcPts val="264"/>
              </a:spcBef>
              <a:spcAft>
                <a:spcPts val="300"/>
              </a:spcAft>
              <a:buFont typeface="Arial" panose="020B0604020202020204" pitchFamily="34" charset="0"/>
              <a:buNone/>
              <a:defRPr sz="1600" kern="1200">
                <a:solidFill>
                  <a:schemeClr val="tx1"/>
                </a:solidFill>
                <a:latin typeface="+mn-lt"/>
                <a:ea typeface="+mn-ea"/>
                <a:cs typeface="+mn-cs"/>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342900" indent="-165100" algn="l" defTabSz="914400" rtl="0" eaLnBrk="1" latinLnBrk="0" hangingPunct="1">
              <a:lnSpc>
                <a:spcPct val="90000"/>
              </a:lnSpc>
              <a:spcBef>
                <a:spcPts val="500"/>
              </a:spcBef>
              <a:buClr>
                <a:schemeClr val="tx2"/>
              </a:buClr>
              <a:buFont typeface="Calibri" panose="020F0502020204030204" pitchFamily="34" charset="0"/>
              <a:buChar char="-"/>
              <a:defRPr sz="1400" kern="1200" baseline="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indent="0" algn="ctr">
              <a:spcBef>
                <a:spcPts val="1067"/>
              </a:spcBef>
              <a:spcAft>
                <a:spcPts val="1067"/>
              </a:spcAft>
              <a:buNone/>
            </a:pPr>
            <a:r>
              <a:rPr lang="en-US" sz="1800" i="1">
                <a:solidFill>
                  <a:schemeClr val="bg1"/>
                </a:solidFill>
              </a:rPr>
              <a:t>Modernize </a:t>
            </a:r>
            <a:r>
              <a:rPr lang="en-US" sz="1800" i="1" err="1">
                <a:solidFill>
                  <a:schemeClr val="bg1"/>
                </a:solidFill>
              </a:rPr>
              <a:t>RapidSure</a:t>
            </a:r>
            <a:r>
              <a:rPr lang="en-US" sz="1800" i="1">
                <a:solidFill>
                  <a:schemeClr val="bg1"/>
                </a:solidFill>
              </a:rPr>
              <a:t>  in a phased approach to enable Personal Lines administration while launching committed new products, enhancing platform functionalities which aligns with business and technology goals and drivers</a:t>
            </a:r>
            <a:endParaRPr lang="en-US" sz="1800">
              <a:solidFill>
                <a:schemeClr val="bg1"/>
              </a:solidFill>
            </a:endParaRPr>
          </a:p>
        </p:txBody>
      </p:sp>
    </p:spTree>
    <p:extLst>
      <p:ext uri="{BB962C8B-B14F-4D97-AF65-F5344CB8AC3E}">
        <p14:creationId xmlns:p14="http://schemas.microsoft.com/office/powerpoint/2010/main" val="1895099447"/>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545D01F-2069-29C4-3556-3E4840368FAC}"/>
              </a:ext>
            </a:extLst>
          </p:cNvPr>
          <p:cNvSpPr>
            <a:spLocks noGrp="1"/>
          </p:cNvSpPr>
          <p:nvPr>
            <p:ph type="title"/>
          </p:nvPr>
        </p:nvSpPr>
        <p:spPr>
          <a:xfrm>
            <a:off x="457200" y="723900"/>
            <a:ext cx="6578600" cy="342900"/>
          </a:xfrm>
        </p:spPr>
        <p:txBody>
          <a:bodyPr/>
          <a:lstStyle/>
          <a:p>
            <a:r>
              <a:rPr lang="en-US"/>
              <a:t>Enabling Personal Lines: Assessment framework</a:t>
            </a:r>
          </a:p>
        </p:txBody>
      </p:sp>
      <p:sp>
        <p:nvSpPr>
          <p:cNvPr id="9" name="Text Placeholder 8">
            <a:extLst>
              <a:ext uri="{FF2B5EF4-FFF2-40B4-BE49-F238E27FC236}">
                <a16:creationId xmlns:a16="http://schemas.microsoft.com/office/drawing/2014/main" id="{9522DFB7-E012-4203-F3B9-950B6557F629}"/>
              </a:ext>
            </a:extLst>
          </p:cNvPr>
          <p:cNvSpPr>
            <a:spLocks noGrp="1"/>
          </p:cNvSpPr>
          <p:nvPr>
            <p:ph type="body" sz="quarter" idx="15"/>
          </p:nvPr>
        </p:nvSpPr>
        <p:spPr/>
        <p:txBody>
          <a:bodyPr/>
          <a:lstStyle/>
          <a:p>
            <a:endParaRPr lang="en-US"/>
          </a:p>
        </p:txBody>
      </p:sp>
      <p:sp>
        <p:nvSpPr>
          <p:cNvPr id="6" name="TextBox 5">
            <a:extLst>
              <a:ext uri="{FF2B5EF4-FFF2-40B4-BE49-F238E27FC236}">
                <a16:creationId xmlns:a16="http://schemas.microsoft.com/office/drawing/2014/main" id="{FE5F92F0-3FEF-2C52-7652-A2B43D7A629D}"/>
              </a:ext>
            </a:extLst>
          </p:cNvPr>
          <p:cNvSpPr txBox="1"/>
          <p:nvPr/>
        </p:nvSpPr>
        <p:spPr>
          <a:xfrm>
            <a:off x="406441" y="2486087"/>
            <a:ext cx="7135277" cy="3560462"/>
          </a:xfrm>
          <a:prstGeom prst="rect">
            <a:avLst/>
          </a:prstGeom>
        </p:spPr>
        <p:txBody>
          <a:bodyPr wrap="square" lIns="0" tIns="0" rIns="0" bIns="0" rtlCol="0">
            <a:spAutoFit/>
          </a:bodyPr>
          <a:lstStyle/>
          <a:p>
            <a:pPr>
              <a:spcAft>
                <a:spcPts val="1800"/>
              </a:spcAft>
            </a:pPr>
            <a:r>
              <a:rPr lang="en-US" sz="2400" b="1">
                <a:gradFill>
                  <a:gsLst>
                    <a:gs pos="0">
                      <a:schemeClr val="accent2"/>
                    </a:gs>
                    <a:gs pos="74000">
                      <a:schemeClr val="accent5"/>
                    </a:gs>
                    <a:gs pos="100000">
                      <a:schemeClr val="accent4"/>
                    </a:gs>
                  </a:gsLst>
                  <a:lin ang="1800000" scaled="0"/>
                </a:gradFill>
                <a:latin typeface="Calibri Light" panose="020F0302020204030204" pitchFamily="34" charset="0"/>
                <a:ea typeface="Calibri Light" panose="020F0302020204030204" pitchFamily="34" charset="0"/>
                <a:cs typeface="Calibri Light" panose="020F0302020204030204" pitchFamily="34" charset="0"/>
              </a:rPr>
              <a:t>To achieve Growth, Speed, and Product Expansion </a:t>
            </a:r>
            <a:r>
              <a:rPr lang="en-US" sz="2400" b="1" err="1">
                <a:gradFill>
                  <a:gsLst>
                    <a:gs pos="0">
                      <a:schemeClr val="accent2"/>
                    </a:gs>
                    <a:gs pos="74000">
                      <a:schemeClr val="accent5"/>
                    </a:gs>
                    <a:gs pos="100000">
                      <a:schemeClr val="accent4"/>
                    </a:gs>
                  </a:gsLst>
                  <a:lin ang="1800000" scaled="0"/>
                </a:gradFill>
                <a:latin typeface="Calibri Light" panose="020F0302020204030204" pitchFamily="34" charset="0"/>
                <a:ea typeface="Calibri Light" panose="020F0302020204030204" pitchFamily="34" charset="0"/>
                <a:cs typeface="Calibri Light" panose="020F0302020204030204" pitchFamily="34" charset="0"/>
              </a:rPr>
              <a:t>RapidSure</a:t>
            </a:r>
            <a:r>
              <a:rPr lang="en-US" sz="2400" b="1">
                <a:gradFill>
                  <a:gsLst>
                    <a:gs pos="0">
                      <a:schemeClr val="accent2"/>
                    </a:gs>
                    <a:gs pos="74000">
                      <a:schemeClr val="accent5"/>
                    </a:gs>
                    <a:gs pos="100000">
                      <a:schemeClr val="accent4"/>
                    </a:gs>
                  </a:gsLst>
                  <a:lin ang="1800000" scaled="0"/>
                </a:gradFill>
                <a:latin typeface="Calibri Light" panose="020F0302020204030204" pitchFamily="34" charset="0"/>
                <a:ea typeface="Calibri Light" panose="020F0302020204030204" pitchFamily="34" charset="0"/>
                <a:cs typeface="Calibri Light" panose="020F0302020204030204" pitchFamily="34" charset="0"/>
              </a:rPr>
              <a:t> must be assessed from multiple perspectives:</a:t>
            </a:r>
            <a:endParaRPr lang="en-US" sz="2400">
              <a:latin typeface="Calibri Light" panose="020F0302020204030204" pitchFamily="34" charset="0"/>
              <a:ea typeface="Calibri Light" panose="020F0302020204030204" pitchFamily="34" charset="0"/>
              <a:cs typeface="Calibri Light" panose="020F0302020204030204" pitchFamily="34" charset="0"/>
            </a:endParaRPr>
          </a:p>
          <a:p>
            <a:pPr marL="238105" indent="-238105">
              <a:spcBef>
                <a:spcPts val="600"/>
              </a:spcBef>
              <a:spcAft>
                <a:spcPts val="600"/>
              </a:spcAft>
              <a:buFontTx/>
              <a:buChar char="-"/>
            </a:pPr>
            <a:r>
              <a:rPr lang="en-US" sz="1667"/>
              <a:t>Analyzing difference in business capabilities of Commercial Lines and Personal Line to current/future product stack;</a:t>
            </a:r>
          </a:p>
          <a:p>
            <a:pPr marL="238105" indent="-238105">
              <a:spcBef>
                <a:spcPts val="600"/>
              </a:spcBef>
              <a:spcAft>
                <a:spcPts val="600"/>
              </a:spcAft>
              <a:buFontTx/>
              <a:buChar char="-"/>
            </a:pPr>
            <a:r>
              <a:rPr lang="en-US" sz="1667"/>
              <a:t>Governance, process maturity and right team composition to find bottlenecks, areas to improve throughput</a:t>
            </a:r>
            <a:r>
              <a:rPr lang="ru-RU" sz="1667"/>
              <a:t> </a:t>
            </a:r>
            <a:r>
              <a:rPr lang="en-US" sz="1667"/>
              <a:t>to support growth goals;</a:t>
            </a:r>
          </a:p>
          <a:p>
            <a:pPr marL="238105" indent="-238105">
              <a:spcBef>
                <a:spcPts val="600"/>
              </a:spcBef>
              <a:spcAft>
                <a:spcPts val="600"/>
              </a:spcAft>
              <a:buFontTx/>
              <a:buChar char="-"/>
            </a:pPr>
            <a:r>
              <a:rPr lang="en-US" sz="1667"/>
              <a:t>Capabilities and limitations of </a:t>
            </a:r>
            <a:r>
              <a:rPr lang="en-US" sz="1667" err="1"/>
              <a:t>RapidSure</a:t>
            </a:r>
            <a:r>
              <a:rPr lang="en-US" sz="1667"/>
              <a:t> platform to accommodate Personal Line products with reasonable investment;</a:t>
            </a:r>
          </a:p>
          <a:p>
            <a:pPr marL="238105" indent="-238105">
              <a:spcBef>
                <a:spcPts val="600"/>
              </a:spcBef>
              <a:spcAft>
                <a:spcPts val="600"/>
              </a:spcAft>
              <a:buFontTx/>
              <a:buChar char="-"/>
            </a:pPr>
            <a:r>
              <a:rPr lang="en-US" sz="1667"/>
              <a:t>Getting maximum benefits and acceleration from using modern AI tools, technologies and approaches integrated into right places of the solution.</a:t>
            </a:r>
          </a:p>
        </p:txBody>
      </p:sp>
      <p:pic>
        <p:nvPicPr>
          <p:cNvPr id="5" name="Graphic 4">
            <a:extLst>
              <a:ext uri="{FF2B5EF4-FFF2-40B4-BE49-F238E27FC236}">
                <a16:creationId xmlns:a16="http://schemas.microsoft.com/office/drawing/2014/main" id="{C3332839-78E8-0312-523F-119B5C99A803}"/>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290949" y="1372683"/>
            <a:ext cx="908459" cy="908459"/>
          </a:xfrm>
          <a:prstGeom prst="rect">
            <a:avLst/>
          </a:prstGeom>
        </p:spPr>
      </p:pic>
      <p:pic>
        <p:nvPicPr>
          <p:cNvPr id="8" name="Picture 7">
            <a:extLst>
              <a:ext uri="{FF2B5EF4-FFF2-40B4-BE49-F238E27FC236}">
                <a16:creationId xmlns:a16="http://schemas.microsoft.com/office/drawing/2014/main" id="{1DC1FCAF-126B-475E-65AC-E9EDFCAADB2B}"/>
              </a:ext>
            </a:extLst>
          </p:cNvPr>
          <p:cNvPicPr>
            <a:picLocks noChangeAspect="1"/>
          </p:cNvPicPr>
          <p:nvPr/>
        </p:nvPicPr>
        <p:blipFill>
          <a:blip r:embed="rId4"/>
          <a:srcRect t="28844" r="27892" b="3854"/>
          <a:stretch>
            <a:fillRect/>
          </a:stretch>
        </p:blipFill>
        <p:spPr>
          <a:xfrm rot="16200000">
            <a:off x="6629403" y="1295399"/>
            <a:ext cx="6858002" cy="4267199"/>
          </a:xfrm>
          <a:prstGeom prst="rect">
            <a:avLst/>
          </a:prstGeom>
        </p:spPr>
      </p:pic>
    </p:spTree>
    <p:extLst>
      <p:ext uri="{BB962C8B-B14F-4D97-AF65-F5344CB8AC3E}">
        <p14:creationId xmlns:p14="http://schemas.microsoft.com/office/powerpoint/2010/main" val="3415367404"/>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2F4952-145D-16DC-35BB-E9BD493D81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E90FE8-81E9-BD5B-7785-FED753AA1569}"/>
              </a:ext>
            </a:extLst>
          </p:cNvPr>
          <p:cNvSpPr>
            <a:spLocks noGrp="1"/>
          </p:cNvSpPr>
          <p:nvPr>
            <p:ph type="title"/>
          </p:nvPr>
        </p:nvSpPr>
        <p:spPr/>
        <p:txBody>
          <a:bodyPr/>
          <a:lstStyle/>
          <a:p>
            <a:r>
              <a:rPr lang="en-US">
                <a:solidFill>
                  <a:srgbClr val="FFFFFF"/>
                </a:solidFill>
                <a:latin typeface="Calibri" panose="020F0502020204030204" pitchFamily="34" charset="0"/>
              </a:rPr>
              <a:t>Progress Snapshot</a:t>
            </a:r>
            <a:endParaRPr lang="en-US" noProof="0"/>
          </a:p>
        </p:txBody>
      </p:sp>
      <p:sp>
        <p:nvSpPr>
          <p:cNvPr id="3" name="Text Placeholder 2">
            <a:extLst>
              <a:ext uri="{FF2B5EF4-FFF2-40B4-BE49-F238E27FC236}">
                <a16:creationId xmlns:a16="http://schemas.microsoft.com/office/drawing/2014/main" id="{6033B3D1-9AFB-4D2D-A87C-AA462C40283F}"/>
              </a:ext>
            </a:extLst>
          </p:cNvPr>
          <p:cNvSpPr>
            <a:spLocks noGrp="1"/>
          </p:cNvSpPr>
          <p:nvPr>
            <p:ph type="body" sz="quarter" idx="15"/>
          </p:nvPr>
        </p:nvSpPr>
        <p:spPr/>
        <p:txBody>
          <a:bodyPr/>
          <a:lstStyle/>
          <a:p>
            <a:endParaRPr lang="en-US"/>
          </a:p>
        </p:txBody>
      </p:sp>
      <p:sp>
        <p:nvSpPr>
          <p:cNvPr id="4" name="TextBox 3">
            <a:extLst>
              <a:ext uri="{FF2B5EF4-FFF2-40B4-BE49-F238E27FC236}">
                <a16:creationId xmlns:a16="http://schemas.microsoft.com/office/drawing/2014/main" id="{5820E3EA-BFF0-AD3E-1EA3-D0219630C2D6}"/>
              </a:ext>
            </a:extLst>
          </p:cNvPr>
          <p:cNvSpPr txBox="1"/>
          <p:nvPr/>
        </p:nvSpPr>
        <p:spPr>
          <a:xfrm>
            <a:off x="457200" y="1238009"/>
            <a:ext cx="2019848" cy="307777"/>
          </a:xfrm>
          <a:prstGeom prst="rect">
            <a:avLst/>
          </a:prstGeom>
        </p:spPr>
        <p:txBody>
          <a:bodyPr wrap="none" lIns="0" tIns="0" rIns="0" bIns="0" rtlCol="0">
            <a:spAutoFit/>
          </a:bodyPr>
          <a:lstStyle/>
          <a:p>
            <a:pPr algn="l"/>
            <a:r>
              <a:rPr lang="en-US" sz="2000" b="1">
                <a:solidFill>
                  <a:srgbClr val="08F6FF"/>
                </a:solidFill>
              </a:rPr>
              <a:t>Context &amp; Baseline</a:t>
            </a:r>
          </a:p>
        </p:txBody>
      </p:sp>
      <p:sp>
        <p:nvSpPr>
          <p:cNvPr id="5" name="TextBox 4">
            <a:extLst>
              <a:ext uri="{FF2B5EF4-FFF2-40B4-BE49-F238E27FC236}">
                <a16:creationId xmlns:a16="http://schemas.microsoft.com/office/drawing/2014/main" id="{4B0CB77F-6352-2BC7-F3CF-FD60A04BC4B1}"/>
              </a:ext>
            </a:extLst>
          </p:cNvPr>
          <p:cNvSpPr txBox="1"/>
          <p:nvPr/>
        </p:nvSpPr>
        <p:spPr>
          <a:xfrm>
            <a:off x="4901435" y="1238009"/>
            <a:ext cx="2202462" cy="307777"/>
          </a:xfrm>
          <a:prstGeom prst="rect">
            <a:avLst/>
          </a:prstGeom>
        </p:spPr>
        <p:txBody>
          <a:bodyPr wrap="none" lIns="0" tIns="0" rIns="0" bIns="0" rtlCol="0">
            <a:spAutoFit/>
          </a:bodyPr>
          <a:lstStyle/>
          <a:p>
            <a:pPr algn="l"/>
            <a:r>
              <a:rPr lang="en-US" sz="2000" b="1">
                <a:solidFill>
                  <a:schemeClr val="accent2"/>
                </a:solidFill>
              </a:rPr>
              <a:t>Activities Completed</a:t>
            </a:r>
          </a:p>
        </p:txBody>
      </p:sp>
      <p:sp>
        <p:nvSpPr>
          <p:cNvPr id="6" name="TextBox 5">
            <a:extLst>
              <a:ext uri="{FF2B5EF4-FFF2-40B4-BE49-F238E27FC236}">
                <a16:creationId xmlns:a16="http://schemas.microsoft.com/office/drawing/2014/main" id="{0FF03E72-19C4-5231-BF28-3B410F9EC6CA}"/>
              </a:ext>
            </a:extLst>
          </p:cNvPr>
          <p:cNvSpPr txBox="1"/>
          <p:nvPr/>
        </p:nvSpPr>
        <p:spPr>
          <a:xfrm>
            <a:off x="8772929" y="1238009"/>
            <a:ext cx="2369688" cy="307777"/>
          </a:xfrm>
          <a:prstGeom prst="rect">
            <a:avLst/>
          </a:prstGeom>
        </p:spPr>
        <p:txBody>
          <a:bodyPr wrap="none" lIns="0" tIns="0" rIns="0" bIns="0" rtlCol="0">
            <a:spAutoFit/>
          </a:bodyPr>
          <a:lstStyle/>
          <a:p>
            <a:pPr algn="l"/>
            <a:r>
              <a:rPr lang="en-US" sz="2000" b="1">
                <a:solidFill>
                  <a:schemeClr val="accent4"/>
                </a:solidFill>
              </a:rPr>
              <a:t>Key Outputs &amp; Results</a:t>
            </a:r>
          </a:p>
        </p:txBody>
      </p:sp>
      <p:sp>
        <p:nvSpPr>
          <p:cNvPr id="9" name="TextBox 8">
            <a:extLst>
              <a:ext uri="{FF2B5EF4-FFF2-40B4-BE49-F238E27FC236}">
                <a16:creationId xmlns:a16="http://schemas.microsoft.com/office/drawing/2014/main" id="{DAA4F17A-B9EC-8374-354A-E13955DCD633}"/>
              </a:ext>
            </a:extLst>
          </p:cNvPr>
          <p:cNvSpPr txBox="1"/>
          <p:nvPr/>
        </p:nvSpPr>
        <p:spPr>
          <a:xfrm>
            <a:off x="457200" y="1805193"/>
            <a:ext cx="3779863" cy="4216539"/>
          </a:xfrm>
          <a:prstGeom prst="rect">
            <a:avLst/>
          </a:prstGeom>
        </p:spPr>
        <p:txBody>
          <a:bodyPr wrap="square" lIns="0" tIns="0" rIns="0" bIns="0" rtlCol="0">
            <a:spAutoFit/>
          </a:bodyPr>
          <a:lstStyle/>
          <a:p>
            <a:pPr algn="l">
              <a:spcAft>
                <a:spcPts val="600"/>
              </a:spcAft>
            </a:pPr>
            <a:r>
              <a:rPr lang="en-US" b="1">
                <a:solidFill>
                  <a:schemeClr val="bg1"/>
                </a:solidFill>
              </a:rPr>
              <a:t>Governance &amp; SDLC</a:t>
            </a:r>
          </a:p>
          <a:p>
            <a:pPr marL="171450" indent="-171450">
              <a:buFont typeface="Arial" panose="020B0604020202020204" pitchFamily="34" charset="0"/>
              <a:buChar char="•"/>
            </a:pPr>
            <a:r>
              <a:rPr lang="en-US" sz="1200">
                <a:solidFill>
                  <a:schemeClr val="bg1"/>
                </a:solidFill>
              </a:rPr>
              <a:t>Existing governance &amp; communication</a:t>
            </a:r>
          </a:p>
          <a:p>
            <a:pPr marL="171450" indent="-171450">
              <a:buFont typeface="Arial" panose="020B0604020202020204" pitchFamily="34" charset="0"/>
              <a:buChar char="•"/>
            </a:pPr>
            <a:r>
              <a:rPr lang="en-US" sz="1200">
                <a:solidFill>
                  <a:schemeClr val="bg1"/>
                </a:solidFill>
              </a:rPr>
              <a:t>Current delivery approach</a:t>
            </a:r>
          </a:p>
          <a:p>
            <a:pPr marL="171450" indent="-171450">
              <a:buFont typeface="Arial" panose="020B0604020202020204" pitchFamily="34" charset="0"/>
              <a:buChar char="•"/>
            </a:pPr>
            <a:r>
              <a:rPr lang="en-US" sz="1200">
                <a:solidFill>
                  <a:schemeClr val="bg1"/>
                </a:solidFill>
              </a:rPr>
              <a:t>Team composition approach</a:t>
            </a:r>
          </a:p>
          <a:p>
            <a:pPr marL="171450" indent="-171450">
              <a:buFont typeface="Arial" panose="020B0604020202020204" pitchFamily="34" charset="0"/>
              <a:buChar char="•"/>
            </a:pPr>
            <a:r>
              <a:rPr lang="en-US" sz="1200">
                <a:solidFill>
                  <a:schemeClr val="bg1"/>
                </a:solidFill>
              </a:rPr>
              <a:t>Lesson-learned from recent implementations</a:t>
            </a:r>
          </a:p>
          <a:p>
            <a:pPr marL="171450" indent="-171450">
              <a:buFont typeface="Arial" panose="020B0604020202020204" pitchFamily="34" charset="0"/>
              <a:buChar char="•"/>
            </a:pPr>
            <a:r>
              <a:rPr lang="en-US" sz="1200">
                <a:solidFill>
                  <a:schemeClr val="bg1"/>
                </a:solidFill>
              </a:rPr>
              <a:t>Suggested improvements and their history of implementation</a:t>
            </a:r>
          </a:p>
          <a:p>
            <a:pPr marL="171450" indent="-171450">
              <a:buFont typeface="Arial" panose="020B0604020202020204" pitchFamily="34" charset="0"/>
              <a:buChar char="•"/>
            </a:pPr>
            <a:r>
              <a:rPr lang="en-US" sz="1200">
                <a:solidFill>
                  <a:schemeClr val="bg1"/>
                </a:solidFill>
              </a:rPr>
              <a:t>Existing SV implementation plans</a:t>
            </a:r>
          </a:p>
          <a:p>
            <a:pPr marL="171450" indent="-171450">
              <a:buFont typeface="Arial" panose="020B0604020202020204" pitchFamily="34" charset="0"/>
              <a:buChar char="•"/>
            </a:pPr>
            <a:r>
              <a:rPr lang="en-US" sz="1200">
                <a:solidFill>
                  <a:schemeClr val="bg1"/>
                </a:solidFill>
              </a:rPr>
              <a:t>Existing Modernization plans to support SV</a:t>
            </a:r>
          </a:p>
          <a:p>
            <a:pPr algn="l"/>
            <a:endParaRPr lang="en-US" sz="1200">
              <a:solidFill>
                <a:schemeClr val="bg1"/>
              </a:solidFill>
            </a:endParaRPr>
          </a:p>
          <a:p>
            <a:pPr>
              <a:spcAft>
                <a:spcPts val="600"/>
              </a:spcAft>
            </a:pPr>
            <a:r>
              <a:rPr lang="en-US" b="1">
                <a:solidFill>
                  <a:schemeClr val="bg1"/>
                </a:solidFill>
              </a:rPr>
              <a:t>Architecture &amp; Platform</a:t>
            </a:r>
          </a:p>
          <a:p>
            <a:pPr marL="171450" indent="-171450">
              <a:buFont typeface="Arial" panose="020B0604020202020204" pitchFamily="34" charset="0"/>
              <a:buChar char="•"/>
            </a:pPr>
            <a:r>
              <a:rPr lang="en-US" sz="1200">
                <a:solidFill>
                  <a:schemeClr val="bg1"/>
                </a:solidFill>
              </a:rPr>
              <a:t>Top-level architecture documentation</a:t>
            </a:r>
          </a:p>
          <a:p>
            <a:pPr marL="171450" indent="-171450">
              <a:buFont typeface="Arial" panose="020B0604020202020204" pitchFamily="34" charset="0"/>
              <a:buChar char="•"/>
            </a:pPr>
            <a:r>
              <a:rPr lang="en-US" sz="1200">
                <a:solidFill>
                  <a:schemeClr val="bg1"/>
                </a:solidFill>
              </a:rPr>
              <a:t>Guided demonstrations of source code</a:t>
            </a:r>
          </a:p>
          <a:p>
            <a:pPr marL="171450" indent="-171450">
              <a:buFont typeface="Arial" panose="020B0604020202020204" pitchFamily="34" charset="0"/>
              <a:buChar char="•"/>
            </a:pPr>
            <a:r>
              <a:rPr lang="en-US" sz="1200">
                <a:solidFill>
                  <a:schemeClr val="bg1"/>
                </a:solidFill>
              </a:rPr>
              <a:t>Activities of RS Development team </a:t>
            </a:r>
          </a:p>
          <a:p>
            <a:pPr marL="171450" indent="-171450">
              <a:buFont typeface="Arial" panose="020B0604020202020204" pitchFamily="34" charset="0"/>
              <a:buChar char="•"/>
            </a:pPr>
            <a:r>
              <a:rPr lang="en-US" sz="1200">
                <a:solidFill>
                  <a:schemeClr val="bg1"/>
                </a:solidFill>
              </a:rPr>
              <a:t>Other platforms with the focus on Personal products</a:t>
            </a:r>
          </a:p>
          <a:p>
            <a:pPr marL="171450" indent="-171450">
              <a:buFont typeface="Arial" panose="020B0604020202020204" pitchFamily="34" charset="0"/>
              <a:buChar char="•"/>
            </a:pPr>
            <a:r>
              <a:rPr lang="en-US" sz="1200">
                <a:solidFill>
                  <a:schemeClr val="bg1"/>
                </a:solidFill>
              </a:rPr>
              <a:t>RS Performance reports</a:t>
            </a:r>
          </a:p>
          <a:p>
            <a:pPr marL="238105" indent="-238105">
              <a:buFont typeface="Arial" panose="020B0604020202020204" pitchFamily="34" charset="0"/>
              <a:buChar char="•"/>
            </a:pPr>
            <a:endParaRPr lang="en-US" sz="1300">
              <a:solidFill>
                <a:schemeClr val="bg1"/>
              </a:solidFill>
            </a:endParaRPr>
          </a:p>
          <a:p>
            <a:pPr>
              <a:spcAft>
                <a:spcPts val="600"/>
              </a:spcAft>
            </a:pPr>
            <a:r>
              <a:rPr lang="en-US" b="1">
                <a:solidFill>
                  <a:schemeClr val="bg1"/>
                </a:solidFill>
              </a:rPr>
              <a:t>AI adoption</a:t>
            </a:r>
          </a:p>
          <a:p>
            <a:pPr marL="171450" indent="-171450">
              <a:buFont typeface="Arial" panose="020B0604020202020204" pitchFamily="34" charset="0"/>
              <a:buChar char="•"/>
            </a:pPr>
            <a:r>
              <a:rPr lang="en-US" sz="1200" err="1">
                <a:solidFill>
                  <a:schemeClr val="bg1"/>
                </a:solidFill>
              </a:rPr>
              <a:t>CodeMie</a:t>
            </a:r>
            <a:r>
              <a:rPr lang="en-US" sz="1200">
                <a:solidFill>
                  <a:schemeClr val="bg1"/>
                </a:solidFill>
              </a:rPr>
              <a:t> adoption PoC</a:t>
            </a:r>
          </a:p>
          <a:p>
            <a:pPr marL="171450" indent="-171450">
              <a:buFont typeface="Arial" panose="020B0604020202020204" pitchFamily="34" charset="0"/>
              <a:buChar char="•"/>
            </a:pPr>
            <a:r>
              <a:rPr lang="en-US" sz="1200">
                <a:solidFill>
                  <a:schemeClr val="bg1"/>
                </a:solidFill>
              </a:rPr>
              <a:t>GitHub Copilot adoption</a:t>
            </a:r>
          </a:p>
        </p:txBody>
      </p:sp>
      <p:sp>
        <p:nvSpPr>
          <p:cNvPr id="12" name="TextBox 11">
            <a:extLst>
              <a:ext uri="{FF2B5EF4-FFF2-40B4-BE49-F238E27FC236}">
                <a16:creationId xmlns:a16="http://schemas.microsoft.com/office/drawing/2014/main" id="{E2D5F1B6-740E-A6B2-4D91-F4F0A18E53A5}"/>
              </a:ext>
            </a:extLst>
          </p:cNvPr>
          <p:cNvSpPr txBox="1"/>
          <p:nvPr/>
        </p:nvSpPr>
        <p:spPr>
          <a:xfrm>
            <a:off x="4901435" y="1805193"/>
            <a:ext cx="3207880" cy="4601260"/>
          </a:xfrm>
          <a:prstGeom prst="rect">
            <a:avLst/>
          </a:prstGeom>
        </p:spPr>
        <p:txBody>
          <a:bodyPr wrap="square" lIns="0" tIns="0" rIns="0" bIns="0" rtlCol="0">
            <a:spAutoFit/>
          </a:bodyPr>
          <a:lstStyle/>
          <a:p>
            <a:pPr>
              <a:spcAft>
                <a:spcPts val="600"/>
              </a:spcAft>
            </a:pPr>
            <a:r>
              <a:rPr lang="en-US" b="1"/>
              <a:t>Governance &amp; SDLC</a:t>
            </a:r>
          </a:p>
          <a:p>
            <a:pPr marL="171450" indent="-171450">
              <a:buFont typeface="Arial" panose="020B0604020202020204" pitchFamily="34" charset="0"/>
              <a:buChar char="•"/>
            </a:pPr>
            <a:r>
              <a:rPr lang="en-US" sz="1200">
                <a:solidFill>
                  <a:schemeClr val="accent1"/>
                </a:solidFill>
              </a:rPr>
              <a:t>Reviewed and documented existing governance structures and communication channels to ensure alignment with project objectives.</a:t>
            </a:r>
          </a:p>
          <a:p>
            <a:pPr marL="171450" indent="-171450">
              <a:buFont typeface="Arial" panose="020B0604020202020204" pitchFamily="34" charset="0"/>
              <a:buChar char="•"/>
            </a:pPr>
            <a:r>
              <a:rPr lang="en-US" sz="1200">
                <a:solidFill>
                  <a:schemeClr val="accent1"/>
                </a:solidFill>
              </a:rPr>
              <a:t>Assessed current and past delivery and team composition frameworks, identifying strengths and areas for optimization.</a:t>
            </a:r>
          </a:p>
          <a:p>
            <a:pPr marL="171450" indent="-171450">
              <a:buFont typeface="Arial" panose="020B0604020202020204" pitchFamily="34" charset="0"/>
              <a:buChar char="•"/>
            </a:pPr>
            <a:r>
              <a:rPr lang="en-US" sz="1200">
                <a:solidFill>
                  <a:schemeClr val="accent1"/>
                </a:solidFill>
              </a:rPr>
              <a:t>Mapped out existing SV implementation plans, highlighting progress and dependencies.</a:t>
            </a:r>
          </a:p>
          <a:p>
            <a:pPr marL="171450" indent="-171450">
              <a:buFont typeface="Arial" panose="020B0604020202020204" pitchFamily="34" charset="0"/>
              <a:buChar char="•"/>
            </a:pPr>
            <a:r>
              <a:rPr lang="en-US" sz="1200">
                <a:solidFill>
                  <a:schemeClr val="accent1"/>
                </a:solidFill>
              </a:rPr>
              <a:t>Examined modernization initiatives designed to support SV, ensuring integration with ongoing and future projects.</a:t>
            </a:r>
          </a:p>
          <a:p>
            <a:pPr marL="238105" indent="-238105">
              <a:buFont typeface="Arial" panose="020B0604020202020204" pitchFamily="34" charset="0"/>
              <a:buChar char="•"/>
            </a:pPr>
            <a:endParaRPr lang="en-US" sz="1300">
              <a:solidFill>
                <a:schemeClr val="accent1"/>
              </a:solidFill>
            </a:endParaRPr>
          </a:p>
          <a:p>
            <a:pPr>
              <a:spcAft>
                <a:spcPts val="600"/>
              </a:spcAft>
            </a:pPr>
            <a:r>
              <a:rPr lang="en-US" b="1"/>
              <a:t>Architecture &amp; Platform</a:t>
            </a:r>
          </a:p>
          <a:p>
            <a:pPr marL="171450" indent="-171450">
              <a:buFont typeface="Arial" panose="020B0604020202020204" pitchFamily="34" charset="0"/>
              <a:buChar char="•"/>
            </a:pPr>
            <a:r>
              <a:rPr lang="en-US" sz="1200"/>
              <a:t>Technologies analysis performed</a:t>
            </a:r>
          </a:p>
          <a:p>
            <a:pPr marL="171450" indent="-171450">
              <a:buFont typeface="Arial" panose="020B0604020202020204" pitchFamily="34" charset="0"/>
              <a:buChar char="•"/>
            </a:pPr>
            <a:r>
              <a:rPr lang="en-US" sz="1200"/>
              <a:t>Matching of Business logic to RS platform</a:t>
            </a:r>
          </a:p>
          <a:p>
            <a:pPr marL="171450" indent="-171450">
              <a:buFont typeface="Arial" panose="020B0604020202020204" pitchFamily="34" charset="0"/>
              <a:buChar char="•"/>
            </a:pPr>
            <a:r>
              <a:rPr lang="en-US" sz="1200"/>
              <a:t>RS Technical assessment as PL-ready Platform</a:t>
            </a:r>
          </a:p>
          <a:p>
            <a:pPr marL="171450" indent="-171450">
              <a:buFont typeface="Arial" panose="020B0604020202020204" pitchFamily="34" charset="0"/>
              <a:buChar char="•"/>
            </a:pPr>
            <a:r>
              <a:rPr lang="en-US" sz="1200"/>
              <a:t>External Challenges analysis performed</a:t>
            </a:r>
          </a:p>
          <a:p>
            <a:pPr marL="171450" indent="-171450">
              <a:buFont typeface="Arial" panose="020B0604020202020204" pitchFamily="34" charset="0"/>
              <a:buChar char="•"/>
            </a:pPr>
            <a:r>
              <a:rPr lang="en-US" sz="1200"/>
              <a:t>Scalability &amp; Performance Analysis</a:t>
            </a:r>
            <a:endParaRPr lang="en-US" sz="1200">
              <a:solidFill>
                <a:schemeClr val="accent1"/>
              </a:solidFill>
            </a:endParaRPr>
          </a:p>
          <a:p>
            <a:pPr algn="l"/>
            <a:endParaRPr lang="en-US" sz="1300">
              <a:solidFill>
                <a:schemeClr val="accent1"/>
              </a:solidFill>
            </a:endParaRPr>
          </a:p>
          <a:p>
            <a:pPr>
              <a:spcAft>
                <a:spcPts val="600"/>
              </a:spcAft>
            </a:pPr>
            <a:r>
              <a:rPr lang="en-US" b="1"/>
              <a:t>AI adoption</a:t>
            </a:r>
          </a:p>
          <a:p>
            <a:pPr marL="171450" indent="-171450">
              <a:buFont typeface="Arial" panose="020B0604020202020204" pitchFamily="34" charset="0"/>
              <a:buChar char="•"/>
            </a:pPr>
            <a:r>
              <a:rPr lang="en-US" sz="1200">
                <a:solidFill>
                  <a:schemeClr val="accent1"/>
                </a:solidFill>
              </a:rPr>
              <a:t>Analysis of the scope for AI adoption</a:t>
            </a:r>
          </a:p>
        </p:txBody>
      </p:sp>
      <p:cxnSp>
        <p:nvCxnSpPr>
          <p:cNvPr id="17" name="Straight Connector 16">
            <a:extLst>
              <a:ext uri="{FF2B5EF4-FFF2-40B4-BE49-F238E27FC236}">
                <a16:creationId xmlns:a16="http://schemas.microsoft.com/office/drawing/2014/main" id="{FBAD2B53-3A4E-8194-6E27-B35A56E2A503}"/>
              </a:ext>
            </a:extLst>
          </p:cNvPr>
          <p:cNvCxnSpPr>
            <a:cxnSpLocks/>
          </p:cNvCxnSpPr>
          <p:nvPr/>
        </p:nvCxnSpPr>
        <p:spPr>
          <a:xfrm>
            <a:off x="4078726" y="0"/>
            <a:ext cx="0" cy="6858000"/>
          </a:xfrm>
          <a:prstGeom prst="line">
            <a:avLst/>
          </a:prstGeom>
          <a:ln w="25400"/>
        </p:spPr>
        <p:style>
          <a:lnRef idx="3">
            <a:schemeClr val="dk1"/>
          </a:lnRef>
          <a:fillRef idx="0">
            <a:schemeClr val="dk1"/>
          </a:fillRef>
          <a:effectRef idx="2">
            <a:schemeClr val="dk1"/>
          </a:effectRef>
          <a:fontRef idx="minor">
            <a:schemeClr val="tx1"/>
          </a:fontRef>
        </p:style>
      </p:cxnSp>
      <p:sp>
        <p:nvSpPr>
          <p:cNvPr id="10" name="TextBox 9">
            <a:extLst>
              <a:ext uri="{FF2B5EF4-FFF2-40B4-BE49-F238E27FC236}">
                <a16:creationId xmlns:a16="http://schemas.microsoft.com/office/drawing/2014/main" id="{9AB6429B-753F-A5AC-D001-A6D724F5A256}"/>
              </a:ext>
            </a:extLst>
          </p:cNvPr>
          <p:cNvSpPr txBox="1"/>
          <p:nvPr/>
        </p:nvSpPr>
        <p:spPr>
          <a:xfrm>
            <a:off x="8772930" y="1805193"/>
            <a:ext cx="3066770" cy="4601260"/>
          </a:xfrm>
          <a:prstGeom prst="rect">
            <a:avLst/>
          </a:prstGeom>
        </p:spPr>
        <p:txBody>
          <a:bodyPr wrap="square" lIns="0" tIns="0" rIns="0" bIns="0" rtlCol="0">
            <a:spAutoFit/>
          </a:bodyPr>
          <a:lstStyle/>
          <a:p>
            <a:pPr>
              <a:spcAft>
                <a:spcPts val="600"/>
              </a:spcAft>
            </a:pPr>
            <a:r>
              <a:rPr lang="en-US" b="1"/>
              <a:t>Governance &amp; SDLC</a:t>
            </a:r>
          </a:p>
          <a:p>
            <a:pPr marL="171450" indent="-171450">
              <a:buFont typeface="Arial" panose="020B0604020202020204" pitchFamily="34" charset="0"/>
              <a:buChar char="•"/>
            </a:pPr>
            <a:r>
              <a:rPr lang="en-US" sz="1200">
                <a:solidFill>
                  <a:schemeClr val="accent1"/>
                </a:solidFill>
              </a:rPr>
              <a:t>Current team issues cause communication breakdowns and responsibilities gaps, </a:t>
            </a:r>
            <a:r>
              <a:rPr lang="en-US" sz="1200" b="1">
                <a:solidFill>
                  <a:schemeClr val="accent1"/>
                </a:solidFill>
              </a:rPr>
              <a:t>impacting timelines and quality</a:t>
            </a:r>
            <a:r>
              <a:rPr lang="en-US" sz="1200">
                <a:solidFill>
                  <a:schemeClr val="accent1"/>
                </a:solidFill>
              </a:rPr>
              <a:t>.</a:t>
            </a:r>
          </a:p>
          <a:p>
            <a:pPr marL="171450" indent="-171450">
              <a:buFont typeface="Arial" panose="020B0604020202020204" pitchFamily="34" charset="0"/>
              <a:buChar char="•"/>
            </a:pPr>
            <a:r>
              <a:rPr lang="en-US" sz="1200">
                <a:solidFill>
                  <a:schemeClr val="accent1"/>
                </a:solidFill>
              </a:rPr>
              <a:t>Following standard development practices is crucial to </a:t>
            </a:r>
            <a:r>
              <a:rPr lang="en-US" sz="1200" b="1">
                <a:solidFill>
                  <a:schemeClr val="accent1"/>
                </a:solidFill>
              </a:rPr>
              <a:t>improve efficiency and speed</a:t>
            </a:r>
            <a:r>
              <a:rPr lang="en-US" sz="1200">
                <a:solidFill>
                  <a:schemeClr val="accent1"/>
                </a:solidFill>
              </a:rPr>
              <a:t>.</a:t>
            </a:r>
          </a:p>
          <a:p>
            <a:pPr algn="l"/>
            <a:endParaRPr lang="en-US" sz="1300">
              <a:solidFill>
                <a:schemeClr val="accent1"/>
              </a:solidFill>
            </a:endParaRPr>
          </a:p>
          <a:p>
            <a:pPr>
              <a:spcAft>
                <a:spcPts val="600"/>
              </a:spcAft>
            </a:pPr>
            <a:r>
              <a:rPr lang="en-US" b="1"/>
              <a:t>Architecture &amp; Platform</a:t>
            </a:r>
          </a:p>
          <a:p>
            <a:pPr marL="171450" indent="-171450">
              <a:buFont typeface="Arial" panose="020B0604020202020204" pitchFamily="34" charset="0"/>
              <a:buChar char="•"/>
            </a:pPr>
            <a:r>
              <a:rPr lang="en-US" sz="1200">
                <a:solidFill>
                  <a:srgbClr val="060606"/>
                </a:solidFill>
              </a:rPr>
              <a:t>Dispersed business logic </a:t>
            </a:r>
            <a:r>
              <a:rPr lang="en-US" sz="1200" b="1">
                <a:solidFill>
                  <a:srgbClr val="060606"/>
                </a:solidFill>
              </a:rPr>
              <a:t>slows delivery and lowers quality</a:t>
            </a:r>
            <a:r>
              <a:rPr lang="en-US" sz="1200">
                <a:solidFill>
                  <a:srgbClr val="060606"/>
                </a:solidFill>
              </a:rPr>
              <a:t>.</a:t>
            </a:r>
          </a:p>
          <a:p>
            <a:pPr marL="171450" indent="-171450">
              <a:buFont typeface="Arial" panose="020B0604020202020204" pitchFamily="34" charset="0"/>
              <a:buChar char="•"/>
            </a:pPr>
            <a:r>
              <a:rPr lang="en-US" sz="1200">
                <a:solidFill>
                  <a:srgbClr val="060606"/>
                </a:solidFill>
              </a:rPr>
              <a:t>Current RS architecture and database will </a:t>
            </a:r>
            <a:r>
              <a:rPr lang="en-US" sz="1200" b="1">
                <a:solidFill>
                  <a:srgbClr val="060606"/>
                </a:solidFill>
              </a:rPr>
              <a:t>limit performance</a:t>
            </a:r>
            <a:r>
              <a:rPr lang="en-US" sz="1200">
                <a:solidFill>
                  <a:srgbClr val="060606"/>
                </a:solidFill>
              </a:rPr>
              <a:t>, especially for Personal Line Products.</a:t>
            </a:r>
          </a:p>
          <a:p>
            <a:pPr marL="171450" indent="-171450">
              <a:buFont typeface="Arial" panose="020B0604020202020204" pitchFamily="34" charset="0"/>
              <a:buChar char="•"/>
            </a:pPr>
            <a:r>
              <a:rPr lang="en-US" sz="1200">
                <a:solidFill>
                  <a:srgbClr val="060606"/>
                </a:solidFill>
              </a:rPr>
              <a:t>External technical factors affect </a:t>
            </a:r>
            <a:r>
              <a:rPr lang="en-US" sz="1200" b="1">
                <a:solidFill>
                  <a:srgbClr val="060606"/>
                </a:solidFill>
              </a:rPr>
              <a:t>delivery predictability</a:t>
            </a:r>
            <a:r>
              <a:rPr lang="en-US" sz="1200">
                <a:solidFill>
                  <a:srgbClr val="060606"/>
                </a:solidFill>
              </a:rPr>
              <a:t> and must be managed.</a:t>
            </a:r>
          </a:p>
          <a:p>
            <a:pPr marL="171450" indent="-171450">
              <a:buFont typeface="Arial" panose="020B0604020202020204" pitchFamily="34" charset="0"/>
              <a:buChar char="•"/>
            </a:pPr>
            <a:r>
              <a:rPr lang="en-US" sz="1200">
                <a:solidFill>
                  <a:schemeClr val="accent1"/>
                </a:solidFill>
              </a:rPr>
              <a:t>UI technology refresh must be done to close existing gap and create a basis for </a:t>
            </a:r>
            <a:r>
              <a:rPr lang="en-US" sz="1200" b="1">
                <a:solidFill>
                  <a:schemeClr val="accent1"/>
                </a:solidFill>
              </a:rPr>
              <a:t>business &amp; technical scalability</a:t>
            </a:r>
            <a:r>
              <a:rPr lang="en-US" sz="1200">
                <a:solidFill>
                  <a:schemeClr val="accent1"/>
                </a:solidFill>
              </a:rPr>
              <a:t>.</a:t>
            </a:r>
            <a:endParaRPr lang="en-US" sz="1200">
              <a:solidFill>
                <a:srgbClr val="060606"/>
              </a:solidFill>
            </a:endParaRPr>
          </a:p>
          <a:p>
            <a:pPr marL="238105" indent="-238105">
              <a:buFont typeface="Arial" panose="020B0604020202020204" pitchFamily="34" charset="0"/>
              <a:buChar char="•"/>
            </a:pPr>
            <a:endParaRPr lang="en-US" sz="1300">
              <a:solidFill>
                <a:schemeClr val="accent1"/>
              </a:solidFill>
            </a:endParaRPr>
          </a:p>
          <a:p>
            <a:pPr>
              <a:spcAft>
                <a:spcPts val="600"/>
              </a:spcAft>
            </a:pPr>
            <a:r>
              <a:rPr lang="en-US" b="1"/>
              <a:t>AI adoption</a:t>
            </a:r>
          </a:p>
          <a:p>
            <a:pPr marL="171450" indent="-171450">
              <a:buFont typeface="Arial" panose="020B0604020202020204" pitchFamily="34" charset="0"/>
              <a:buChar char="•"/>
            </a:pPr>
            <a:r>
              <a:rPr lang="en-US" sz="1200">
                <a:solidFill>
                  <a:srgbClr val="060606"/>
                </a:solidFill>
              </a:rPr>
              <a:t>AI efforts are fragmented; alignment with strategy and continuous improvement are key.</a:t>
            </a:r>
            <a:endParaRPr lang="en-US" sz="1200">
              <a:solidFill>
                <a:schemeClr val="accent1"/>
              </a:solidFill>
            </a:endParaRPr>
          </a:p>
        </p:txBody>
      </p:sp>
      <p:cxnSp>
        <p:nvCxnSpPr>
          <p:cNvPr id="11" name="Straight Connector 10">
            <a:extLst>
              <a:ext uri="{FF2B5EF4-FFF2-40B4-BE49-F238E27FC236}">
                <a16:creationId xmlns:a16="http://schemas.microsoft.com/office/drawing/2014/main" id="{880672C1-E927-BFE4-2B2F-EFEE6A53596E}"/>
              </a:ext>
            </a:extLst>
          </p:cNvPr>
          <p:cNvCxnSpPr>
            <a:cxnSpLocks/>
          </p:cNvCxnSpPr>
          <p:nvPr/>
        </p:nvCxnSpPr>
        <p:spPr>
          <a:xfrm>
            <a:off x="457200" y="1624812"/>
            <a:ext cx="457200" cy="0"/>
          </a:xfrm>
          <a:prstGeom prst="line">
            <a:avLst/>
          </a:prstGeom>
          <a:ln w="6350">
            <a:solidFill>
              <a:srgbClr val="08F6FF"/>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10BD5FDD-551F-C6F2-B7C1-6D9F5F327D6B}"/>
              </a:ext>
            </a:extLst>
          </p:cNvPr>
          <p:cNvCxnSpPr>
            <a:cxnSpLocks/>
          </p:cNvCxnSpPr>
          <p:nvPr/>
        </p:nvCxnSpPr>
        <p:spPr>
          <a:xfrm>
            <a:off x="4901435" y="1624812"/>
            <a:ext cx="457200" cy="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683BB2CB-D90B-16E6-0AFF-8F238A3B1C65}"/>
              </a:ext>
            </a:extLst>
          </p:cNvPr>
          <p:cNvCxnSpPr>
            <a:cxnSpLocks/>
          </p:cNvCxnSpPr>
          <p:nvPr/>
        </p:nvCxnSpPr>
        <p:spPr>
          <a:xfrm>
            <a:off x="8772929" y="1624812"/>
            <a:ext cx="457200" cy="0"/>
          </a:xfrm>
          <a:prstGeom prst="line">
            <a:avLst/>
          </a:prstGeom>
          <a:ln w="63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97258851"/>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215A93-4D33-AF6F-D457-8220CD43C15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3FD5D82-9309-6416-5CAE-6C4359E0DC6D}"/>
              </a:ext>
            </a:extLst>
          </p:cNvPr>
          <p:cNvSpPr>
            <a:spLocks noGrp="1"/>
          </p:cNvSpPr>
          <p:nvPr>
            <p:ph type="title"/>
          </p:nvPr>
        </p:nvSpPr>
        <p:spPr/>
        <p:txBody>
          <a:bodyPr/>
          <a:lstStyle/>
          <a:p>
            <a:r>
              <a:rPr lang="en-US"/>
              <a:t>Enabling Personal Lines: Changes in Business capabilities </a:t>
            </a:r>
          </a:p>
        </p:txBody>
      </p:sp>
      <p:sp>
        <p:nvSpPr>
          <p:cNvPr id="3" name="Text Placeholder 2">
            <a:extLst>
              <a:ext uri="{FF2B5EF4-FFF2-40B4-BE49-F238E27FC236}">
                <a16:creationId xmlns:a16="http://schemas.microsoft.com/office/drawing/2014/main" id="{0C17ECD4-91C2-6BF3-3C2E-6EFC928BABD5}"/>
              </a:ext>
            </a:extLst>
          </p:cNvPr>
          <p:cNvSpPr>
            <a:spLocks noGrp="1"/>
          </p:cNvSpPr>
          <p:nvPr>
            <p:ph type="body" sz="quarter" idx="15"/>
          </p:nvPr>
        </p:nvSpPr>
        <p:spPr/>
        <p:txBody>
          <a:bodyPr/>
          <a:lstStyle/>
          <a:p>
            <a:endParaRPr lang="en-US"/>
          </a:p>
        </p:txBody>
      </p:sp>
      <p:graphicFrame>
        <p:nvGraphicFramePr>
          <p:cNvPr id="2" name="Table 1">
            <a:extLst>
              <a:ext uri="{FF2B5EF4-FFF2-40B4-BE49-F238E27FC236}">
                <a16:creationId xmlns:a16="http://schemas.microsoft.com/office/drawing/2014/main" id="{D651A485-3754-43BC-B445-3FD7F0CB37C7}"/>
              </a:ext>
            </a:extLst>
          </p:cNvPr>
          <p:cNvGraphicFramePr>
            <a:graphicFrameLocks noGrp="1"/>
          </p:cNvGraphicFramePr>
          <p:nvPr>
            <p:extLst>
              <p:ext uri="{D42A27DB-BD31-4B8C-83A1-F6EECF244321}">
                <p14:modId xmlns:p14="http://schemas.microsoft.com/office/powerpoint/2010/main" val="3034398656"/>
              </p:ext>
            </p:extLst>
          </p:nvPr>
        </p:nvGraphicFramePr>
        <p:xfrm>
          <a:off x="457200" y="1107141"/>
          <a:ext cx="11274552" cy="5240205"/>
        </p:xfrm>
        <a:graphic>
          <a:graphicData uri="http://schemas.openxmlformats.org/drawingml/2006/table">
            <a:tbl>
              <a:tblPr firstRow="1" firstCol="1" bandRow="1">
                <a:tableStyleId>{073A0DAA-6AF3-43AB-8588-CEC1D06C72B9}</a:tableStyleId>
              </a:tblPr>
              <a:tblGrid>
                <a:gridCol w="2335485">
                  <a:extLst>
                    <a:ext uri="{9D8B030D-6E8A-4147-A177-3AD203B41FA5}">
                      <a16:colId xmlns:a16="http://schemas.microsoft.com/office/drawing/2014/main" val="14846991"/>
                    </a:ext>
                  </a:extLst>
                </a:gridCol>
                <a:gridCol w="3082840">
                  <a:extLst>
                    <a:ext uri="{9D8B030D-6E8A-4147-A177-3AD203B41FA5}">
                      <a16:colId xmlns:a16="http://schemas.microsoft.com/office/drawing/2014/main" val="2068144225"/>
                    </a:ext>
                  </a:extLst>
                </a:gridCol>
                <a:gridCol w="3456517">
                  <a:extLst>
                    <a:ext uri="{9D8B030D-6E8A-4147-A177-3AD203B41FA5}">
                      <a16:colId xmlns:a16="http://schemas.microsoft.com/office/drawing/2014/main" val="2149759704"/>
                    </a:ext>
                  </a:extLst>
                </a:gridCol>
                <a:gridCol w="2399710">
                  <a:extLst>
                    <a:ext uri="{9D8B030D-6E8A-4147-A177-3AD203B41FA5}">
                      <a16:colId xmlns:a16="http://schemas.microsoft.com/office/drawing/2014/main" val="1888099212"/>
                    </a:ext>
                  </a:extLst>
                </a:gridCol>
              </a:tblGrid>
              <a:tr h="237079">
                <a:tc>
                  <a:txBody>
                    <a:bodyPr/>
                    <a:lstStyle/>
                    <a:p>
                      <a:pPr algn="l" fontAlgn="b">
                        <a:buNone/>
                      </a:pPr>
                      <a:r>
                        <a:rPr lang="en-US" sz="1100" b="0" u="none" strike="noStrike" spc="100" baseline="0">
                          <a:solidFill>
                            <a:schemeClr val="bg1"/>
                          </a:solidFill>
                          <a:effectLst/>
                        </a:rPr>
                        <a:t>CAPABILITY</a:t>
                      </a:r>
                      <a:endParaRPr lang="en-US" sz="1100" b="0" i="0" u="none" strike="noStrike" spc="100" baseline="0">
                        <a:solidFill>
                          <a:schemeClr val="bg1"/>
                        </a:solidFill>
                        <a:effectLst/>
                        <a:latin typeface="Helvetica Neue" panose="02000503000000020004" pitchFamily="2" charset="0"/>
                      </a:endParaRPr>
                    </a:p>
                  </a:txBody>
                  <a:tcPr marL="45720" marR="0" marT="0" marB="0" anchor="ctr">
                    <a:lnL w="12700" cmpd="sng">
                      <a:noFill/>
                    </a:lnL>
                    <a:lnR w="9525" cap="flat" cmpd="sng" algn="ctr">
                      <a:solidFill>
                        <a:schemeClr val="bg1"/>
                      </a:solidFill>
                      <a:prstDash val="solid"/>
                      <a:round/>
                      <a:headEnd type="none" w="med" len="med"/>
                      <a:tailEnd type="none" w="med" len="med"/>
                    </a:lnR>
                    <a:lnT w="12700" cmpd="sng">
                      <a:noFill/>
                    </a:lnT>
                    <a:lnB w="9525" cap="flat" cmpd="sng" algn="ctr">
                      <a:solidFill>
                        <a:schemeClr val="accent1">
                          <a:lumMod val="10000"/>
                          <a:lumOff val="9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85000"/>
                        <a:lumOff val="15000"/>
                      </a:schemeClr>
                    </a:solidFill>
                  </a:tcPr>
                </a:tc>
                <a:tc>
                  <a:txBody>
                    <a:bodyPr/>
                    <a:lstStyle/>
                    <a:p>
                      <a:pPr algn="l" fontAlgn="b">
                        <a:buNone/>
                      </a:pPr>
                      <a:r>
                        <a:rPr lang="en-US" sz="1100" b="0" u="none" strike="noStrike" spc="100" baseline="0">
                          <a:solidFill>
                            <a:schemeClr val="bg1"/>
                          </a:solidFill>
                          <a:effectLst/>
                        </a:rPr>
                        <a:t>COMMERCIAL LINES (CURRENT STATE)</a:t>
                      </a:r>
                      <a:endParaRPr lang="en-US" sz="1100" b="0" i="0" u="none" strike="noStrike" spc="100" baseline="0">
                        <a:solidFill>
                          <a:schemeClr val="bg1"/>
                        </a:solidFill>
                        <a:effectLst/>
                        <a:latin typeface="Helvetica Neue" panose="02000503000000020004" pitchFamily="2" charset="0"/>
                      </a:endParaRPr>
                    </a:p>
                  </a:txBody>
                  <a:tcPr marL="45720" marR="0" marT="0" marB="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12700" cmpd="sng">
                      <a:noFill/>
                    </a:lnT>
                    <a:lnB w="9525" cap="flat" cmpd="sng" algn="ctr">
                      <a:solidFill>
                        <a:schemeClr val="accent1">
                          <a:lumMod val="10000"/>
                          <a:lumOff val="90000"/>
                        </a:schemeClr>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l" fontAlgn="b">
                        <a:buNone/>
                      </a:pPr>
                      <a:r>
                        <a:rPr lang="en-US" sz="1100" b="0" u="none" strike="noStrike" spc="100" baseline="0">
                          <a:solidFill>
                            <a:schemeClr val="bg1"/>
                          </a:solidFill>
                          <a:effectLst/>
                        </a:rPr>
                        <a:t>PERSONAL LINES(TARGET STATE)</a:t>
                      </a:r>
                      <a:endParaRPr lang="en-US" sz="1100" b="0" i="0" u="none" strike="noStrike" spc="100" baseline="0">
                        <a:solidFill>
                          <a:schemeClr val="bg1"/>
                        </a:solidFill>
                        <a:effectLst/>
                        <a:latin typeface="Helvetica Neue" panose="02000503000000020004" pitchFamily="2" charset="0"/>
                      </a:endParaRPr>
                    </a:p>
                  </a:txBody>
                  <a:tcPr marL="45720" marR="0" marT="0" marB="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12700" cmpd="sng">
                      <a:noFill/>
                    </a:lnT>
                    <a:lnB w="9525" cap="flat" cmpd="sng" algn="ctr">
                      <a:solidFill>
                        <a:schemeClr val="accent1">
                          <a:lumMod val="10000"/>
                          <a:lumOff val="90000"/>
                        </a:schemeClr>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algn="l" fontAlgn="b">
                        <a:buNone/>
                      </a:pPr>
                      <a:r>
                        <a:rPr lang="en-US" sz="1100" b="0" u="none" strike="noStrike" spc="100" baseline="0">
                          <a:solidFill>
                            <a:schemeClr val="bg1"/>
                          </a:solidFill>
                          <a:effectLst/>
                        </a:rPr>
                        <a:t>KEY DIFFERENCE</a:t>
                      </a:r>
                      <a:endParaRPr lang="en-US" sz="1100" b="0" i="0" u="none" strike="noStrike" spc="100" baseline="0">
                        <a:solidFill>
                          <a:schemeClr val="bg1"/>
                        </a:solidFill>
                        <a:effectLst/>
                        <a:latin typeface="Helvetica Neue" panose="02000503000000020004" pitchFamily="2" charset="0"/>
                      </a:endParaRPr>
                    </a:p>
                  </a:txBody>
                  <a:tcPr marL="45720" marR="0" marT="0" marB="0" anchor="ctr">
                    <a:lnL w="9525" cap="flat" cmpd="sng" algn="ctr">
                      <a:solidFill>
                        <a:schemeClr val="bg1"/>
                      </a:solidFill>
                      <a:prstDash val="solid"/>
                      <a:round/>
                      <a:headEnd type="none" w="med" len="med"/>
                      <a:tailEnd type="none" w="med" len="med"/>
                    </a:lnL>
                    <a:lnR w="12700" cmpd="sng">
                      <a:noFill/>
                    </a:lnR>
                    <a:lnT w="12700" cmpd="sng">
                      <a:noFill/>
                    </a:lnT>
                    <a:lnB w="9525" cap="flat" cmpd="sng" algn="ctr">
                      <a:solidFill>
                        <a:schemeClr val="accent1">
                          <a:lumMod val="10000"/>
                          <a:lumOff val="90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60000"/>
                        <a:lumOff val="40000"/>
                      </a:schemeClr>
                    </a:solidFill>
                  </a:tcPr>
                </a:tc>
                <a:extLst>
                  <a:ext uri="{0D108BD9-81ED-4DB2-BD59-A6C34878D82A}">
                    <a16:rowId xmlns:a16="http://schemas.microsoft.com/office/drawing/2014/main" val="871200135"/>
                  </a:ext>
                </a:extLst>
              </a:tr>
              <a:tr h="431126">
                <a:tc>
                  <a:txBody>
                    <a:bodyPr/>
                    <a:lstStyle/>
                    <a:p>
                      <a:pPr algn="l" fontAlgn="b">
                        <a:buNone/>
                      </a:pPr>
                      <a:r>
                        <a:rPr lang="en-US" sz="1000" b="1" u="none" strike="noStrike">
                          <a:solidFill>
                            <a:schemeClr val="tx1"/>
                          </a:solidFill>
                          <a:effectLst/>
                        </a:rPr>
                        <a:t>Policy life-cycle transactions</a:t>
                      </a:r>
                      <a:endParaRPr lang="en-US" sz="1000" b="1" i="0" u="none" strike="noStrike">
                        <a:solidFill>
                          <a:schemeClr val="tx1"/>
                        </a:solidFill>
                        <a:effectLst/>
                        <a:latin typeface="Helvetica Neue" panose="02000503000000020004" pitchFamily="2" charset="0"/>
                      </a:endParaRPr>
                    </a:p>
                  </a:txBody>
                  <a:tcPr marL="45720" marR="0" marT="0" marB="0" anchor="ctr">
                    <a:lnL w="12700" cmpd="sng">
                      <a:noFill/>
                    </a:lnL>
                    <a:lnR w="9525" cap="flat" cmpd="sng" algn="ctr">
                      <a:solidFill>
                        <a:schemeClr val="bg1"/>
                      </a:solidFill>
                      <a:prstDash val="solid"/>
                      <a:round/>
                      <a:headEnd type="none" w="med" len="med"/>
                      <a:tailEnd type="none" w="med" len="med"/>
                    </a:lnR>
                    <a:lnT w="9525" cap="flat" cmpd="sng" algn="ctr">
                      <a:solidFill>
                        <a:schemeClr val="accent1">
                          <a:lumMod val="10000"/>
                          <a:lumOff val="90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alpha val="50000"/>
                      </a:schemeClr>
                    </a:solidFill>
                  </a:tcPr>
                </a:tc>
                <a:tc>
                  <a:txBody>
                    <a:bodyPr/>
                    <a:lstStyle/>
                    <a:p>
                      <a:pPr algn="l" fontAlgn="b">
                        <a:buNone/>
                      </a:pPr>
                      <a:r>
                        <a:rPr lang="en-US" sz="1000" u="none" strike="noStrike">
                          <a:solidFill>
                            <a:schemeClr val="tx1"/>
                          </a:solidFill>
                          <a:effectLst/>
                        </a:rPr>
                        <a:t>Complex, multi‑location policies; batch‑driven processes and support for out‑of‑sequence changes.</a:t>
                      </a:r>
                      <a:endParaRPr lang="en-US" sz="1000" b="0" i="0" u="none" strike="noStrike">
                        <a:solidFill>
                          <a:schemeClr val="tx1"/>
                        </a:solidFill>
                        <a:effectLst/>
                        <a:latin typeface="Helvetica Neue" panose="02000503000000020004" pitchFamily="2" charset="0"/>
                      </a:endParaRPr>
                    </a:p>
                  </a:txBody>
                  <a:tcPr marL="45720" marR="0" marT="0" marB="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accent1">
                          <a:lumMod val="10000"/>
                          <a:lumOff val="90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alpha val="50000"/>
                      </a:schemeClr>
                    </a:solidFill>
                  </a:tcPr>
                </a:tc>
                <a:tc>
                  <a:txBody>
                    <a:bodyPr/>
                    <a:lstStyle/>
                    <a:p>
                      <a:pPr algn="l" fontAlgn="b">
                        <a:buNone/>
                      </a:pPr>
                      <a:r>
                        <a:rPr lang="en-US" sz="1000" u="none" strike="noStrike">
                          <a:solidFill>
                            <a:schemeClr val="tx1"/>
                          </a:solidFill>
                          <a:effectLst/>
                        </a:rPr>
                        <a:t>High‑volume real‑time updates (vehicle, driver, small changes) with fast quotes and conversions.</a:t>
                      </a:r>
                      <a:endParaRPr lang="en-US" sz="1000" b="0" i="0" u="none" strike="noStrike">
                        <a:solidFill>
                          <a:schemeClr val="tx1"/>
                        </a:solidFill>
                        <a:effectLst/>
                        <a:latin typeface="Helvetica Neue" panose="02000503000000020004" pitchFamily="2" charset="0"/>
                      </a:endParaRPr>
                    </a:p>
                  </a:txBody>
                  <a:tcPr marL="45720" marR="0" marT="0" marB="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accent1">
                          <a:lumMod val="10000"/>
                          <a:lumOff val="90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alpha val="50000"/>
                      </a:schemeClr>
                    </a:solidFill>
                  </a:tcPr>
                </a:tc>
                <a:tc>
                  <a:txBody>
                    <a:bodyPr/>
                    <a:lstStyle/>
                    <a:p>
                      <a:pPr algn="l" fontAlgn="b">
                        <a:buNone/>
                      </a:pPr>
                      <a:r>
                        <a:rPr lang="en-US" sz="1000" u="none" strike="noStrike">
                          <a:solidFill>
                            <a:schemeClr val="tx1"/>
                          </a:solidFill>
                          <a:effectLst/>
                        </a:rPr>
                        <a:t>Shift from batch + account‑centric → real‑time consumer transactions.</a:t>
                      </a:r>
                    </a:p>
                  </a:txBody>
                  <a:tcPr marL="45720" marR="0" marT="0" marB="0" anchor="ctr">
                    <a:lnL w="9525" cap="flat" cmpd="sng" algn="ctr">
                      <a:solidFill>
                        <a:schemeClr val="bg1"/>
                      </a:solidFill>
                      <a:prstDash val="solid"/>
                      <a:round/>
                      <a:headEnd type="none" w="med" len="med"/>
                      <a:tailEnd type="none" w="med" len="med"/>
                    </a:lnL>
                    <a:lnR w="12700" cmpd="sng">
                      <a:noFill/>
                    </a:lnR>
                    <a:lnT w="9525" cap="flat" cmpd="sng" algn="ctr">
                      <a:solidFill>
                        <a:schemeClr val="accent1">
                          <a:lumMod val="10000"/>
                          <a:lumOff val="90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alpha val="50000"/>
                      </a:schemeClr>
                    </a:solidFill>
                  </a:tcPr>
                </a:tc>
                <a:extLst>
                  <a:ext uri="{0D108BD9-81ED-4DB2-BD59-A6C34878D82A}">
                    <a16:rowId xmlns:a16="http://schemas.microsoft.com/office/drawing/2014/main" val="3197515574"/>
                  </a:ext>
                </a:extLst>
              </a:tr>
              <a:tr h="287417">
                <a:tc>
                  <a:txBody>
                    <a:bodyPr/>
                    <a:lstStyle/>
                    <a:p>
                      <a:pPr algn="l" fontAlgn="b">
                        <a:buNone/>
                      </a:pPr>
                      <a:r>
                        <a:rPr lang="en-US" sz="1000" b="1" u="none" strike="noStrike">
                          <a:solidFill>
                            <a:schemeClr val="tx1"/>
                          </a:solidFill>
                          <a:effectLst/>
                        </a:rPr>
                        <a:t>Amendments/endorsements STP</a:t>
                      </a:r>
                      <a:endParaRPr lang="en-US" sz="1000" b="1" i="0" u="none" strike="noStrike">
                        <a:solidFill>
                          <a:schemeClr val="tx1"/>
                        </a:solidFill>
                        <a:effectLst/>
                        <a:latin typeface="Helvetica Neue" panose="02000503000000020004" pitchFamily="2" charset="0"/>
                      </a:endParaRPr>
                    </a:p>
                  </a:txBody>
                  <a:tcPr marL="45720" marR="0" marT="0" marB="0" anchor="ctr">
                    <a:lnL w="12700" cmpd="sng">
                      <a:noFill/>
                    </a:lnL>
                    <a:lnR w="9525" cap="flat" cmpd="sng" algn="ctr">
                      <a:solidFill>
                        <a:schemeClr val="bg1"/>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alpha val="50000"/>
                      </a:schemeClr>
                    </a:solidFill>
                  </a:tcPr>
                </a:tc>
                <a:tc>
                  <a:txBody>
                    <a:bodyPr/>
                    <a:lstStyle/>
                    <a:p>
                      <a:pPr algn="l" fontAlgn="b">
                        <a:buNone/>
                      </a:pPr>
                      <a:r>
                        <a:rPr lang="en-US" sz="1000" u="none" strike="noStrike">
                          <a:solidFill>
                            <a:schemeClr val="tx1"/>
                          </a:solidFill>
                          <a:effectLst/>
                        </a:rPr>
                        <a:t>Manual referrals common; agent-driven</a:t>
                      </a:r>
                      <a:endParaRPr lang="en-US" sz="1000" b="0" i="0" u="none" strike="noStrike">
                        <a:solidFill>
                          <a:schemeClr val="tx1"/>
                        </a:solidFill>
                        <a:effectLst/>
                        <a:latin typeface="Helvetica Neue" panose="02000503000000020004" pitchFamily="2" charset="0"/>
                      </a:endParaRPr>
                    </a:p>
                  </a:txBody>
                  <a:tcPr marL="45720" marR="0" marT="0" marB="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alpha val="50000"/>
                      </a:schemeClr>
                    </a:solidFill>
                  </a:tcPr>
                </a:tc>
                <a:tc>
                  <a:txBody>
                    <a:bodyPr/>
                    <a:lstStyle/>
                    <a:p>
                      <a:pPr algn="l" fontAlgn="b">
                        <a:buNone/>
                      </a:pPr>
                      <a:r>
                        <a:rPr lang="en-US" sz="1000" u="none" strike="noStrike">
                          <a:solidFill>
                            <a:schemeClr val="tx1"/>
                          </a:solidFill>
                          <a:effectLst/>
                        </a:rPr>
                        <a:t>High straight‑through processing for routine changes; only exceptions escalate.</a:t>
                      </a:r>
                      <a:endParaRPr lang="en-US" sz="1000" b="0" i="0" u="none" strike="noStrike">
                        <a:solidFill>
                          <a:schemeClr val="tx1"/>
                        </a:solidFill>
                        <a:effectLst/>
                        <a:latin typeface="Helvetica Neue" panose="02000503000000020004" pitchFamily="2" charset="0"/>
                      </a:endParaRPr>
                    </a:p>
                  </a:txBody>
                  <a:tcPr marL="45720" marR="0" marT="0" marB="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alpha val="50000"/>
                      </a:schemeClr>
                    </a:solidFill>
                  </a:tcPr>
                </a:tc>
                <a:tc>
                  <a:txBody>
                    <a:bodyPr/>
                    <a:lstStyle/>
                    <a:p>
                      <a:pPr algn="l" fontAlgn="b">
                        <a:buNone/>
                      </a:pPr>
                      <a:r>
                        <a:rPr lang="en-US" sz="1000" u="none" strike="noStrike">
                          <a:solidFill>
                            <a:schemeClr val="tx1"/>
                          </a:solidFill>
                          <a:effectLst/>
                        </a:rPr>
                        <a:t>More automation with fewer manual touchpoints.</a:t>
                      </a:r>
                    </a:p>
                  </a:txBody>
                  <a:tcPr marL="45720" marR="0" marT="0" marB="0" anchor="ctr">
                    <a:lnL w="9525" cap="flat" cmpd="sng" algn="ctr">
                      <a:solidFill>
                        <a:schemeClr val="bg1"/>
                      </a:solidFill>
                      <a:prstDash val="solid"/>
                      <a:round/>
                      <a:headEnd type="none" w="med" len="med"/>
                      <a:tailEnd type="none" w="med" len="med"/>
                    </a:lnL>
                    <a:lnR w="12700" cmpd="sng">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alpha val="50000"/>
                      </a:schemeClr>
                    </a:solidFill>
                  </a:tcPr>
                </a:tc>
                <a:extLst>
                  <a:ext uri="{0D108BD9-81ED-4DB2-BD59-A6C34878D82A}">
                    <a16:rowId xmlns:a16="http://schemas.microsoft.com/office/drawing/2014/main" val="1481992196"/>
                  </a:ext>
                </a:extLst>
              </a:tr>
              <a:tr h="287417">
                <a:tc>
                  <a:txBody>
                    <a:bodyPr/>
                    <a:lstStyle/>
                    <a:p>
                      <a:pPr algn="l" fontAlgn="b">
                        <a:buNone/>
                      </a:pPr>
                      <a:r>
                        <a:rPr lang="en-US" sz="1000" b="1" u="none" strike="noStrike">
                          <a:solidFill>
                            <a:schemeClr val="tx1"/>
                          </a:solidFill>
                          <a:effectLst/>
                        </a:rPr>
                        <a:t>Configuration (low-code/no-code)</a:t>
                      </a:r>
                      <a:endParaRPr lang="en-US" sz="1000" b="1" i="0" u="none" strike="noStrike">
                        <a:solidFill>
                          <a:schemeClr val="tx1"/>
                        </a:solidFill>
                        <a:effectLst/>
                        <a:latin typeface="Helvetica Neue" panose="02000503000000020004" pitchFamily="2" charset="0"/>
                      </a:endParaRPr>
                    </a:p>
                  </a:txBody>
                  <a:tcPr marL="45720" marR="0" marT="0" marB="0" anchor="ctr">
                    <a:lnL w="12700" cmpd="sng">
                      <a:noFill/>
                    </a:lnL>
                    <a:lnR w="9525" cap="flat" cmpd="sng" algn="ctr">
                      <a:solidFill>
                        <a:schemeClr val="bg1"/>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alpha val="50000"/>
                      </a:schemeClr>
                    </a:solidFill>
                  </a:tcPr>
                </a:tc>
                <a:tc>
                  <a:txBody>
                    <a:bodyPr/>
                    <a:lstStyle/>
                    <a:p>
                      <a:pPr algn="l" fontAlgn="b">
                        <a:buNone/>
                      </a:pPr>
                      <a:r>
                        <a:rPr lang="en-US" sz="1000" u="none" strike="noStrike">
                          <a:solidFill>
                            <a:schemeClr val="tx1"/>
                          </a:solidFill>
                          <a:effectLst/>
                        </a:rPr>
                        <a:t>Medium; IT-heavy for rules/forms in legacy cores</a:t>
                      </a:r>
                      <a:endParaRPr lang="en-US" sz="1000" b="0" i="0" u="none" strike="noStrike">
                        <a:solidFill>
                          <a:schemeClr val="tx1"/>
                        </a:solidFill>
                        <a:effectLst/>
                        <a:latin typeface="Helvetica Neue" panose="02000503000000020004" pitchFamily="2" charset="0"/>
                      </a:endParaRPr>
                    </a:p>
                  </a:txBody>
                  <a:tcPr marL="45720" marR="0" marT="0" marB="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alpha val="50000"/>
                      </a:schemeClr>
                    </a:solidFill>
                  </a:tcPr>
                </a:tc>
                <a:tc>
                  <a:txBody>
                    <a:bodyPr/>
                    <a:lstStyle/>
                    <a:p>
                      <a:pPr algn="l" fontAlgn="b">
                        <a:buNone/>
                      </a:pPr>
                      <a:r>
                        <a:rPr lang="en-US" sz="1000" u="none" strike="noStrike">
                          <a:solidFill>
                            <a:schemeClr val="tx1"/>
                          </a:solidFill>
                          <a:effectLst/>
                        </a:rPr>
                        <a:t>High agility for state and coverage changes; low-/no-code common</a:t>
                      </a:r>
                      <a:endParaRPr lang="en-US" sz="1000" b="0" i="0" u="none" strike="noStrike">
                        <a:solidFill>
                          <a:schemeClr val="tx1"/>
                        </a:solidFill>
                        <a:effectLst/>
                        <a:latin typeface="Helvetica Neue" panose="02000503000000020004" pitchFamily="2" charset="0"/>
                      </a:endParaRPr>
                    </a:p>
                  </a:txBody>
                  <a:tcPr marL="45720" marR="0" marT="0" marB="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alpha val="50000"/>
                      </a:schemeClr>
                    </a:solidFill>
                  </a:tcPr>
                </a:tc>
                <a:tc>
                  <a:txBody>
                    <a:bodyPr/>
                    <a:lstStyle/>
                    <a:p>
                      <a:pPr algn="l" fontAlgn="b">
                        <a:buNone/>
                      </a:pPr>
                      <a:r>
                        <a:rPr lang="en-US" sz="1000" u="none" strike="noStrike">
                          <a:solidFill>
                            <a:schemeClr val="tx1"/>
                          </a:solidFill>
                          <a:effectLst/>
                        </a:rPr>
                        <a:t>Faster, business-led changes required</a:t>
                      </a:r>
                      <a:endParaRPr lang="en-US" sz="1000" b="0" i="0" u="none" strike="noStrike">
                        <a:solidFill>
                          <a:schemeClr val="tx1"/>
                        </a:solidFill>
                        <a:effectLst/>
                        <a:latin typeface="Helvetica Neue" panose="02000503000000020004" pitchFamily="2" charset="0"/>
                      </a:endParaRPr>
                    </a:p>
                  </a:txBody>
                  <a:tcPr marL="45720" marR="0" marT="0" marB="0" anchor="ctr">
                    <a:lnL w="9525" cap="flat" cmpd="sng" algn="ctr">
                      <a:solidFill>
                        <a:schemeClr val="bg1"/>
                      </a:solidFill>
                      <a:prstDash val="solid"/>
                      <a:round/>
                      <a:headEnd type="none" w="med" len="med"/>
                      <a:tailEnd type="none" w="med" len="med"/>
                    </a:lnL>
                    <a:lnR w="12700" cmpd="sng">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alpha val="50000"/>
                      </a:schemeClr>
                    </a:solidFill>
                  </a:tcPr>
                </a:tc>
                <a:extLst>
                  <a:ext uri="{0D108BD9-81ED-4DB2-BD59-A6C34878D82A}">
                    <a16:rowId xmlns:a16="http://schemas.microsoft.com/office/drawing/2014/main" val="352248373"/>
                  </a:ext>
                </a:extLst>
              </a:tr>
              <a:tr h="143709">
                <a:tc>
                  <a:txBody>
                    <a:bodyPr/>
                    <a:lstStyle/>
                    <a:p>
                      <a:pPr algn="l" fontAlgn="b">
                        <a:buNone/>
                      </a:pPr>
                      <a:r>
                        <a:rPr lang="en-US" sz="1000" b="1" u="none" strike="noStrike">
                          <a:solidFill>
                            <a:schemeClr val="tx1"/>
                          </a:solidFill>
                          <a:effectLst/>
                        </a:rPr>
                        <a:t>Product definition &amp; versioning</a:t>
                      </a:r>
                      <a:endParaRPr lang="en-US" sz="1000" b="1" i="0" u="none" strike="noStrike">
                        <a:solidFill>
                          <a:schemeClr val="tx1"/>
                        </a:solidFill>
                        <a:effectLst/>
                        <a:latin typeface="Helvetica Neue" panose="02000503000000020004" pitchFamily="2" charset="0"/>
                      </a:endParaRPr>
                    </a:p>
                  </a:txBody>
                  <a:tcPr marL="45720" marR="0" marT="0" marB="0" anchor="ctr">
                    <a:lnL w="12700" cmpd="sng">
                      <a:noFill/>
                    </a:lnL>
                    <a:lnR w="9525" cap="flat" cmpd="sng" algn="ctr">
                      <a:solidFill>
                        <a:schemeClr val="bg1"/>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alpha val="50000"/>
                      </a:schemeClr>
                    </a:solidFill>
                  </a:tcPr>
                </a:tc>
                <a:tc>
                  <a:txBody>
                    <a:bodyPr/>
                    <a:lstStyle/>
                    <a:p>
                      <a:pPr algn="l" fontAlgn="b">
                        <a:buNone/>
                      </a:pPr>
                      <a:r>
                        <a:rPr lang="en-US" sz="1000" u="none" strike="noStrike">
                          <a:solidFill>
                            <a:schemeClr val="tx1"/>
                          </a:solidFill>
                          <a:effectLst/>
                        </a:rPr>
                        <a:t>Multiple LOBs; class/schedule heavy; bureau updates</a:t>
                      </a:r>
                      <a:endParaRPr lang="en-US" sz="1000" b="0" i="0" u="none" strike="noStrike">
                        <a:solidFill>
                          <a:schemeClr val="tx1"/>
                        </a:solidFill>
                        <a:effectLst/>
                        <a:latin typeface="Helvetica Neue" panose="02000503000000020004" pitchFamily="2" charset="0"/>
                      </a:endParaRPr>
                    </a:p>
                  </a:txBody>
                  <a:tcPr marL="45720" marR="0" marT="0" marB="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alpha val="50000"/>
                      </a:schemeClr>
                    </a:solidFill>
                  </a:tcPr>
                </a:tc>
                <a:tc>
                  <a:txBody>
                    <a:bodyPr/>
                    <a:lstStyle/>
                    <a:p>
                      <a:pPr algn="l" fontAlgn="b">
                        <a:buNone/>
                      </a:pPr>
                      <a:r>
                        <a:rPr lang="en-US" sz="1000" u="none" strike="noStrike">
                          <a:solidFill>
                            <a:schemeClr val="tx1"/>
                          </a:solidFill>
                          <a:effectLst/>
                        </a:rPr>
                        <a:t>Niche personal auto variant; simpler product tree; state variants</a:t>
                      </a:r>
                      <a:endParaRPr lang="en-US" sz="1000" b="0" i="0" u="none" strike="noStrike">
                        <a:solidFill>
                          <a:schemeClr val="tx1"/>
                        </a:solidFill>
                        <a:effectLst/>
                        <a:latin typeface="Helvetica Neue" panose="02000503000000020004" pitchFamily="2" charset="0"/>
                      </a:endParaRPr>
                    </a:p>
                  </a:txBody>
                  <a:tcPr marL="45720" marR="0" marT="0" marB="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alpha val="50000"/>
                      </a:schemeClr>
                    </a:solidFill>
                  </a:tcPr>
                </a:tc>
                <a:tc>
                  <a:txBody>
                    <a:bodyPr/>
                    <a:lstStyle/>
                    <a:p>
                      <a:pPr algn="l" fontAlgn="b">
                        <a:buNone/>
                      </a:pPr>
                      <a:r>
                        <a:rPr lang="en-US" sz="1000" u="none" strike="noStrike">
                          <a:solidFill>
                            <a:schemeClr val="tx1"/>
                          </a:solidFill>
                          <a:effectLst/>
                        </a:rPr>
                        <a:t>Narrower scope, deeper vehicle-level rules</a:t>
                      </a:r>
                      <a:endParaRPr lang="en-US" sz="1000" b="0" i="0" u="none" strike="noStrike">
                        <a:solidFill>
                          <a:schemeClr val="tx1"/>
                        </a:solidFill>
                        <a:effectLst/>
                        <a:latin typeface="Helvetica Neue" panose="02000503000000020004" pitchFamily="2" charset="0"/>
                      </a:endParaRPr>
                    </a:p>
                  </a:txBody>
                  <a:tcPr marL="45720" marR="0" marT="0" marB="0" anchor="ctr">
                    <a:lnL w="9525" cap="flat" cmpd="sng" algn="ctr">
                      <a:solidFill>
                        <a:schemeClr val="bg1"/>
                      </a:solidFill>
                      <a:prstDash val="solid"/>
                      <a:round/>
                      <a:headEnd type="none" w="med" len="med"/>
                      <a:tailEnd type="none" w="med" len="med"/>
                    </a:lnL>
                    <a:lnR w="12700" cmpd="sng">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alpha val="50000"/>
                      </a:schemeClr>
                    </a:solidFill>
                  </a:tcPr>
                </a:tc>
                <a:extLst>
                  <a:ext uri="{0D108BD9-81ED-4DB2-BD59-A6C34878D82A}">
                    <a16:rowId xmlns:a16="http://schemas.microsoft.com/office/drawing/2014/main" val="1503865559"/>
                  </a:ext>
                </a:extLst>
              </a:tr>
              <a:tr h="287417">
                <a:tc>
                  <a:txBody>
                    <a:bodyPr/>
                    <a:lstStyle/>
                    <a:p>
                      <a:pPr algn="l" fontAlgn="b">
                        <a:buNone/>
                      </a:pPr>
                      <a:r>
                        <a:rPr lang="en-US" sz="1000" b="1" u="none" strike="noStrike">
                          <a:solidFill>
                            <a:schemeClr val="tx1"/>
                          </a:solidFill>
                          <a:effectLst/>
                        </a:rPr>
                        <a:t>Coverage basis &amp; valuation</a:t>
                      </a:r>
                      <a:endParaRPr lang="en-US" sz="1000" b="1" i="0" u="none" strike="noStrike">
                        <a:solidFill>
                          <a:schemeClr val="tx1"/>
                        </a:solidFill>
                        <a:effectLst/>
                        <a:latin typeface="Helvetica Neue" panose="02000503000000020004" pitchFamily="2" charset="0"/>
                      </a:endParaRPr>
                    </a:p>
                  </a:txBody>
                  <a:tcPr marL="45720" marR="0" marT="0" marB="0" anchor="ctr">
                    <a:lnL w="12700" cmpd="sng">
                      <a:noFill/>
                    </a:lnL>
                    <a:lnR w="9525" cap="flat" cmpd="sng" algn="ctr">
                      <a:solidFill>
                        <a:schemeClr val="bg1"/>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alpha val="50000"/>
                      </a:schemeClr>
                    </a:solidFill>
                  </a:tcPr>
                </a:tc>
                <a:tc>
                  <a:txBody>
                    <a:bodyPr/>
                    <a:lstStyle/>
                    <a:p>
                      <a:pPr algn="l" fontAlgn="b">
                        <a:buNone/>
                      </a:pPr>
                      <a:r>
                        <a:rPr lang="en-US" sz="1000" u="none" strike="noStrike">
                          <a:solidFill>
                            <a:schemeClr val="tx1"/>
                          </a:solidFill>
                          <a:effectLst/>
                        </a:rPr>
                        <a:t>ACV and commercial endorsements</a:t>
                      </a:r>
                      <a:endParaRPr lang="en-US" sz="1000" b="0" i="0" u="none" strike="noStrike">
                        <a:solidFill>
                          <a:schemeClr val="tx1"/>
                        </a:solidFill>
                        <a:effectLst/>
                        <a:latin typeface="Helvetica Neue" panose="02000503000000020004" pitchFamily="2" charset="0"/>
                      </a:endParaRPr>
                    </a:p>
                  </a:txBody>
                  <a:tcPr marL="45720" marR="0" marT="0" marB="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alpha val="50000"/>
                      </a:schemeClr>
                    </a:solidFill>
                  </a:tcPr>
                </a:tc>
                <a:tc>
                  <a:txBody>
                    <a:bodyPr/>
                    <a:lstStyle/>
                    <a:p>
                      <a:pPr algn="l" fontAlgn="b">
                        <a:buNone/>
                      </a:pPr>
                      <a:r>
                        <a:rPr lang="en-US" sz="1000" u="none" strike="noStrike">
                          <a:solidFill>
                            <a:schemeClr val="tx1"/>
                          </a:solidFill>
                          <a:effectLst/>
                        </a:rPr>
                        <a:t>Agreed/Guaranteed Value; specialty endorsements (restoration, spare parts, lay-up)</a:t>
                      </a:r>
                      <a:endParaRPr lang="en-US" sz="1000" b="0" i="0" u="none" strike="noStrike">
                        <a:solidFill>
                          <a:schemeClr val="tx1"/>
                        </a:solidFill>
                        <a:effectLst/>
                        <a:latin typeface="Helvetica Neue" panose="02000503000000020004" pitchFamily="2" charset="0"/>
                      </a:endParaRPr>
                    </a:p>
                  </a:txBody>
                  <a:tcPr marL="45720" marR="0" marT="0" marB="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alpha val="50000"/>
                      </a:schemeClr>
                    </a:solidFill>
                  </a:tcPr>
                </a:tc>
                <a:tc>
                  <a:txBody>
                    <a:bodyPr/>
                    <a:lstStyle/>
                    <a:p>
                      <a:pPr algn="l" fontAlgn="b">
                        <a:buNone/>
                      </a:pPr>
                      <a:r>
                        <a:rPr lang="en-US" sz="1000" u="none" strike="noStrike">
                          <a:solidFill>
                            <a:schemeClr val="tx1"/>
                          </a:solidFill>
                          <a:effectLst/>
                        </a:rPr>
                        <a:t>Shift from ACV to agreed value with evidence</a:t>
                      </a:r>
                      <a:endParaRPr lang="en-US" sz="1000" b="0" i="0" u="none" strike="noStrike">
                        <a:solidFill>
                          <a:schemeClr val="tx1"/>
                        </a:solidFill>
                        <a:effectLst/>
                        <a:latin typeface="Helvetica Neue" panose="02000503000000020004" pitchFamily="2" charset="0"/>
                      </a:endParaRPr>
                    </a:p>
                  </a:txBody>
                  <a:tcPr marL="45720" marR="0" marT="0" marB="0" anchor="ctr">
                    <a:lnL w="9525" cap="flat" cmpd="sng" algn="ctr">
                      <a:solidFill>
                        <a:schemeClr val="bg1"/>
                      </a:solidFill>
                      <a:prstDash val="solid"/>
                      <a:round/>
                      <a:headEnd type="none" w="med" len="med"/>
                      <a:tailEnd type="none" w="med" len="med"/>
                    </a:lnL>
                    <a:lnR w="12700" cmpd="sng">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alpha val="50000"/>
                      </a:schemeClr>
                    </a:solidFill>
                  </a:tcPr>
                </a:tc>
                <a:extLst>
                  <a:ext uri="{0D108BD9-81ED-4DB2-BD59-A6C34878D82A}">
                    <a16:rowId xmlns:a16="http://schemas.microsoft.com/office/drawing/2014/main" val="3594843155"/>
                  </a:ext>
                </a:extLst>
              </a:tr>
              <a:tr h="287417">
                <a:tc>
                  <a:txBody>
                    <a:bodyPr/>
                    <a:lstStyle/>
                    <a:p>
                      <a:pPr algn="l" fontAlgn="b">
                        <a:buNone/>
                      </a:pPr>
                      <a:r>
                        <a:rPr lang="en-US" sz="1000" b="1" u="none" strike="noStrike">
                          <a:solidFill>
                            <a:schemeClr val="tx1"/>
                          </a:solidFill>
                          <a:effectLst/>
                        </a:rPr>
                        <a:t>Eligibility &amp; appetite</a:t>
                      </a:r>
                      <a:endParaRPr lang="en-US" sz="1000" b="1" i="0" u="none" strike="noStrike">
                        <a:solidFill>
                          <a:schemeClr val="tx1"/>
                        </a:solidFill>
                        <a:effectLst/>
                        <a:latin typeface="Helvetica Neue" panose="02000503000000020004" pitchFamily="2" charset="0"/>
                      </a:endParaRPr>
                    </a:p>
                  </a:txBody>
                  <a:tcPr marL="45720" marR="0" marT="0" marB="0" anchor="ctr">
                    <a:lnL w="12700" cmpd="sng">
                      <a:noFill/>
                    </a:lnL>
                    <a:lnR w="9525" cap="flat" cmpd="sng" algn="ctr">
                      <a:solidFill>
                        <a:schemeClr val="bg1"/>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alpha val="50000"/>
                      </a:schemeClr>
                    </a:solidFill>
                  </a:tcPr>
                </a:tc>
                <a:tc>
                  <a:txBody>
                    <a:bodyPr/>
                    <a:lstStyle/>
                    <a:p>
                      <a:pPr algn="l" fontAlgn="b">
                        <a:buNone/>
                      </a:pPr>
                      <a:r>
                        <a:rPr lang="en-US" sz="1000" u="none" strike="noStrike">
                          <a:solidFill>
                            <a:schemeClr val="tx1"/>
                          </a:solidFill>
                          <a:effectLst/>
                        </a:rPr>
                        <a:t>Business class rules; revenue/operations thresholds</a:t>
                      </a:r>
                      <a:endParaRPr lang="en-US" sz="1000" b="0" i="0" u="none" strike="noStrike">
                        <a:solidFill>
                          <a:schemeClr val="tx1"/>
                        </a:solidFill>
                        <a:effectLst/>
                        <a:latin typeface="Helvetica Neue" panose="02000503000000020004" pitchFamily="2" charset="0"/>
                      </a:endParaRPr>
                    </a:p>
                  </a:txBody>
                  <a:tcPr marL="45720" marR="0" marT="0" marB="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alpha val="50000"/>
                      </a:schemeClr>
                    </a:solidFill>
                  </a:tcPr>
                </a:tc>
                <a:tc>
                  <a:txBody>
                    <a:bodyPr/>
                    <a:lstStyle/>
                    <a:p>
                      <a:pPr algn="l" fontAlgn="b">
                        <a:buNone/>
                      </a:pPr>
                      <a:r>
                        <a:rPr lang="en-US" sz="1000" u="none" strike="noStrike">
                          <a:solidFill>
                            <a:schemeClr val="tx1"/>
                          </a:solidFill>
                          <a:effectLst/>
                        </a:rPr>
                        <a:t>Storage/garaging, limited use, driver eligibility, vehicle age/condition</a:t>
                      </a:r>
                      <a:endParaRPr lang="en-US" sz="1000" b="0" i="0" u="none" strike="noStrike">
                        <a:solidFill>
                          <a:schemeClr val="tx1"/>
                        </a:solidFill>
                        <a:effectLst/>
                        <a:latin typeface="Helvetica Neue" panose="02000503000000020004" pitchFamily="2" charset="0"/>
                      </a:endParaRPr>
                    </a:p>
                  </a:txBody>
                  <a:tcPr marL="45720" marR="0" marT="0" marB="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alpha val="50000"/>
                      </a:schemeClr>
                    </a:solidFill>
                  </a:tcPr>
                </a:tc>
                <a:tc>
                  <a:txBody>
                    <a:bodyPr/>
                    <a:lstStyle/>
                    <a:p>
                      <a:pPr algn="l" fontAlgn="b">
                        <a:buNone/>
                      </a:pPr>
                      <a:r>
                        <a:rPr lang="en-US" sz="1000" u="none" strike="noStrike">
                          <a:solidFill>
                            <a:schemeClr val="tx1"/>
                          </a:solidFill>
                          <a:effectLst/>
                        </a:rPr>
                        <a:t>Consumer criteria replace business class</a:t>
                      </a:r>
                      <a:endParaRPr lang="en-US" sz="1000" b="0" i="0" u="none" strike="noStrike">
                        <a:solidFill>
                          <a:schemeClr val="tx1"/>
                        </a:solidFill>
                        <a:effectLst/>
                        <a:latin typeface="Helvetica Neue" panose="02000503000000020004" pitchFamily="2" charset="0"/>
                      </a:endParaRPr>
                    </a:p>
                  </a:txBody>
                  <a:tcPr marL="45720" marR="0" marT="0" marB="0" anchor="ctr">
                    <a:lnL w="9525" cap="flat" cmpd="sng" algn="ctr">
                      <a:solidFill>
                        <a:schemeClr val="bg1"/>
                      </a:solidFill>
                      <a:prstDash val="solid"/>
                      <a:round/>
                      <a:headEnd type="none" w="med" len="med"/>
                      <a:tailEnd type="none" w="med" len="med"/>
                    </a:lnL>
                    <a:lnR w="12700" cmpd="sng">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alpha val="50000"/>
                      </a:schemeClr>
                    </a:solidFill>
                  </a:tcPr>
                </a:tc>
                <a:extLst>
                  <a:ext uri="{0D108BD9-81ED-4DB2-BD59-A6C34878D82A}">
                    <a16:rowId xmlns:a16="http://schemas.microsoft.com/office/drawing/2014/main" val="1845909055"/>
                  </a:ext>
                </a:extLst>
              </a:tr>
              <a:tr h="287417">
                <a:tc>
                  <a:txBody>
                    <a:bodyPr/>
                    <a:lstStyle/>
                    <a:p>
                      <a:pPr algn="l" fontAlgn="b">
                        <a:buNone/>
                      </a:pPr>
                      <a:r>
                        <a:rPr lang="en-US" sz="1000" b="1" u="none" strike="noStrike">
                          <a:solidFill>
                            <a:schemeClr val="tx1"/>
                          </a:solidFill>
                          <a:effectLst/>
                        </a:rPr>
                        <a:t>Rating engine (real-time/batch/experience)</a:t>
                      </a:r>
                      <a:endParaRPr lang="en-US" sz="1000" b="1" i="0" u="none" strike="noStrike">
                        <a:solidFill>
                          <a:schemeClr val="tx1"/>
                        </a:solidFill>
                        <a:effectLst/>
                        <a:latin typeface="Helvetica Neue" panose="02000503000000020004" pitchFamily="2" charset="0"/>
                      </a:endParaRPr>
                    </a:p>
                  </a:txBody>
                  <a:tcPr marL="45720" marR="0" marT="0" marB="0" anchor="ctr">
                    <a:lnL w="12700" cmpd="sng">
                      <a:noFill/>
                    </a:lnL>
                    <a:lnR w="9525" cap="flat" cmpd="sng" algn="ctr">
                      <a:solidFill>
                        <a:schemeClr val="bg1"/>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alpha val="50000"/>
                      </a:schemeClr>
                    </a:solidFill>
                  </a:tcPr>
                </a:tc>
                <a:tc>
                  <a:txBody>
                    <a:bodyPr/>
                    <a:lstStyle/>
                    <a:p>
                      <a:pPr algn="l" fontAlgn="b">
                        <a:buNone/>
                      </a:pPr>
                      <a:r>
                        <a:rPr lang="en-US" sz="1000" u="none" strike="noStrike">
                          <a:solidFill>
                            <a:schemeClr val="tx1"/>
                          </a:solidFill>
                          <a:effectLst/>
                        </a:rPr>
                        <a:t>Complex rules/tables; experience rating in some lines; batch runs</a:t>
                      </a:r>
                      <a:endParaRPr lang="en-US" sz="1000" b="0" i="0" u="none" strike="noStrike">
                        <a:solidFill>
                          <a:schemeClr val="tx1"/>
                        </a:solidFill>
                        <a:effectLst/>
                        <a:latin typeface="Helvetica Neue" panose="02000503000000020004" pitchFamily="2" charset="0"/>
                      </a:endParaRPr>
                    </a:p>
                  </a:txBody>
                  <a:tcPr marL="45720" marR="0" marT="0" marB="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alpha val="50000"/>
                      </a:schemeClr>
                    </a:solidFill>
                  </a:tcPr>
                </a:tc>
                <a:tc>
                  <a:txBody>
                    <a:bodyPr/>
                    <a:lstStyle/>
                    <a:p>
                      <a:pPr algn="l" fontAlgn="b">
                        <a:buNone/>
                      </a:pPr>
                      <a:r>
                        <a:rPr lang="en-US" sz="1000" u="none" strike="noStrike">
                          <a:solidFill>
                            <a:schemeClr val="tx1"/>
                          </a:solidFill>
                          <a:effectLst/>
                        </a:rPr>
                        <a:t>Real-time quoting and rerating; telematics/experience inputs for auto</a:t>
                      </a:r>
                      <a:endParaRPr lang="en-US" sz="1000" b="0" i="0" u="none" strike="noStrike">
                        <a:solidFill>
                          <a:schemeClr val="tx1"/>
                        </a:solidFill>
                        <a:effectLst/>
                        <a:latin typeface="Helvetica Neue" panose="02000503000000020004" pitchFamily="2" charset="0"/>
                      </a:endParaRPr>
                    </a:p>
                  </a:txBody>
                  <a:tcPr marL="45720" marR="0" marT="0" marB="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alpha val="50000"/>
                      </a:schemeClr>
                    </a:solidFill>
                  </a:tcPr>
                </a:tc>
                <a:tc>
                  <a:txBody>
                    <a:bodyPr/>
                    <a:lstStyle/>
                    <a:p>
                      <a:pPr algn="l" fontAlgn="b">
                        <a:buNone/>
                      </a:pPr>
                      <a:r>
                        <a:rPr lang="en-US" sz="1000" u="none" strike="noStrike">
                          <a:solidFill>
                            <a:schemeClr val="tx1"/>
                          </a:solidFill>
                          <a:effectLst/>
                        </a:rPr>
                        <a:t>From batch/experience focus to real-time per-quote recalculation</a:t>
                      </a:r>
                      <a:endParaRPr lang="en-US" sz="1000" b="0" i="0" u="none" strike="noStrike">
                        <a:solidFill>
                          <a:schemeClr val="tx1"/>
                        </a:solidFill>
                        <a:effectLst/>
                        <a:latin typeface="Helvetica Neue" panose="02000503000000020004" pitchFamily="2" charset="0"/>
                      </a:endParaRPr>
                    </a:p>
                  </a:txBody>
                  <a:tcPr marL="45720" marR="0" marT="0" marB="0" anchor="ctr">
                    <a:lnL w="9525" cap="flat" cmpd="sng" algn="ctr">
                      <a:solidFill>
                        <a:schemeClr val="bg1"/>
                      </a:solidFill>
                      <a:prstDash val="solid"/>
                      <a:round/>
                      <a:headEnd type="none" w="med" len="med"/>
                      <a:tailEnd type="none" w="med" len="med"/>
                    </a:lnL>
                    <a:lnR w="12700" cmpd="sng">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alpha val="50000"/>
                      </a:schemeClr>
                    </a:solidFill>
                  </a:tcPr>
                </a:tc>
                <a:extLst>
                  <a:ext uri="{0D108BD9-81ED-4DB2-BD59-A6C34878D82A}">
                    <a16:rowId xmlns:a16="http://schemas.microsoft.com/office/drawing/2014/main" val="1831849886"/>
                  </a:ext>
                </a:extLst>
              </a:tr>
              <a:tr h="287417">
                <a:tc>
                  <a:txBody>
                    <a:bodyPr/>
                    <a:lstStyle/>
                    <a:p>
                      <a:pPr algn="l" fontAlgn="b">
                        <a:buNone/>
                      </a:pPr>
                      <a:r>
                        <a:rPr lang="en-US" sz="1000" b="1" u="none" strike="noStrike">
                          <a:solidFill>
                            <a:schemeClr val="tx1"/>
                          </a:solidFill>
                          <a:effectLst/>
                        </a:rPr>
                        <a:t>Product cloning &amp; state/timeline versioning</a:t>
                      </a:r>
                      <a:endParaRPr lang="en-US" sz="1000" b="1" i="0" u="none" strike="noStrike">
                        <a:solidFill>
                          <a:schemeClr val="tx1"/>
                        </a:solidFill>
                        <a:effectLst/>
                        <a:latin typeface="Helvetica Neue" panose="02000503000000020004" pitchFamily="2" charset="0"/>
                      </a:endParaRPr>
                    </a:p>
                  </a:txBody>
                  <a:tcPr marL="45720" marR="0" marT="0" marB="0" anchor="ctr">
                    <a:lnL w="12700" cmpd="sng">
                      <a:noFill/>
                    </a:lnL>
                    <a:lnR w="9525" cap="flat" cmpd="sng" algn="ctr">
                      <a:solidFill>
                        <a:schemeClr val="bg1"/>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alpha val="50000"/>
                      </a:schemeClr>
                    </a:solidFill>
                  </a:tcPr>
                </a:tc>
                <a:tc>
                  <a:txBody>
                    <a:bodyPr/>
                    <a:lstStyle/>
                    <a:p>
                      <a:pPr algn="l" fontAlgn="b">
                        <a:buNone/>
                      </a:pPr>
                      <a:r>
                        <a:rPr lang="en-US" sz="1000" u="none" strike="noStrike">
                          <a:solidFill>
                            <a:schemeClr val="tx1"/>
                          </a:solidFill>
                          <a:effectLst/>
                        </a:rPr>
                        <a:t>Configurable; cloning for variants</a:t>
                      </a:r>
                      <a:endParaRPr lang="en-US" sz="1000" b="0" i="0" u="none" strike="noStrike">
                        <a:solidFill>
                          <a:schemeClr val="tx1"/>
                        </a:solidFill>
                        <a:effectLst/>
                        <a:latin typeface="Helvetica Neue" panose="02000503000000020004" pitchFamily="2" charset="0"/>
                      </a:endParaRPr>
                    </a:p>
                  </a:txBody>
                  <a:tcPr marL="45720" marR="0" marT="0" marB="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alpha val="50000"/>
                      </a:schemeClr>
                    </a:solidFill>
                  </a:tcPr>
                </a:tc>
                <a:tc>
                  <a:txBody>
                    <a:bodyPr/>
                    <a:lstStyle/>
                    <a:p>
                      <a:pPr algn="l" fontAlgn="b">
                        <a:buNone/>
                      </a:pPr>
                      <a:r>
                        <a:rPr lang="en-US" sz="1000" u="none" strike="noStrike">
                          <a:solidFill>
                            <a:schemeClr val="tx1"/>
                          </a:solidFill>
                          <a:effectLst/>
                        </a:rPr>
                        <a:t>Rapid state-specific versions and effective dating</a:t>
                      </a:r>
                      <a:endParaRPr lang="en-US" sz="1000" b="0" i="0" u="none" strike="noStrike">
                        <a:solidFill>
                          <a:schemeClr val="tx1"/>
                        </a:solidFill>
                        <a:effectLst/>
                        <a:latin typeface="Helvetica Neue" panose="02000503000000020004" pitchFamily="2" charset="0"/>
                      </a:endParaRPr>
                    </a:p>
                  </a:txBody>
                  <a:tcPr marL="45720" marR="0" marT="0" marB="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alpha val="50000"/>
                      </a:schemeClr>
                    </a:solidFill>
                  </a:tcPr>
                </a:tc>
                <a:tc>
                  <a:txBody>
                    <a:bodyPr/>
                    <a:lstStyle/>
                    <a:p>
                      <a:pPr algn="l" fontAlgn="b">
                        <a:buNone/>
                      </a:pPr>
                      <a:r>
                        <a:rPr lang="en-US" sz="1000" u="none" strike="noStrike">
                          <a:solidFill>
                            <a:schemeClr val="tx1"/>
                          </a:solidFill>
                          <a:effectLst/>
                        </a:rPr>
                        <a:t>Faster cadence and more variants</a:t>
                      </a:r>
                      <a:endParaRPr lang="en-US" sz="1000" b="0" i="0" u="none" strike="noStrike">
                        <a:solidFill>
                          <a:schemeClr val="tx1"/>
                        </a:solidFill>
                        <a:effectLst/>
                        <a:latin typeface="Helvetica Neue" panose="02000503000000020004" pitchFamily="2" charset="0"/>
                      </a:endParaRPr>
                    </a:p>
                  </a:txBody>
                  <a:tcPr marL="45720" marR="0" marT="0" marB="0" anchor="ctr">
                    <a:lnL w="9525" cap="flat" cmpd="sng" algn="ctr">
                      <a:solidFill>
                        <a:schemeClr val="bg1"/>
                      </a:solidFill>
                      <a:prstDash val="solid"/>
                      <a:round/>
                      <a:headEnd type="none" w="med" len="med"/>
                      <a:tailEnd type="none" w="med" len="med"/>
                    </a:lnL>
                    <a:lnR w="12700" cmpd="sng">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alpha val="50000"/>
                      </a:schemeClr>
                    </a:solidFill>
                  </a:tcPr>
                </a:tc>
                <a:extLst>
                  <a:ext uri="{0D108BD9-81ED-4DB2-BD59-A6C34878D82A}">
                    <a16:rowId xmlns:a16="http://schemas.microsoft.com/office/drawing/2014/main" val="1007878831"/>
                  </a:ext>
                </a:extLst>
              </a:tr>
              <a:tr h="143709">
                <a:tc>
                  <a:txBody>
                    <a:bodyPr/>
                    <a:lstStyle/>
                    <a:p>
                      <a:pPr algn="l" fontAlgn="b">
                        <a:buNone/>
                      </a:pPr>
                      <a:r>
                        <a:rPr lang="en-US" sz="1000" b="1" u="none" strike="noStrike">
                          <a:solidFill>
                            <a:schemeClr val="tx1"/>
                          </a:solidFill>
                          <a:effectLst/>
                        </a:rPr>
                        <a:t>Rules &amp; underwriting integration</a:t>
                      </a:r>
                      <a:endParaRPr lang="en-US" sz="1000" b="1" i="0" u="none" strike="noStrike">
                        <a:solidFill>
                          <a:schemeClr val="tx1"/>
                        </a:solidFill>
                        <a:effectLst/>
                        <a:latin typeface="Helvetica Neue" panose="02000503000000020004" pitchFamily="2" charset="0"/>
                      </a:endParaRPr>
                    </a:p>
                  </a:txBody>
                  <a:tcPr marL="45720" marR="0" marT="0" marB="0" anchor="ctr">
                    <a:lnL w="12700" cmpd="sng">
                      <a:noFill/>
                    </a:lnL>
                    <a:lnR w="9525" cap="flat" cmpd="sng" algn="ctr">
                      <a:solidFill>
                        <a:schemeClr val="bg1"/>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alpha val="50000"/>
                      </a:schemeClr>
                    </a:solidFill>
                  </a:tcPr>
                </a:tc>
                <a:tc>
                  <a:txBody>
                    <a:bodyPr/>
                    <a:lstStyle/>
                    <a:p>
                      <a:pPr algn="l" fontAlgn="b">
                        <a:buNone/>
                      </a:pPr>
                      <a:r>
                        <a:rPr lang="en-US" sz="1000" u="none" strike="noStrike">
                          <a:solidFill>
                            <a:schemeClr val="tx1"/>
                          </a:solidFill>
                          <a:effectLst/>
                        </a:rPr>
                        <a:t>Manual referral rules; complex commercial criteria</a:t>
                      </a:r>
                      <a:endParaRPr lang="en-US" sz="1000" b="0" i="0" u="none" strike="noStrike">
                        <a:solidFill>
                          <a:schemeClr val="tx1"/>
                        </a:solidFill>
                        <a:effectLst/>
                        <a:latin typeface="Helvetica Neue" panose="02000503000000020004" pitchFamily="2" charset="0"/>
                      </a:endParaRPr>
                    </a:p>
                  </a:txBody>
                  <a:tcPr marL="45720" marR="0" marT="0" marB="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alpha val="50000"/>
                      </a:schemeClr>
                    </a:solidFill>
                  </a:tcPr>
                </a:tc>
                <a:tc>
                  <a:txBody>
                    <a:bodyPr/>
                    <a:lstStyle/>
                    <a:p>
                      <a:pPr algn="l" fontAlgn="b">
                        <a:buNone/>
                      </a:pPr>
                      <a:r>
                        <a:rPr lang="en-US" sz="1000" u="none" strike="noStrike">
                          <a:solidFill>
                            <a:schemeClr val="tx1"/>
                          </a:solidFill>
                          <a:effectLst/>
                        </a:rPr>
                        <a:t>Real-time rules for credit/telematics/MVR; risk scoring</a:t>
                      </a:r>
                      <a:endParaRPr lang="en-US" sz="1000" b="0" i="0" u="none" strike="noStrike">
                        <a:solidFill>
                          <a:schemeClr val="tx1"/>
                        </a:solidFill>
                        <a:effectLst/>
                        <a:latin typeface="Helvetica Neue" panose="02000503000000020004" pitchFamily="2" charset="0"/>
                      </a:endParaRPr>
                    </a:p>
                  </a:txBody>
                  <a:tcPr marL="45720" marR="0" marT="0" marB="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alpha val="50000"/>
                      </a:schemeClr>
                    </a:solidFill>
                  </a:tcPr>
                </a:tc>
                <a:tc>
                  <a:txBody>
                    <a:bodyPr/>
                    <a:lstStyle/>
                    <a:p>
                      <a:pPr algn="l" fontAlgn="b">
                        <a:buNone/>
                      </a:pPr>
                      <a:r>
                        <a:rPr lang="en-US" sz="1000" u="none" strike="noStrike">
                          <a:solidFill>
                            <a:schemeClr val="tx1"/>
                          </a:solidFill>
                          <a:effectLst/>
                        </a:rPr>
                        <a:t>Tighter coupling of rules and data feeds</a:t>
                      </a:r>
                      <a:endParaRPr lang="en-US" sz="1000" b="0" i="0" u="none" strike="noStrike">
                        <a:solidFill>
                          <a:schemeClr val="tx1"/>
                        </a:solidFill>
                        <a:effectLst/>
                        <a:latin typeface="Helvetica Neue" panose="02000503000000020004" pitchFamily="2" charset="0"/>
                      </a:endParaRPr>
                    </a:p>
                  </a:txBody>
                  <a:tcPr marL="45720" marR="0" marT="0" marB="0" anchor="ctr">
                    <a:lnL w="9525" cap="flat" cmpd="sng" algn="ctr">
                      <a:solidFill>
                        <a:schemeClr val="bg1"/>
                      </a:solidFill>
                      <a:prstDash val="solid"/>
                      <a:round/>
                      <a:headEnd type="none" w="med" len="med"/>
                      <a:tailEnd type="none" w="med" len="med"/>
                    </a:lnL>
                    <a:lnR w="12700" cmpd="sng">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alpha val="50000"/>
                      </a:schemeClr>
                    </a:solidFill>
                  </a:tcPr>
                </a:tc>
                <a:extLst>
                  <a:ext uri="{0D108BD9-81ED-4DB2-BD59-A6C34878D82A}">
                    <a16:rowId xmlns:a16="http://schemas.microsoft.com/office/drawing/2014/main" val="2274636671"/>
                  </a:ext>
                </a:extLst>
              </a:tr>
              <a:tr h="287417">
                <a:tc>
                  <a:txBody>
                    <a:bodyPr/>
                    <a:lstStyle/>
                    <a:p>
                      <a:pPr algn="l" fontAlgn="b">
                        <a:buNone/>
                      </a:pPr>
                      <a:r>
                        <a:rPr lang="en-US" sz="1000" b="1" u="none" strike="noStrike">
                          <a:solidFill>
                            <a:schemeClr val="tx1"/>
                          </a:solidFill>
                          <a:effectLst/>
                        </a:rPr>
                        <a:t>Integrations: VIN, MVR, credit, telematics, address</a:t>
                      </a:r>
                      <a:endParaRPr lang="en-US" sz="1000" b="1" i="0" u="none" strike="noStrike">
                        <a:solidFill>
                          <a:schemeClr val="tx1"/>
                        </a:solidFill>
                        <a:effectLst/>
                        <a:latin typeface="Helvetica Neue" panose="02000503000000020004" pitchFamily="2" charset="0"/>
                      </a:endParaRPr>
                    </a:p>
                  </a:txBody>
                  <a:tcPr marL="45720" marR="0" marT="0" marB="0" anchor="ctr">
                    <a:lnL w="12700" cmpd="sng">
                      <a:noFill/>
                    </a:lnL>
                    <a:lnR w="9525" cap="flat" cmpd="sng" algn="ctr">
                      <a:solidFill>
                        <a:schemeClr val="bg1"/>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alpha val="50000"/>
                      </a:schemeClr>
                    </a:solidFill>
                  </a:tcPr>
                </a:tc>
                <a:tc>
                  <a:txBody>
                    <a:bodyPr/>
                    <a:lstStyle/>
                    <a:p>
                      <a:pPr algn="l" fontAlgn="b">
                        <a:buNone/>
                      </a:pPr>
                      <a:r>
                        <a:rPr lang="en-US" sz="1000" u="none" strike="noStrike">
                          <a:solidFill>
                            <a:schemeClr val="tx1"/>
                          </a:solidFill>
                          <a:effectLst/>
                        </a:rPr>
                        <a:t>Basic validations; limited real-time</a:t>
                      </a:r>
                      <a:endParaRPr lang="en-US" sz="1000" b="0" i="0" u="none" strike="noStrike">
                        <a:solidFill>
                          <a:schemeClr val="tx1"/>
                        </a:solidFill>
                        <a:effectLst/>
                        <a:latin typeface="Helvetica Neue" panose="02000503000000020004" pitchFamily="2" charset="0"/>
                      </a:endParaRPr>
                    </a:p>
                  </a:txBody>
                  <a:tcPr marL="45720" marR="0" marT="0" marB="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alpha val="50000"/>
                      </a:schemeClr>
                    </a:solidFill>
                  </a:tcPr>
                </a:tc>
                <a:tc>
                  <a:txBody>
                    <a:bodyPr/>
                    <a:lstStyle/>
                    <a:p>
                      <a:pPr algn="l" fontAlgn="b">
                        <a:buNone/>
                      </a:pPr>
                      <a:r>
                        <a:rPr lang="en-US" sz="1000" u="none" strike="noStrike">
                          <a:solidFill>
                            <a:schemeClr val="tx1"/>
                          </a:solidFill>
                          <a:effectLst/>
                        </a:rPr>
                        <a:t>Critical for auto: VIN decode/prefill, MVR, credit (where allowed), telematics re-rating</a:t>
                      </a:r>
                      <a:endParaRPr lang="en-US" sz="1000" b="0" i="0" u="none" strike="noStrike">
                        <a:solidFill>
                          <a:schemeClr val="tx1"/>
                        </a:solidFill>
                        <a:effectLst/>
                        <a:latin typeface="Helvetica Neue" panose="02000503000000020004" pitchFamily="2" charset="0"/>
                      </a:endParaRPr>
                    </a:p>
                  </a:txBody>
                  <a:tcPr marL="45720" marR="0" marT="0" marB="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alpha val="50000"/>
                      </a:schemeClr>
                    </a:solidFill>
                  </a:tcPr>
                </a:tc>
                <a:tc>
                  <a:txBody>
                    <a:bodyPr/>
                    <a:lstStyle/>
                    <a:p>
                      <a:pPr algn="l" fontAlgn="b">
                        <a:buNone/>
                      </a:pPr>
                      <a:r>
                        <a:rPr lang="en-US" sz="1000" u="none" strike="noStrike">
                          <a:solidFill>
                            <a:schemeClr val="tx1"/>
                          </a:solidFill>
                          <a:effectLst/>
                        </a:rPr>
                        <a:t>Broader, latency-sensitive data footprint</a:t>
                      </a:r>
                      <a:endParaRPr lang="en-US" sz="1000" b="0" i="0" u="none" strike="noStrike">
                        <a:solidFill>
                          <a:schemeClr val="tx1"/>
                        </a:solidFill>
                        <a:effectLst/>
                        <a:latin typeface="Helvetica Neue" panose="02000503000000020004" pitchFamily="2" charset="0"/>
                      </a:endParaRPr>
                    </a:p>
                  </a:txBody>
                  <a:tcPr marL="45720" marR="0" marT="0" marB="0" anchor="ctr">
                    <a:lnL w="9525" cap="flat" cmpd="sng" algn="ctr">
                      <a:solidFill>
                        <a:schemeClr val="bg1"/>
                      </a:solidFill>
                      <a:prstDash val="solid"/>
                      <a:round/>
                      <a:headEnd type="none" w="med" len="med"/>
                      <a:tailEnd type="none" w="med" len="med"/>
                    </a:lnL>
                    <a:lnR w="12700" cmpd="sng">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alpha val="50000"/>
                      </a:schemeClr>
                    </a:solidFill>
                  </a:tcPr>
                </a:tc>
                <a:extLst>
                  <a:ext uri="{0D108BD9-81ED-4DB2-BD59-A6C34878D82A}">
                    <a16:rowId xmlns:a16="http://schemas.microsoft.com/office/drawing/2014/main" val="1164256382"/>
                  </a:ext>
                </a:extLst>
              </a:tr>
              <a:tr h="143709">
                <a:tc>
                  <a:txBody>
                    <a:bodyPr/>
                    <a:lstStyle/>
                    <a:p>
                      <a:pPr algn="l" fontAlgn="b">
                        <a:buNone/>
                      </a:pPr>
                      <a:r>
                        <a:rPr lang="en-US" sz="1000" b="1" u="none" strike="noStrike">
                          <a:solidFill>
                            <a:schemeClr val="tx1"/>
                          </a:solidFill>
                          <a:effectLst/>
                        </a:rPr>
                        <a:t>Valuation evidence workflow</a:t>
                      </a:r>
                      <a:endParaRPr lang="en-US" sz="1000" b="1" i="0" u="none" strike="noStrike">
                        <a:solidFill>
                          <a:schemeClr val="tx1"/>
                        </a:solidFill>
                        <a:effectLst/>
                        <a:latin typeface="Helvetica Neue" panose="02000503000000020004" pitchFamily="2" charset="0"/>
                      </a:endParaRPr>
                    </a:p>
                  </a:txBody>
                  <a:tcPr marL="45720" marR="0" marT="0" marB="0" anchor="ctr">
                    <a:lnL w="12700" cmpd="sng">
                      <a:noFill/>
                    </a:lnL>
                    <a:lnR w="9525" cap="flat" cmpd="sng" algn="ctr">
                      <a:solidFill>
                        <a:schemeClr val="bg1"/>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alpha val="50000"/>
                      </a:schemeClr>
                    </a:solidFill>
                  </a:tcPr>
                </a:tc>
                <a:tc>
                  <a:txBody>
                    <a:bodyPr/>
                    <a:lstStyle/>
                    <a:p>
                      <a:pPr algn="l" fontAlgn="b">
                        <a:buNone/>
                      </a:pPr>
                      <a:r>
                        <a:rPr lang="en-US" sz="1000" u="none" strike="noStrike">
                          <a:solidFill>
                            <a:schemeClr val="tx1"/>
                          </a:solidFill>
                          <a:effectLst/>
                        </a:rPr>
                        <a:t>Rare; schedules/invoices in niches</a:t>
                      </a:r>
                      <a:endParaRPr lang="en-US" sz="1000" b="0" i="0" u="none" strike="noStrike">
                        <a:solidFill>
                          <a:schemeClr val="tx1"/>
                        </a:solidFill>
                        <a:effectLst/>
                        <a:latin typeface="Helvetica Neue" panose="02000503000000020004" pitchFamily="2" charset="0"/>
                      </a:endParaRPr>
                    </a:p>
                  </a:txBody>
                  <a:tcPr marL="45720" marR="0" marT="0" marB="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alpha val="50000"/>
                      </a:schemeClr>
                    </a:solidFill>
                  </a:tcPr>
                </a:tc>
                <a:tc>
                  <a:txBody>
                    <a:bodyPr/>
                    <a:lstStyle/>
                    <a:p>
                      <a:pPr algn="l" fontAlgn="b">
                        <a:buNone/>
                      </a:pPr>
                      <a:r>
                        <a:rPr lang="en-US" sz="1000" u="none" strike="noStrike">
                          <a:solidFill>
                            <a:schemeClr val="tx1"/>
                          </a:solidFill>
                          <a:effectLst/>
                        </a:rPr>
                        <a:t>Photos/appraisals; valuation tool integration for agreed value</a:t>
                      </a:r>
                      <a:endParaRPr lang="en-US" sz="1000" b="0" i="0" u="none" strike="noStrike">
                        <a:solidFill>
                          <a:schemeClr val="tx1"/>
                        </a:solidFill>
                        <a:effectLst/>
                        <a:latin typeface="Helvetica Neue" panose="02000503000000020004" pitchFamily="2" charset="0"/>
                      </a:endParaRPr>
                    </a:p>
                  </a:txBody>
                  <a:tcPr marL="45720" marR="0" marT="0" marB="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alpha val="50000"/>
                      </a:schemeClr>
                    </a:solidFill>
                  </a:tcPr>
                </a:tc>
                <a:tc>
                  <a:txBody>
                    <a:bodyPr/>
                    <a:lstStyle/>
                    <a:p>
                      <a:pPr algn="l" fontAlgn="b">
                        <a:buNone/>
                      </a:pPr>
                      <a:r>
                        <a:rPr lang="en-US" sz="1000" u="none" strike="noStrike">
                          <a:solidFill>
                            <a:schemeClr val="tx1"/>
                          </a:solidFill>
                          <a:effectLst/>
                        </a:rPr>
                        <a:t>New valuation lifecycle</a:t>
                      </a:r>
                      <a:endParaRPr lang="en-US" sz="1000" b="0" i="0" u="none" strike="noStrike">
                        <a:solidFill>
                          <a:schemeClr val="tx1"/>
                        </a:solidFill>
                        <a:effectLst/>
                        <a:latin typeface="Helvetica Neue" panose="02000503000000020004" pitchFamily="2" charset="0"/>
                      </a:endParaRPr>
                    </a:p>
                  </a:txBody>
                  <a:tcPr marL="45720" marR="0" marT="0" marB="0" anchor="ctr">
                    <a:lnL w="9525" cap="flat" cmpd="sng" algn="ctr">
                      <a:solidFill>
                        <a:schemeClr val="bg1"/>
                      </a:solidFill>
                      <a:prstDash val="solid"/>
                      <a:round/>
                      <a:headEnd type="none" w="med" len="med"/>
                      <a:tailEnd type="none" w="med" len="med"/>
                    </a:lnL>
                    <a:lnR w="12700" cmpd="sng">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alpha val="50000"/>
                      </a:schemeClr>
                    </a:solidFill>
                  </a:tcPr>
                </a:tc>
                <a:extLst>
                  <a:ext uri="{0D108BD9-81ED-4DB2-BD59-A6C34878D82A}">
                    <a16:rowId xmlns:a16="http://schemas.microsoft.com/office/drawing/2014/main" val="2872913992"/>
                  </a:ext>
                </a:extLst>
              </a:tr>
              <a:tr h="287417">
                <a:tc>
                  <a:txBody>
                    <a:bodyPr/>
                    <a:lstStyle/>
                    <a:p>
                      <a:pPr algn="l" fontAlgn="b">
                        <a:buNone/>
                      </a:pPr>
                      <a:r>
                        <a:rPr lang="en-US" sz="1000" b="1" u="none" strike="noStrike">
                          <a:solidFill>
                            <a:schemeClr val="tx1"/>
                          </a:solidFill>
                          <a:effectLst/>
                        </a:rPr>
                        <a:t>Document generation &amp; forms</a:t>
                      </a:r>
                      <a:endParaRPr lang="en-US" sz="1000" b="1" i="0" u="none" strike="noStrike">
                        <a:solidFill>
                          <a:schemeClr val="tx1"/>
                        </a:solidFill>
                        <a:effectLst/>
                        <a:latin typeface="Helvetica Neue" panose="02000503000000020004" pitchFamily="2" charset="0"/>
                      </a:endParaRPr>
                    </a:p>
                  </a:txBody>
                  <a:tcPr marL="45720" marR="0" marT="0" marB="0" anchor="ctr">
                    <a:lnL w="12700" cmpd="sng">
                      <a:noFill/>
                    </a:lnL>
                    <a:lnR w="9525" cap="flat" cmpd="sng" algn="ctr">
                      <a:solidFill>
                        <a:schemeClr val="bg1"/>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alpha val="50000"/>
                      </a:schemeClr>
                    </a:solidFill>
                  </a:tcPr>
                </a:tc>
                <a:tc>
                  <a:txBody>
                    <a:bodyPr/>
                    <a:lstStyle/>
                    <a:p>
                      <a:pPr algn="l" fontAlgn="b">
                        <a:buNone/>
                      </a:pPr>
                      <a:r>
                        <a:rPr lang="en-US" sz="1000" u="none" strike="noStrike">
                          <a:solidFill>
                            <a:schemeClr val="tx1"/>
                          </a:solidFill>
                          <a:effectLst/>
                        </a:rPr>
                        <a:t>Robust contracts; ISO/ACORD forms; certificates common</a:t>
                      </a:r>
                      <a:endParaRPr lang="en-US" sz="1000" b="0" i="0" u="none" strike="noStrike">
                        <a:solidFill>
                          <a:schemeClr val="tx1"/>
                        </a:solidFill>
                        <a:effectLst/>
                        <a:latin typeface="Helvetica Neue" panose="02000503000000020004" pitchFamily="2" charset="0"/>
                      </a:endParaRPr>
                    </a:p>
                  </a:txBody>
                  <a:tcPr marL="45720" marR="0" marT="0" marB="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alpha val="50000"/>
                      </a:schemeClr>
                    </a:solidFill>
                  </a:tcPr>
                </a:tc>
                <a:tc>
                  <a:txBody>
                    <a:bodyPr/>
                    <a:lstStyle/>
                    <a:p>
                      <a:pPr algn="l" fontAlgn="b">
                        <a:buNone/>
                      </a:pPr>
                      <a:r>
                        <a:rPr lang="en-US" sz="1000" u="none" strike="noStrike">
                          <a:solidFill>
                            <a:schemeClr val="tx1"/>
                          </a:solidFill>
                          <a:effectLst/>
                        </a:rPr>
                        <a:t>High-volume PDFs for policies, amendments, ID cards; dynamic state-dependent forms</a:t>
                      </a:r>
                      <a:endParaRPr lang="en-US" sz="1000" b="0" i="0" u="none" strike="noStrike">
                        <a:solidFill>
                          <a:schemeClr val="tx1"/>
                        </a:solidFill>
                        <a:effectLst/>
                        <a:latin typeface="Helvetica Neue" panose="02000503000000020004" pitchFamily="2" charset="0"/>
                      </a:endParaRPr>
                    </a:p>
                  </a:txBody>
                  <a:tcPr marL="45720" marR="0" marT="0" marB="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alpha val="50000"/>
                      </a:schemeClr>
                    </a:solidFill>
                  </a:tcPr>
                </a:tc>
                <a:tc>
                  <a:txBody>
                    <a:bodyPr/>
                    <a:lstStyle/>
                    <a:p>
                      <a:pPr algn="l" fontAlgn="b">
                        <a:buNone/>
                      </a:pPr>
                      <a:r>
                        <a:rPr lang="en-US" sz="1000" u="none" strike="noStrike">
                          <a:solidFill>
                            <a:schemeClr val="tx1"/>
                          </a:solidFill>
                          <a:effectLst/>
                        </a:rPr>
                        <a:t>Volume and variability increase; different artifacts</a:t>
                      </a:r>
                      <a:endParaRPr lang="en-US" sz="1000" b="0" i="0" u="none" strike="noStrike">
                        <a:solidFill>
                          <a:schemeClr val="tx1"/>
                        </a:solidFill>
                        <a:effectLst/>
                        <a:latin typeface="Helvetica Neue" panose="02000503000000020004" pitchFamily="2" charset="0"/>
                      </a:endParaRPr>
                    </a:p>
                  </a:txBody>
                  <a:tcPr marL="45720" marR="0" marT="0" marB="0" anchor="ctr">
                    <a:lnL w="9525" cap="flat" cmpd="sng" algn="ctr">
                      <a:solidFill>
                        <a:schemeClr val="bg1"/>
                      </a:solidFill>
                      <a:prstDash val="solid"/>
                      <a:round/>
                      <a:headEnd type="none" w="med" len="med"/>
                      <a:tailEnd type="none" w="med" len="med"/>
                    </a:lnL>
                    <a:lnR w="12700" cmpd="sng">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alpha val="50000"/>
                      </a:schemeClr>
                    </a:solidFill>
                  </a:tcPr>
                </a:tc>
                <a:extLst>
                  <a:ext uri="{0D108BD9-81ED-4DB2-BD59-A6C34878D82A}">
                    <a16:rowId xmlns:a16="http://schemas.microsoft.com/office/drawing/2014/main" val="270636363"/>
                  </a:ext>
                </a:extLst>
              </a:tr>
              <a:tr h="143709">
                <a:tc>
                  <a:txBody>
                    <a:bodyPr/>
                    <a:lstStyle/>
                    <a:p>
                      <a:pPr algn="l" fontAlgn="b">
                        <a:buNone/>
                      </a:pPr>
                      <a:r>
                        <a:rPr lang="en-US" sz="1000" b="1" u="none" strike="noStrike">
                          <a:solidFill>
                            <a:schemeClr val="tx1"/>
                          </a:solidFill>
                          <a:effectLst/>
                        </a:rPr>
                        <a:t>Distribution &amp; channels</a:t>
                      </a:r>
                      <a:endParaRPr lang="en-US" sz="1000" b="1" i="0" u="none" strike="noStrike">
                        <a:solidFill>
                          <a:schemeClr val="tx1"/>
                        </a:solidFill>
                        <a:effectLst/>
                        <a:latin typeface="Helvetica Neue" panose="02000503000000020004" pitchFamily="2" charset="0"/>
                      </a:endParaRPr>
                    </a:p>
                  </a:txBody>
                  <a:tcPr marL="45720" marR="0" marT="0" marB="0" anchor="ctr">
                    <a:lnL w="12700" cmpd="sng">
                      <a:noFill/>
                    </a:lnL>
                    <a:lnR w="9525" cap="flat" cmpd="sng" algn="ctr">
                      <a:solidFill>
                        <a:schemeClr val="bg1"/>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alpha val="50000"/>
                      </a:schemeClr>
                    </a:solidFill>
                  </a:tcPr>
                </a:tc>
                <a:tc>
                  <a:txBody>
                    <a:bodyPr/>
                    <a:lstStyle/>
                    <a:p>
                      <a:pPr algn="l" fontAlgn="b">
                        <a:buNone/>
                      </a:pPr>
                      <a:r>
                        <a:rPr lang="en-US" sz="1000" u="none" strike="noStrike">
                          <a:solidFill>
                            <a:schemeClr val="tx1"/>
                          </a:solidFill>
                          <a:effectLst/>
                        </a:rPr>
                        <a:t>Broker/agent-centric; agent portal</a:t>
                      </a:r>
                      <a:endParaRPr lang="en-US" sz="1000" b="0" i="0" u="none" strike="noStrike">
                        <a:solidFill>
                          <a:schemeClr val="tx1"/>
                        </a:solidFill>
                        <a:effectLst/>
                        <a:latin typeface="Helvetica Neue" panose="02000503000000020004" pitchFamily="2" charset="0"/>
                      </a:endParaRPr>
                    </a:p>
                  </a:txBody>
                  <a:tcPr marL="45720" marR="0" marT="0" marB="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alpha val="50000"/>
                      </a:schemeClr>
                    </a:solidFill>
                  </a:tcPr>
                </a:tc>
                <a:tc>
                  <a:txBody>
                    <a:bodyPr/>
                    <a:lstStyle/>
                    <a:p>
                      <a:pPr algn="l" fontAlgn="b">
                        <a:buNone/>
                      </a:pPr>
                      <a:r>
                        <a:rPr lang="en-US" sz="1000" u="none" strike="noStrike">
                          <a:solidFill>
                            <a:schemeClr val="tx1"/>
                          </a:solidFill>
                          <a:effectLst/>
                        </a:rPr>
                        <a:t>Direct-to-consumer web/mobile plus agents; comparative raters</a:t>
                      </a:r>
                      <a:endParaRPr lang="en-US" sz="1000" b="0" i="0" u="none" strike="noStrike">
                        <a:solidFill>
                          <a:schemeClr val="tx1"/>
                        </a:solidFill>
                        <a:effectLst/>
                        <a:latin typeface="Helvetica Neue" panose="02000503000000020004" pitchFamily="2" charset="0"/>
                      </a:endParaRPr>
                    </a:p>
                  </a:txBody>
                  <a:tcPr marL="45720" marR="0" marT="0" marB="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alpha val="50000"/>
                      </a:schemeClr>
                    </a:solidFill>
                  </a:tcPr>
                </a:tc>
                <a:tc>
                  <a:txBody>
                    <a:bodyPr/>
                    <a:lstStyle/>
                    <a:p>
                      <a:pPr algn="l" fontAlgn="b">
                        <a:buNone/>
                      </a:pPr>
                      <a:r>
                        <a:rPr lang="en-US" sz="1000" u="none" strike="noStrike">
                          <a:solidFill>
                            <a:schemeClr val="tx1"/>
                          </a:solidFill>
                          <a:effectLst/>
                        </a:rPr>
                        <a:t>Add D2C and rater connectivity</a:t>
                      </a:r>
                      <a:endParaRPr lang="en-US" sz="1000" b="0" i="0" u="none" strike="noStrike">
                        <a:solidFill>
                          <a:schemeClr val="tx1"/>
                        </a:solidFill>
                        <a:effectLst/>
                        <a:latin typeface="Helvetica Neue" panose="02000503000000020004" pitchFamily="2" charset="0"/>
                      </a:endParaRPr>
                    </a:p>
                  </a:txBody>
                  <a:tcPr marL="45720" marR="0" marT="0" marB="0" anchor="ctr">
                    <a:lnL w="9525" cap="flat" cmpd="sng" algn="ctr">
                      <a:solidFill>
                        <a:schemeClr val="bg1"/>
                      </a:solidFill>
                      <a:prstDash val="solid"/>
                      <a:round/>
                      <a:headEnd type="none" w="med" len="med"/>
                      <a:tailEnd type="none" w="med" len="med"/>
                    </a:lnL>
                    <a:lnR w="12700" cmpd="sng">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alpha val="50000"/>
                      </a:schemeClr>
                    </a:solidFill>
                  </a:tcPr>
                </a:tc>
                <a:extLst>
                  <a:ext uri="{0D108BD9-81ED-4DB2-BD59-A6C34878D82A}">
                    <a16:rowId xmlns:a16="http://schemas.microsoft.com/office/drawing/2014/main" val="1199777619"/>
                  </a:ext>
                </a:extLst>
              </a:tr>
              <a:tr h="287417">
                <a:tc>
                  <a:txBody>
                    <a:bodyPr/>
                    <a:lstStyle/>
                    <a:p>
                      <a:pPr algn="l" fontAlgn="b">
                        <a:buNone/>
                      </a:pPr>
                      <a:r>
                        <a:rPr lang="en-US" sz="1000" b="1" u="none" strike="noStrike">
                          <a:solidFill>
                            <a:schemeClr val="tx1"/>
                          </a:solidFill>
                          <a:effectLst/>
                        </a:rPr>
                        <a:t>Customer self-service</a:t>
                      </a:r>
                      <a:endParaRPr lang="en-US" sz="1000" b="1" i="0" u="none" strike="noStrike">
                        <a:solidFill>
                          <a:schemeClr val="tx1"/>
                        </a:solidFill>
                        <a:effectLst/>
                        <a:latin typeface="Helvetica Neue" panose="02000503000000020004" pitchFamily="2" charset="0"/>
                      </a:endParaRPr>
                    </a:p>
                  </a:txBody>
                  <a:tcPr marL="45720" marR="0" marT="0" marB="0" anchor="ctr">
                    <a:lnL w="12700" cmpd="sng">
                      <a:noFill/>
                    </a:lnL>
                    <a:lnR w="9525" cap="flat" cmpd="sng" algn="ctr">
                      <a:solidFill>
                        <a:schemeClr val="bg1"/>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alpha val="50000"/>
                      </a:schemeClr>
                    </a:solidFill>
                  </a:tcPr>
                </a:tc>
                <a:tc>
                  <a:txBody>
                    <a:bodyPr/>
                    <a:lstStyle/>
                    <a:p>
                      <a:pPr algn="l" fontAlgn="b">
                        <a:buNone/>
                      </a:pPr>
                      <a:r>
                        <a:rPr lang="en-US" sz="1000" u="none" strike="noStrike">
                          <a:solidFill>
                            <a:schemeClr val="tx1"/>
                          </a:solidFill>
                          <a:effectLst/>
                        </a:rPr>
                        <a:t>Limited; agent-led</a:t>
                      </a:r>
                      <a:endParaRPr lang="en-US" sz="1000" b="0" i="0" u="none" strike="noStrike">
                        <a:solidFill>
                          <a:schemeClr val="tx1"/>
                        </a:solidFill>
                        <a:effectLst/>
                        <a:latin typeface="Helvetica Neue" panose="02000503000000020004" pitchFamily="2" charset="0"/>
                      </a:endParaRPr>
                    </a:p>
                  </a:txBody>
                  <a:tcPr marL="45720" marR="0" marT="0" marB="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alpha val="50000"/>
                      </a:schemeClr>
                    </a:solidFill>
                  </a:tcPr>
                </a:tc>
                <a:tc>
                  <a:txBody>
                    <a:bodyPr/>
                    <a:lstStyle/>
                    <a:p>
                      <a:pPr algn="l" fontAlgn="b">
                        <a:buNone/>
                      </a:pPr>
                      <a:r>
                        <a:rPr lang="en-US" sz="1000" u="none" strike="noStrike">
                          <a:solidFill>
                            <a:schemeClr val="tx1"/>
                          </a:solidFill>
                          <a:effectLst/>
                        </a:rPr>
                        <a:t>Portal/mobile for quotes, payments, ID cards, simple endorsements</a:t>
                      </a:r>
                      <a:endParaRPr lang="en-US" sz="1000" b="0" i="0" u="none" strike="noStrike">
                        <a:solidFill>
                          <a:schemeClr val="tx1"/>
                        </a:solidFill>
                        <a:effectLst/>
                        <a:latin typeface="Helvetica Neue" panose="02000503000000020004" pitchFamily="2" charset="0"/>
                      </a:endParaRPr>
                    </a:p>
                  </a:txBody>
                  <a:tcPr marL="45720" marR="0" marT="0" marB="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alpha val="50000"/>
                      </a:schemeClr>
                    </a:solidFill>
                  </a:tcPr>
                </a:tc>
                <a:tc>
                  <a:txBody>
                    <a:bodyPr/>
                    <a:lstStyle/>
                    <a:p>
                      <a:pPr algn="l" fontAlgn="b">
                        <a:buNone/>
                      </a:pPr>
                      <a:r>
                        <a:rPr lang="en-US" sz="1000" u="none" strike="noStrike">
                          <a:solidFill>
                            <a:schemeClr val="tx1"/>
                          </a:solidFill>
                          <a:effectLst/>
                        </a:rPr>
                        <a:t>New omnichannel front door</a:t>
                      </a:r>
                      <a:endParaRPr lang="en-US" sz="1000" b="0" i="0" u="none" strike="noStrike">
                        <a:solidFill>
                          <a:schemeClr val="tx1"/>
                        </a:solidFill>
                        <a:effectLst/>
                        <a:latin typeface="Helvetica Neue" panose="02000503000000020004" pitchFamily="2" charset="0"/>
                      </a:endParaRPr>
                    </a:p>
                  </a:txBody>
                  <a:tcPr marL="45720" marR="0" marT="0" marB="0" anchor="ctr">
                    <a:lnL w="9525" cap="flat" cmpd="sng" algn="ctr">
                      <a:solidFill>
                        <a:schemeClr val="bg1"/>
                      </a:solidFill>
                      <a:prstDash val="solid"/>
                      <a:round/>
                      <a:headEnd type="none" w="med" len="med"/>
                      <a:tailEnd type="none" w="med" len="med"/>
                    </a:lnL>
                    <a:lnR w="12700" cmpd="sng">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alpha val="50000"/>
                      </a:schemeClr>
                    </a:solidFill>
                  </a:tcPr>
                </a:tc>
                <a:extLst>
                  <a:ext uri="{0D108BD9-81ED-4DB2-BD59-A6C34878D82A}">
                    <a16:rowId xmlns:a16="http://schemas.microsoft.com/office/drawing/2014/main" val="3717099411"/>
                  </a:ext>
                </a:extLst>
              </a:tr>
              <a:tr h="287417">
                <a:tc>
                  <a:txBody>
                    <a:bodyPr/>
                    <a:lstStyle/>
                    <a:p>
                      <a:pPr algn="l" fontAlgn="b">
                        <a:buNone/>
                      </a:pPr>
                      <a:r>
                        <a:rPr lang="en-US" sz="1000" b="1" u="none" strike="noStrike">
                          <a:solidFill>
                            <a:schemeClr val="tx1"/>
                          </a:solidFill>
                          <a:effectLst/>
                        </a:rPr>
                        <a:t>Billing &amp; payments</a:t>
                      </a:r>
                      <a:endParaRPr lang="en-US" sz="1000" b="1" i="0" u="none" strike="noStrike">
                        <a:solidFill>
                          <a:schemeClr val="tx1"/>
                        </a:solidFill>
                        <a:effectLst/>
                        <a:latin typeface="Helvetica Neue" panose="02000503000000020004" pitchFamily="2" charset="0"/>
                      </a:endParaRPr>
                    </a:p>
                  </a:txBody>
                  <a:tcPr marL="45720" marR="0" marT="0" marB="0" anchor="ctr">
                    <a:lnL w="12700" cmpd="sng">
                      <a:noFill/>
                    </a:lnL>
                    <a:lnR w="9525" cap="flat" cmpd="sng" algn="ctr">
                      <a:solidFill>
                        <a:schemeClr val="bg1"/>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alpha val="50000"/>
                      </a:schemeClr>
                    </a:solidFill>
                  </a:tcPr>
                </a:tc>
                <a:tc>
                  <a:txBody>
                    <a:bodyPr/>
                    <a:lstStyle/>
                    <a:p>
                      <a:pPr algn="l" fontAlgn="b">
                        <a:buNone/>
                      </a:pPr>
                      <a:r>
                        <a:rPr lang="en-US" sz="1000" u="none" strike="noStrike">
                          <a:solidFill>
                            <a:schemeClr val="tx1"/>
                          </a:solidFill>
                          <a:effectLst/>
                        </a:rPr>
                        <a:t>Agency/direct bill mix; batch billing; equity billing</a:t>
                      </a:r>
                      <a:endParaRPr lang="en-US" sz="1000" b="0" i="0" u="none" strike="noStrike">
                        <a:solidFill>
                          <a:schemeClr val="tx1"/>
                        </a:solidFill>
                        <a:effectLst/>
                        <a:latin typeface="Helvetica Neue" panose="02000503000000020004" pitchFamily="2" charset="0"/>
                      </a:endParaRPr>
                    </a:p>
                  </a:txBody>
                  <a:tcPr marL="45720" marR="0" marT="0" marB="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alpha val="50000"/>
                      </a:schemeClr>
                    </a:solidFill>
                  </a:tcPr>
                </a:tc>
                <a:tc>
                  <a:txBody>
                    <a:bodyPr/>
                    <a:lstStyle/>
                    <a:p>
                      <a:pPr algn="l" fontAlgn="b">
                        <a:buNone/>
                      </a:pPr>
                      <a:r>
                        <a:rPr lang="en-US" sz="1000" u="none" strike="noStrike">
                          <a:solidFill>
                            <a:schemeClr val="tx1"/>
                          </a:solidFill>
                          <a:effectLst/>
                        </a:rPr>
                        <a:t>Predominantly direct bill; monthly/bi-weekly; refunds/prorations; wallets/autopay</a:t>
                      </a:r>
                      <a:endParaRPr lang="en-US" sz="1000" b="0" i="0" u="none" strike="noStrike">
                        <a:solidFill>
                          <a:schemeClr val="tx1"/>
                        </a:solidFill>
                        <a:effectLst/>
                        <a:latin typeface="Helvetica Neue" panose="02000503000000020004" pitchFamily="2" charset="0"/>
                      </a:endParaRPr>
                    </a:p>
                  </a:txBody>
                  <a:tcPr marL="45720" marR="0" marT="0" marB="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alpha val="50000"/>
                      </a:schemeClr>
                    </a:solidFill>
                  </a:tcPr>
                </a:tc>
                <a:tc>
                  <a:txBody>
                    <a:bodyPr/>
                    <a:lstStyle/>
                    <a:p>
                      <a:pPr algn="l" fontAlgn="b">
                        <a:buNone/>
                      </a:pPr>
                      <a:r>
                        <a:rPr lang="en-US" sz="1000" u="none" strike="noStrike">
                          <a:solidFill>
                            <a:schemeClr val="tx1"/>
                          </a:solidFill>
                          <a:effectLst/>
                        </a:rPr>
                        <a:t>Higher frequency, smaller transactions</a:t>
                      </a:r>
                      <a:endParaRPr lang="en-US" sz="1000" b="0" i="0" u="none" strike="noStrike">
                        <a:solidFill>
                          <a:schemeClr val="tx1"/>
                        </a:solidFill>
                        <a:effectLst/>
                        <a:latin typeface="Helvetica Neue" panose="02000503000000020004" pitchFamily="2" charset="0"/>
                      </a:endParaRPr>
                    </a:p>
                  </a:txBody>
                  <a:tcPr marL="45720" marR="0" marT="0" marB="0" anchor="ctr">
                    <a:lnL w="9525" cap="flat" cmpd="sng" algn="ctr">
                      <a:solidFill>
                        <a:schemeClr val="bg1"/>
                      </a:solidFill>
                      <a:prstDash val="solid"/>
                      <a:round/>
                      <a:headEnd type="none" w="med" len="med"/>
                      <a:tailEnd type="none" w="med" len="med"/>
                    </a:lnL>
                    <a:lnR w="12700" cmpd="sng">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alpha val="50000"/>
                      </a:schemeClr>
                    </a:solidFill>
                  </a:tcPr>
                </a:tc>
                <a:extLst>
                  <a:ext uri="{0D108BD9-81ED-4DB2-BD59-A6C34878D82A}">
                    <a16:rowId xmlns:a16="http://schemas.microsoft.com/office/drawing/2014/main" val="3131680697"/>
                  </a:ext>
                </a:extLst>
              </a:tr>
              <a:tr h="143709">
                <a:tc>
                  <a:txBody>
                    <a:bodyPr/>
                    <a:lstStyle/>
                    <a:p>
                      <a:pPr algn="l" fontAlgn="b">
                        <a:buNone/>
                      </a:pPr>
                      <a:r>
                        <a:rPr lang="en-US" sz="1000" b="1" u="none" strike="noStrike">
                          <a:solidFill>
                            <a:schemeClr val="tx1"/>
                          </a:solidFill>
                          <a:effectLst/>
                        </a:rPr>
                        <a:t>Premium audit</a:t>
                      </a:r>
                      <a:endParaRPr lang="en-US" sz="1000" b="1" i="0" u="none" strike="noStrike">
                        <a:solidFill>
                          <a:schemeClr val="tx1"/>
                        </a:solidFill>
                        <a:effectLst/>
                        <a:latin typeface="Helvetica Neue" panose="02000503000000020004" pitchFamily="2" charset="0"/>
                      </a:endParaRPr>
                    </a:p>
                  </a:txBody>
                  <a:tcPr marL="45720" marR="0" marT="0" marB="0" anchor="ctr">
                    <a:lnL w="12700" cmpd="sng">
                      <a:noFill/>
                    </a:lnL>
                    <a:lnR w="9525" cap="flat" cmpd="sng" algn="ctr">
                      <a:solidFill>
                        <a:schemeClr val="bg1"/>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alpha val="50000"/>
                      </a:schemeClr>
                    </a:solidFill>
                  </a:tcPr>
                </a:tc>
                <a:tc>
                  <a:txBody>
                    <a:bodyPr/>
                    <a:lstStyle/>
                    <a:p>
                      <a:pPr algn="l" fontAlgn="b">
                        <a:buNone/>
                      </a:pPr>
                      <a:r>
                        <a:rPr lang="en-US" sz="1000" u="none" strike="noStrike">
                          <a:solidFill>
                            <a:schemeClr val="tx1"/>
                          </a:solidFill>
                          <a:effectLst/>
                        </a:rPr>
                        <a:t>Common for auditable lines</a:t>
                      </a:r>
                      <a:endParaRPr lang="en-US" sz="1000" b="0" i="0" u="none" strike="noStrike">
                        <a:solidFill>
                          <a:schemeClr val="tx1"/>
                        </a:solidFill>
                        <a:effectLst/>
                        <a:latin typeface="Helvetica Neue" panose="02000503000000020004" pitchFamily="2" charset="0"/>
                      </a:endParaRPr>
                    </a:p>
                  </a:txBody>
                  <a:tcPr marL="45720" marR="0" marT="0" marB="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alpha val="50000"/>
                      </a:schemeClr>
                    </a:solidFill>
                  </a:tcPr>
                </a:tc>
                <a:tc>
                  <a:txBody>
                    <a:bodyPr/>
                    <a:lstStyle/>
                    <a:p>
                      <a:pPr algn="l" fontAlgn="b">
                        <a:buNone/>
                      </a:pPr>
                      <a:r>
                        <a:rPr lang="en-US" sz="1000" u="none" strike="noStrike">
                          <a:solidFill>
                            <a:schemeClr val="tx1"/>
                          </a:solidFill>
                          <a:effectLst/>
                        </a:rPr>
                        <a:t>Not applicable for collector personal auto</a:t>
                      </a:r>
                      <a:endParaRPr lang="en-US" sz="1000" b="0" i="0" u="none" strike="noStrike">
                        <a:solidFill>
                          <a:schemeClr val="tx1"/>
                        </a:solidFill>
                        <a:effectLst/>
                        <a:latin typeface="Helvetica Neue" panose="02000503000000020004" pitchFamily="2" charset="0"/>
                      </a:endParaRPr>
                    </a:p>
                  </a:txBody>
                  <a:tcPr marL="45720" marR="0" marT="0" marB="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alpha val="50000"/>
                      </a:schemeClr>
                    </a:solidFill>
                  </a:tcPr>
                </a:tc>
                <a:tc>
                  <a:txBody>
                    <a:bodyPr/>
                    <a:lstStyle/>
                    <a:p>
                      <a:pPr algn="l" fontAlgn="b">
                        <a:buNone/>
                      </a:pPr>
                      <a:r>
                        <a:rPr lang="en-US" sz="1000" u="none" strike="noStrike">
                          <a:solidFill>
                            <a:schemeClr val="tx1"/>
                          </a:solidFill>
                          <a:effectLst/>
                        </a:rPr>
                        <a:t>Eliminated in this product</a:t>
                      </a:r>
                      <a:endParaRPr lang="en-US" sz="1000" b="0" i="0" u="none" strike="noStrike">
                        <a:solidFill>
                          <a:schemeClr val="tx1"/>
                        </a:solidFill>
                        <a:effectLst/>
                        <a:latin typeface="Helvetica Neue" panose="02000503000000020004" pitchFamily="2" charset="0"/>
                      </a:endParaRPr>
                    </a:p>
                  </a:txBody>
                  <a:tcPr marL="45720" marR="0" marT="0" marB="0" anchor="ctr">
                    <a:lnL w="9525" cap="flat" cmpd="sng" algn="ctr">
                      <a:solidFill>
                        <a:schemeClr val="bg1"/>
                      </a:solidFill>
                      <a:prstDash val="solid"/>
                      <a:round/>
                      <a:headEnd type="none" w="med" len="med"/>
                      <a:tailEnd type="none" w="med" len="med"/>
                    </a:lnL>
                    <a:lnR w="12700" cmpd="sng">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alpha val="50000"/>
                      </a:schemeClr>
                    </a:solidFill>
                  </a:tcPr>
                </a:tc>
                <a:extLst>
                  <a:ext uri="{0D108BD9-81ED-4DB2-BD59-A6C34878D82A}">
                    <a16:rowId xmlns:a16="http://schemas.microsoft.com/office/drawing/2014/main" val="3158931093"/>
                  </a:ext>
                </a:extLst>
              </a:tr>
              <a:tr h="143709">
                <a:tc>
                  <a:txBody>
                    <a:bodyPr/>
                    <a:lstStyle/>
                    <a:p>
                      <a:pPr algn="l" fontAlgn="b">
                        <a:buNone/>
                      </a:pPr>
                      <a:r>
                        <a:rPr lang="en-US" sz="1000" b="1" u="none" strike="noStrike">
                          <a:solidFill>
                            <a:schemeClr val="tx1"/>
                          </a:solidFill>
                          <a:effectLst/>
                        </a:rPr>
                        <a:t>Renewals &amp; re-underwriting</a:t>
                      </a:r>
                      <a:endParaRPr lang="en-US" sz="1000" b="1" i="0" u="none" strike="noStrike">
                        <a:solidFill>
                          <a:schemeClr val="tx1"/>
                        </a:solidFill>
                        <a:effectLst/>
                        <a:latin typeface="Helvetica Neue" panose="02000503000000020004" pitchFamily="2" charset="0"/>
                      </a:endParaRPr>
                    </a:p>
                  </a:txBody>
                  <a:tcPr marL="45720" marR="0" marT="0" marB="0" anchor="ctr">
                    <a:lnL w="12700" cmpd="sng">
                      <a:noFill/>
                    </a:lnL>
                    <a:lnR w="9525" cap="flat" cmpd="sng" algn="ctr">
                      <a:solidFill>
                        <a:schemeClr val="bg1"/>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alpha val="50000"/>
                      </a:schemeClr>
                    </a:solidFill>
                  </a:tcPr>
                </a:tc>
                <a:tc>
                  <a:txBody>
                    <a:bodyPr/>
                    <a:lstStyle/>
                    <a:p>
                      <a:pPr algn="l" fontAlgn="b">
                        <a:buNone/>
                      </a:pPr>
                      <a:r>
                        <a:rPr lang="en-US" sz="1000" u="none" strike="noStrike">
                          <a:solidFill>
                            <a:schemeClr val="tx1"/>
                          </a:solidFill>
                          <a:effectLst/>
                        </a:rPr>
                        <a:t>Exposure updates; audits; complex</a:t>
                      </a:r>
                      <a:endParaRPr lang="en-US" sz="1000" b="0" i="0" u="none" strike="noStrike">
                        <a:solidFill>
                          <a:schemeClr val="tx1"/>
                        </a:solidFill>
                        <a:effectLst/>
                        <a:latin typeface="Helvetica Neue" panose="02000503000000020004" pitchFamily="2" charset="0"/>
                      </a:endParaRPr>
                    </a:p>
                  </a:txBody>
                  <a:tcPr marL="45720" marR="0" marT="0" marB="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alpha val="50000"/>
                      </a:schemeClr>
                    </a:solidFill>
                  </a:tcPr>
                </a:tc>
                <a:tc>
                  <a:txBody>
                    <a:bodyPr/>
                    <a:lstStyle/>
                    <a:p>
                      <a:pPr algn="l" fontAlgn="b">
                        <a:buNone/>
                      </a:pPr>
                      <a:r>
                        <a:rPr lang="en-US" sz="1000" u="none" strike="noStrike">
                          <a:solidFill>
                            <a:schemeClr val="tx1"/>
                          </a:solidFill>
                          <a:effectLst/>
                        </a:rPr>
                        <a:t>Straightforward; agreed value revalidation cadence</a:t>
                      </a:r>
                      <a:endParaRPr lang="en-US" sz="1000" b="0" i="0" u="none" strike="noStrike">
                        <a:solidFill>
                          <a:schemeClr val="tx1"/>
                        </a:solidFill>
                        <a:effectLst/>
                        <a:latin typeface="Helvetica Neue" panose="02000503000000020004" pitchFamily="2" charset="0"/>
                      </a:endParaRPr>
                    </a:p>
                  </a:txBody>
                  <a:tcPr marL="45720" marR="0" marT="0" marB="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alpha val="50000"/>
                      </a:schemeClr>
                    </a:solidFill>
                  </a:tcPr>
                </a:tc>
                <a:tc>
                  <a:txBody>
                    <a:bodyPr/>
                    <a:lstStyle/>
                    <a:p>
                      <a:pPr algn="l" fontAlgn="b">
                        <a:buNone/>
                      </a:pPr>
                      <a:r>
                        <a:rPr lang="en-US" sz="1000" u="none" strike="noStrike">
                          <a:solidFill>
                            <a:schemeClr val="tx1"/>
                          </a:solidFill>
                          <a:effectLst/>
                        </a:rPr>
                        <a:t>Replace audits with valuation checks</a:t>
                      </a:r>
                      <a:endParaRPr lang="en-US" sz="1000" b="0" i="0" u="none" strike="noStrike">
                        <a:solidFill>
                          <a:schemeClr val="tx1"/>
                        </a:solidFill>
                        <a:effectLst/>
                        <a:latin typeface="Helvetica Neue" panose="02000503000000020004" pitchFamily="2" charset="0"/>
                      </a:endParaRPr>
                    </a:p>
                  </a:txBody>
                  <a:tcPr marL="45720" marR="0" marT="0" marB="0" anchor="ctr">
                    <a:lnL w="9525" cap="flat" cmpd="sng" algn="ctr">
                      <a:solidFill>
                        <a:schemeClr val="bg1"/>
                      </a:solidFill>
                      <a:prstDash val="solid"/>
                      <a:round/>
                      <a:headEnd type="none" w="med" len="med"/>
                      <a:tailEnd type="none" w="med" len="med"/>
                    </a:lnL>
                    <a:lnR w="12700" cmpd="sng">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alpha val="50000"/>
                      </a:schemeClr>
                    </a:solidFill>
                  </a:tcPr>
                </a:tc>
                <a:extLst>
                  <a:ext uri="{0D108BD9-81ED-4DB2-BD59-A6C34878D82A}">
                    <a16:rowId xmlns:a16="http://schemas.microsoft.com/office/drawing/2014/main" val="3367443224"/>
                  </a:ext>
                </a:extLst>
              </a:tr>
              <a:tr h="143709">
                <a:tc>
                  <a:txBody>
                    <a:bodyPr/>
                    <a:lstStyle/>
                    <a:p>
                      <a:pPr algn="l" fontAlgn="b">
                        <a:buNone/>
                      </a:pPr>
                      <a:r>
                        <a:rPr lang="en-US" sz="1000" b="1" u="none" strike="noStrike">
                          <a:solidFill>
                            <a:schemeClr val="tx1"/>
                          </a:solidFill>
                          <a:effectLst/>
                        </a:rPr>
                        <a:t>Cancellations/reinstatements &amp; dunning</a:t>
                      </a:r>
                      <a:endParaRPr lang="en-US" sz="1000" b="1" i="0" u="none" strike="noStrike">
                        <a:solidFill>
                          <a:schemeClr val="tx1"/>
                        </a:solidFill>
                        <a:effectLst/>
                        <a:latin typeface="Helvetica Neue" panose="02000503000000020004" pitchFamily="2" charset="0"/>
                      </a:endParaRPr>
                    </a:p>
                  </a:txBody>
                  <a:tcPr marL="45720" marR="0" marT="0" marB="0" anchor="ctr">
                    <a:lnL w="12700" cmpd="sng">
                      <a:noFill/>
                    </a:lnL>
                    <a:lnR w="9525" cap="flat" cmpd="sng" algn="ctr">
                      <a:solidFill>
                        <a:schemeClr val="bg1"/>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alpha val="50000"/>
                      </a:schemeClr>
                    </a:solidFill>
                  </a:tcPr>
                </a:tc>
                <a:tc>
                  <a:txBody>
                    <a:bodyPr/>
                    <a:lstStyle/>
                    <a:p>
                      <a:pPr algn="l" fontAlgn="b">
                        <a:buNone/>
                      </a:pPr>
                      <a:r>
                        <a:rPr lang="en-US" sz="1000" u="none" strike="noStrike">
                          <a:solidFill>
                            <a:schemeClr val="tx1"/>
                          </a:solidFill>
                          <a:effectLst/>
                        </a:rPr>
                        <a:t>Agency bill nuances; producer impacts</a:t>
                      </a:r>
                      <a:endParaRPr lang="en-US" sz="1000" b="0" i="0" u="none" strike="noStrike">
                        <a:solidFill>
                          <a:schemeClr val="tx1"/>
                        </a:solidFill>
                        <a:effectLst/>
                        <a:latin typeface="Helvetica Neue" panose="02000503000000020004" pitchFamily="2" charset="0"/>
                      </a:endParaRPr>
                    </a:p>
                  </a:txBody>
                  <a:tcPr marL="45720" marR="0" marT="0" marB="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alpha val="50000"/>
                      </a:schemeClr>
                    </a:solidFill>
                  </a:tcPr>
                </a:tc>
                <a:tc>
                  <a:txBody>
                    <a:bodyPr/>
                    <a:lstStyle/>
                    <a:p>
                      <a:pPr algn="l" fontAlgn="b">
                        <a:buNone/>
                      </a:pPr>
                      <a:r>
                        <a:rPr lang="en-US" sz="1000" u="none" strike="noStrike">
                          <a:solidFill>
                            <a:schemeClr val="tx1"/>
                          </a:solidFill>
                          <a:effectLst/>
                        </a:rPr>
                        <a:t>Consumer-centric non-pay; quick reinstatements</a:t>
                      </a:r>
                      <a:endParaRPr lang="en-US" sz="1000" b="0" i="0" u="none" strike="noStrike">
                        <a:solidFill>
                          <a:schemeClr val="tx1"/>
                        </a:solidFill>
                        <a:effectLst/>
                        <a:latin typeface="Helvetica Neue" panose="02000503000000020004" pitchFamily="2" charset="0"/>
                      </a:endParaRPr>
                    </a:p>
                  </a:txBody>
                  <a:tcPr marL="45720" marR="0" marT="0" marB="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alpha val="50000"/>
                      </a:schemeClr>
                    </a:solidFill>
                  </a:tcPr>
                </a:tc>
                <a:tc>
                  <a:txBody>
                    <a:bodyPr/>
                    <a:lstStyle/>
                    <a:p>
                      <a:pPr algn="l" fontAlgn="b">
                        <a:buNone/>
                      </a:pPr>
                      <a:r>
                        <a:rPr lang="en-US" sz="1000" u="none" strike="noStrike">
                          <a:solidFill>
                            <a:schemeClr val="tx1"/>
                          </a:solidFill>
                          <a:effectLst/>
                        </a:rPr>
                        <a:t>Different norms and timelines</a:t>
                      </a:r>
                      <a:endParaRPr lang="en-US" sz="1000" b="0" i="0" u="none" strike="noStrike">
                        <a:solidFill>
                          <a:schemeClr val="tx1"/>
                        </a:solidFill>
                        <a:effectLst/>
                        <a:latin typeface="Helvetica Neue" panose="02000503000000020004" pitchFamily="2" charset="0"/>
                      </a:endParaRPr>
                    </a:p>
                  </a:txBody>
                  <a:tcPr marL="45720" marR="0" marT="0" marB="0" anchor="ctr">
                    <a:lnL w="9525" cap="flat" cmpd="sng" algn="ctr">
                      <a:solidFill>
                        <a:schemeClr val="bg1"/>
                      </a:solidFill>
                      <a:prstDash val="solid"/>
                      <a:round/>
                      <a:headEnd type="none" w="med" len="med"/>
                      <a:tailEnd type="none" w="med" len="med"/>
                    </a:lnL>
                    <a:lnR w="12700" cmpd="sng">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alpha val="50000"/>
                      </a:schemeClr>
                    </a:solidFill>
                  </a:tcPr>
                </a:tc>
                <a:extLst>
                  <a:ext uri="{0D108BD9-81ED-4DB2-BD59-A6C34878D82A}">
                    <a16:rowId xmlns:a16="http://schemas.microsoft.com/office/drawing/2014/main" val="3418288496"/>
                  </a:ext>
                </a:extLst>
              </a:tr>
              <a:tr h="287417">
                <a:tc>
                  <a:txBody>
                    <a:bodyPr/>
                    <a:lstStyle/>
                    <a:p>
                      <a:pPr algn="l" fontAlgn="b">
                        <a:buNone/>
                      </a:pPr>
                      <a:r>
                        <a:rPr lang="en-US" sz="1000" b="1" u="none" strike="noStrike">
                          <a:solidFill>
                            <a:schemeClr val="tx1"/>
                          </a:solidFill>
                          <a:effectLst/>
                        </a:rPr>
                        <a:t>Analytics &amp; data export</a:t>
                      </a:r>
                      <a:endParaRPr lang="en-US" sz="1000" b="1" i="0" u="none" strike="noStrike">
                        <a:solidFill>
                          <a:schemeClr val="tx1"/>
                        </a:solidFill>
                        <a:effectLst/>
                        <a:latin typeface="Helvetica Neue" panose="02000503000000020004" pitchFamily="2" charset="0"/>
                      </a:endParaRPr>
                    </a:p>
                  </a:txBody>
                  <a:tcPr marL="45720" marR="0" marT="0" marB="0" anchor="ctr">
                    <a:lnL w="12700" cmpd="sng">
                      <a:noFill/>
                    </a:lnL>
                    <a:lnR w="9525" cap="flat" cmpd="sng" algn="ctr">
                      <a:solidFill>
                        <a:schemeClr val="bg1"/>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alpha val="50000"/>
                      </a:schemeClr>
                    </a:solidFill>
                  </a:tcPr>
                </a:tc>
                <a:tc>
                  <a:txBody>
                    <a:bodyPr/>
                    <a:lstStyle/>
                    <a:p>
                      <a:pPr algn="l" fontAlgn="b">
                        <a:buNone/>
                      </a:pPr>
                      <a:r>
                        <a:rPr lang="en-US" sz="1000" u="none" strike="noStrike">
                          <a:solidFill>
                            <a:schemeClr val="tx1"/>
                          </a:solidFill>
                          <a:effectLst/>
                        </a:rPr>
                        <a:t>Embedded BI; batch exports; exposure/risk views</a:t>
                      </a:r>
                      <a:endParaRPr lang="en-US" sz="1000" b="0" i="0" u="none" strike="noStrike">
                        <a:solidFill>
                          <a:schemeClr val="tx1"/>
                        </a:solidFill>
                        <a:effectLst/>
                        <a:latin typeface="Helvetica Neue" panose="02000503000000020004" pitchFamily="2" charset="0"/>
                      </a:endParaRPr>
                    </a:p>
                  </a:txBody>
                  <a:tcPr marL="45720" marR="0" marT="0" marB="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alpha val="50000"/>
                      </a:schemeClr>
                    </a:solidFill>
                  </a:tcPr>
                </a:tc>
                <a:tc>
                  <a:txBody>
                    <a:bodyPr/>
                    <a:lstStyle/>
                    <a:p>
                      <a:pPr algn="l" fontAlgn="b">
                        <a:buNone/>
                      </a:pPr>
                      <a:r>
                        <a:rPr lang="en-US" sz="1000" u="none" strike="noStrike">
                          <a:solidFill>
                            <a:schemeClr val="tx1"/>
                          </a:solidFill>
                          <a:effectLst/>
                        </a:rPr>
                        <a:t>Real-time dashboards; quote-to-bind, retention, channel attribution; batch rerating for insights</a:t>
                      </a:r>
                      <a:endParaRPr lang="en-US" sz="1000" b="0" i="0" u="none" strike="noStrike">
                        <a:solidFill>
                          <a:schemeClr val="tx1"/>
                        </a:solidFill>
                        <a:effectLst/>
                        <a:latin typeface="Helvetica Neue" panose="02000503000000020004" pitchFamily="2" charset="0"/>
                      </a:endParaRPr>
                    </a:p>
                  </a:txBody>
                  <a:tcPr marL="45720" marR="0" marT="0" marB="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alpha val="50000"/>
                      </a:schemeClr>
                    </a:solidFill>
                  </a:tcPr>
                </a:tc>
                <a:tc>
                  <a:txBody>
                    <a:bodyPr/>
                    <a:lstStyle/>
                    <a:p>
                      <a:pPr algn="l" fontAlgn="b">
                        <a:buNone/>
                      </a:pPr>
                      <a:r>
                        <a:rPr lang="en-US" sz="1000" u="none" strike="noStrike">
                          <a:solidFill>
                            <a:schemeClr val="tx1"/>
                          </a:solidFill>
                          <a:effectLst/>
                        </a:rPr>
                        <a:t>From batch to near-real-time operational analytics</a:t>
                      </a:r>
                      <a:endParaRPr lang="en-US" sz="1000" b="0" i="0" u="none" strike="noStrike">
                        <a:solidFill>
                          <a:schemeClr val="tx1"/>
                        </a:solidFill>
                        <a:effectLst/>
                        <a:latin typeface="Helvetica Neue" panose="02000503000000020004" pitchFamily="2" charset="0"/>
                      </a:endParaRPr>
                    </a:p>
                  </a:txBody>
                  <a:tcPr marL="45720" marR="0" marT="0" marB="0" anchor="ctr">
                    <a:lnL w="9525" cap="flat" cmpd="sng" algn="ctr">
                      <a:solidFill>
                        <a:schemeClr val="bg1"/>
                      </a:solidFill>
                      <a:prstDash val="solid"/>
                      <a:round/>
                      <a:headEnd type="none" w="med" len="med"/>
                      <a:tailEnd type="none" w="med" len="med"/>
                    </a:lnL>
                    <a:lnR w="12700" cmpd="sng">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alpha val="50000"/>
                      </a:schemeClr>
                    </a:solidFill>
                  </a:tcPr>
                </a:tc>
                <a:extLst>
                  <a:ext uri="{0D108BD9-81ED-4DB2-BD59-A6C34878D82A}">
                    <a16:rowId xmlns:a16="http://schemas.microsoft.com/office/drawing/2014/main" val="373126288"/>
                  </a:ext>
                </a:extLst>
              </a:tr>
              <a:tr h="143709">
                <a:tc>
                  <a:txBody>
                    <a:bodyPr/>
                    <a:lstStyle/>
                    <a:p>
                      <a:pPr algn="l" fontAlgn="b">
                        <a:buNone/>
                      </a:pPr>
                      <a:r>
                        <a:rPr lang="en-US" sz="1000" b="1" u="none" strike="noStrike">
                          <a:solidFill>
                            <a:schemeClr val="tx1"/>
                          </a:solidFill>
                          <a:effectLst/>
                        </a:rPr>
                        <a:t>Security, roles, user management</a:t>
                      </a:r>
                      <a:endParaRPr lang="en-US" sz="1000" b="1" i="0" u="none" strike="noStrike">
                        <a:solidFill>
                          <a:schemeClr val="tx1"/>
                        </a:solidFill>
                        <a:effectLst/>
                        <a:latin typeface="Helvetica Neue" panose="02000503000000020004" pitchFamily="2" charset="0"/>
                      </a:endParaRPr>
                    </a:p>
                  </a:txBody>
                  <a:tcPr marL="45720" marR="0" marT="0" marB="0" anchor="ctr">
                    <a:lnL w="12700" cmpd="sng">
                      <a:noFill/>
                    </a:lnL>
                    <a:lnR w="9525" cap="flat" cmpd="sng" algn="ctr">
                      <a:solidFill>
                        <a:schemeClr val="bg1"/>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bg1">
                        <a:lumMod val="95000"/>
                        <a:alpha val="50000"/>
                      </a:schemeClr>
                    </a:solidFill>
                  </a:tcPr>
                </a:tc>
                <a:tc>
                  <a:txBody>
                    <a:bodyPr/>
                    <a:lstStyle/>
                    <a:p>
                      <a:pPr algn="l" fontAlgn="b">
                        <a:buNone/>
                      </a:pPr>
                      <a:r>
                        <a:rPr lang="en-US" sz="1000" u="none" strike="noStrike">
                          <a:solidFill>
                            <a:schemeClr val="tx1"/>
                          </a:solidFill>
                          <a:effectLst/>
                        </a:rPr>
                        <a:t>Role-based; LDAP/AD; producer hierarchies</a:t>
                      </a:r>
                      <a:endParaRPr lang="en-US" sz="1000" b="0" i="0" u="none" strike="noStrike">
                        <a:solidFill>
                          <a:schemeClr val="tx1"/>
                        </a:solidFill>
                        <a:effectLst/>
                        <a:latin typeface="Helvetica Neue" panose="02000503000000020004" pitchFamily="2" charset="0"/>
                      </a:endParaRPr>
                    </a:p>
                  </a:txBody>
                  <a:tcPr marL="45720" marR="0" marT="0" marB="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alpha val="50000"/>
                      </a:schemeClr>
                    </a:solidFill>
                  </a:tcPr>
                </a:tc>
                <a:tc>
                  <a:txBody>
                    <a:bodyPr/>
                    <a:lstStyle/>
                    <a:p>
                      <a:pPr algn="l" fontAlgn="b">
                        <a:buNone/>
                      </a:pPr>
                      <a:r>
                        <a:rPr lang="en-US" sz="1000" u="none" strike="noStrike">
                          <a:solidFill>
                            <a:schemeClr val="tx1"/>
                          </a:solidFill>
                          <a:effectLst/>
                        </a:rPr>
                        <a:t>Omnichannel access; prevent concurrent modification</a:t>
                      </a:r>
                      <a:endParaRPr lang="en-US" sz="1000" b="0" i="0" u="none" strike="noStrike">
                        <a:solidFill>
                          <a:schemeClr val="tx1"/>
                        </a:solidFill>
                        <a:effectLst/>
                        <a:latin typeface="Helvetica Neue" panose="02000503000000020004" pitchFamily="2" charset="0"/>
                      </a:endParaRPr>
                    </a:p>
                  </a:txBody>
                  <a:tcPr marL="45720" marR="0" marT="0" marB="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alpha val="50000"/>
                      </a:schemeClr>
                    </a:solidFill>
                  </a:tcPr>
                </a:tc>
                <a:tc>
                  <a:txBody>
                    <a:bodyPr/>
                    <a:lstStyle/>
                    <a:p>
                      <a:pPr algn="l" fontAlgn="b">
                        <a:buNone/>
                      </a:pPr>
                      <a:r>
                        <a:rPr lang="en-US" sz="1000" u="none" strike="noStrike">
                          <a:solidFill>
                            <a:schemeClr val="tx1"/>
                          </a:solidFill>
                          <a:effectLst/>
                        </a:rPr>
                        <a:t>More users/channels; concurrency risks</a:t>
                      </a:r>
                      <a:endParaRPr lang="en-US" sz="1000" b="0" i="0" u="none" strike="noStrike">
                        <a:solidFill>
                          <a:schemeClr val="tx1"/>
                        </a:solidFill>
                        <a:effectLst/>
                        <a:latin typeface="Helvetica Neue" panose="02000503000000020004" pitchFamily="2" charset="0"/>
                      </a:endParaRPr>
                    </a:p>
                  </a:txBody>
                  <a:tcPr marL="45720" marR="0" marT="0" marB="0" anchor="ctr">
                    <a:lnL w="9525" cap="flat" cmpd="sng" algn="ctr">
                      <a:solidFill>
                        <a:schemeClr val="bg1"/>
                      </a:solidFill>
                      <a:prstDash val="solid"/>
                      <a:round/>
                      <a:headEnd type="none" w="med" len="med"/>
                      <a:tailEnd type="none" w="med" len="med"/>
                    </a:lnL>
                    <a:lnR w="12700" cmpd="sng">
                      <a:noFill/>
                    </a:lnR>
                    <a:lnT w="9525" cap="flat" cmpd="sng" algn="ctr">
                      <a:solidFill>
                        <a:schemeClr val="bg1">
                          <a:lumMod val="85000"/>
                        </a:schemeClr>
                      </a:solidFill>
                      <a:prstDash val="solid"/>
                      <a:round/>
                      <a:headEnd type="none" w="med" len="med"/>
                      <a:tailEnd type="none" w="med" len="med"/>
                    </a:lnT>
                    <a:lnB w="9525"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alpha val="50000"/>
                      </a:schemeClr>
                    </a:solidFill>
                  </a:tcPr>
                </a:tc>
                <a:extLst>
                  <a:ext uri="{0D108BD9-81ED-4DB2-BD59-A6C34878D82A}">
                    <a16:rowId xmlns:a16="http://schemas.microsoft.com/office/drawing/2014/main" val="3841701129"/>
                  </a:ext>
                </a:extLst>
              </a:tr>
            </a:tbl>
          </a:graphicData>
        </a:graphic>
      </p:graphicFrame>
    </p:spTree>
    <p:extLst>
      <p:ext uri="{BB962C8B-B14F-4D97-AF65-F5344CB8AC3E}">
        <p14:creationId xmlns:p14="http://schemas.microsoft.com/office/powerpoint/2010/main" val="3251278532"/>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0A107F-F898-6674-48FC-072120E829D6}"/>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2B8C8F98-5924-87F6-90FE-1659729DC0DB}"/>
              </a:ext>
            </a:extLst>
          </p:cNvPr>
          <p:cNvSpPr/>
          <p:nvPr/>
        </p:nvSpPr>
        <p:spPr bwMode="auto">
          <a:xfrm>
            <a:off x="7854878" y="0"/>
            <a:ext cx="508900" cy="6858000"/>
          </a:xfrm>
          <a:prstGeom prst="rect">
            <a:avLst/>
          </a:prstGeom>
          <a:solidFill>
            <a:schemeClr val="bg1"/>
          </a:solidFill>
          <a:ln>
            <a:noFill/>
          </a:ln>
          <a:effectLst/>
        </p:spPr>
        <p:txBody>
          <a:bodyPr wrap="square" lIns="0" tIns="0" rIns="0" bIns="0" rtlCol="0" anchor="ctr"/>
          <a:lstStyle/>
          <a:p>
            <a:pPr algn="ctr"/>
            <a:endParaRPr lang="en-US" sz="2400">
              <a:solidFill>
                <a:schemeClr val="bg1"/>
              </a:solidFill>
              <a:latin typeface="Calibri Light" panose="020F0302020204030204" pitchFamily="34" charset="0"/>
              <a:ea typeface="Human Sans ExtraLight" charset="0"/>
              <a:cs typeface="Human Sans ExtraLight" charset="0"/>
            </a:endParaRPr>
          </a:p>
        </p:txBody>
      </p:sp>
      <p:sp>
        <p:nvSpPr>
          <p:cNvPr id="4" name="Title 3">
            <a:extLst>
              <a:ext uri="{FF2B5EF4-FFF2-40B4-BE49-F238E27FC236}">
                <a16:creationId xmlns:a16="http://schemas.microsoft.com/office/drawing/2014/main" id="{7DEF7FEC-FA32-4F88-08B5-9504F754C15D}"/>
              </a:ext>
            </a:extLst>
          </p:cNvPr>
          <p:cNvSpPr>
            <a:spLocks noGrp="1"/>
          </p:cNvSpPr>
          <p:nvPr>
            <p:ph type="title"/>
          </p:nvPr>
        </p:nvSpPr>
        <p:spPr>
          <a:xfrm>
            <a:off x="457200" y="723900"/>
            <a:ext cx="6893626" cy="292091"/>
          </a:xfrm>
        </p:spPr>
        <p:txBody>
          <a:bodyPr/>
          <a:lstStyle/>
          <a:p>
            <a:r>
              <a:rPr lang="en-US"/>
              <a:t>Enabling Personal Lines: Changes in Business capabilities </a:t>
            </a:r>
          </a:p>
        </p:txBody>
      </p:sp>
      <p:sp>
        <p:nvSpPr>
          <p:cNvPr id="3" name="Text Placeholder 2">
            <a:extLst>
              <a:ext uri="{FF2B5EF4-FFF2-40B4-BE49-F238E27FC236}">
                <a16:creationId xmlns:a16="http://schemas.microsoft.com/office/drawing/2014/main" id="{5C896205-2403-CE98-6D3A-F4ECA1640FA9}"/>
              </a:ext>
            </a:extLst>
          </p:cNvPr>
          <p:cNvSpPr>
            <a:spLocks noGrp="1"/>
          </p:cNvSpPr>
          <p:nvPr>
            <p:ph type="body" sz="quarter" idx="15"/>
          </p:nvPr>
        </p:nvSpPr>
        <p:spPr/>
        <p:txBody>
          <a:bodyPr/>
          <a:lstStyle/>
          <a:p>
            <a:endParaRPr lang="en-US"/>
          </a:p>
        </p:txBody>
      </p:sp>
      <p:sp>
        <p:nvSpPr>
          <p:cNvPr id="19" name="Rounded Rectangle 18">
            <a:extLst>
              <a:ext uri="{FF2B5EF4-FFF2-40B4-BE49-F238E27FC236}">
                <a16:creationId xmlns:a16="http://schemas.microsoft.com/office/drawing/2014/main" id="{C2EF14BA-77BF-1C27-DDFB-64FBD6947E6F}"/>
              </a:ext>
            </a:extLst>
          </p:cNvPr>
          <p:cNvSpPr/>
          <p:nvPr/>
        </p:nvSpPr>
        <p:spPr bwMode="auto">
          <a:xfrm>
            <a:off x="457200" y="1653183"/>
            <a:ext cx="3474669" cy="502920"/>
          </a:xfrm>
          <a:prstGeom prst="roundRect">
            <a:avLst/>
          </a:prstGeom>
          <a:solidFill>
            <a:schemeClr val="accent2">
              <a:lumMod val="20000"/>
              <a:lumOff val="80000"/>
            </a:schemeClr>
          </a:solidFill>
          <a:ln>
            <a:noFill/>
          </a:ln>
        </p:spPr>
        <p:style>
          <a:lnRef idx="1">
            <a:schemeClr val="accent2"/>
          </a:lnRef>
          <a:fillRef idx="2">
            <a:schemeClr val="accent2"/>
          </a:fillRef>
          <a:effectRef idx="1">
            <a:schemeClr val="accent2"/>
          </a:effectRef>
          <a:fontRef idx="minor">
            <a:schemeClr val="dk1"/>
          </a:fontRef>
        </p:style>
        <p:txBody>
          <a:bodyPr wrap="square" lIns="91440" tIns="0" rIns="91440" bIns="0" rtlCol="0" anchor="ctr"/>
          <a:lstStyle/>
          <a:p>
            <a:pPr defTabSz="914327"/>
            <a:r>
              <a:rPr lang="en-US" sz="1300" b="1">
                <a:solidFill>
                  <a:srgbClr val="000000"/>
                </a:solidFill>
                <a:latin typeface="Calibri" panose="020F0502020204030204" pitchFamily="34" charset="0"/>
              </a:rPr>
              <a:t>Transactions: </a:t>
            </a:r>
            <a:r>
              <a:rPr lang="en-US" sz="1300">
                <a:solidFill>
                  <a:srgbClr val="000000"/>
                </a:solidFill>
                <a:latin typeface="Calibri" panose="020F0502020204030204" pitchFamily="34" charset="0"/>
              </a:rPr>
              <a:t>Batch‑heavy, account‑centric; complex policy &amp; OOS flows; stable throughput.</a:t>
            </a:r>
            <a:endParaRPr lang="en-US" sz="1300">
              <a:solidFill>
                <a:srgbClr val="FFFFFF"/>
              </a:solidFill>
              <a:latin typeface="Calibri Light" panose="020F0302020204030204" pitchFamily="34" charset="0"/>
              <a:ea typeface="Human Sans ExtraLight" charset="0"/>
              <a:cs typeface="Human Sans ExtraLight" charset="0"/>
            </a:endParaRPr>
          </a:p>
        </p:txBody>
      </p:sp>
      <p:sp>
        <p:nvSpPr>
          <p:cNvPr id="20" name="Rounded Rectangle 19">
            <a:extLst>
              <a:ext uri="{FF2B5EF4-FFF2-40B4-BE49-F238E27FC236}">
                <a16:creationId xmlns:a16="http://schemas.microsoft.com/office/drawing/2014/main" id="{8F0974EB-F44A-FEF2-CAC6-B4E049878A8F}"/>
              </a:ext>
            </a:extLst>
          </p:cNvPr>
          <p:cNvSpPr/>
          <p:nvPr/>
        </p:nvSpPr>
        <p:spPr bwMode="auto">
          <a:xfrm>
            <a:off x="457200" y="2255274"/>
            <a:ext cx="3474669" cy="502920"/>
          </a:xfrm>
          <a:prstGeom prst="roundRect">
            <a:avLst/>
          </a:prstGeom>
          <a:solidFill>
            <a:schemeClr val="accent2">
              <a:lumMod val="20000"/>
              <a:lumOff val="80000"/>
            </a:schemeClr>
          </a:solidFill>
          <a:ln>
            <a:noFill/>
          </a:ln>
        </p:spPr>
        <p:style>
          <a:lnRef idx="1">
            <a:schemeClr val="accent2"/>
          </a:lnRef>
          <a:fillRef idx="2">
            <a:schemeClr val="accent2"/>
          </a:fillRef>
          <a:effectRef idx="1">
            <a:schemeClr val="accent2"/>
          </a:effectRef>
          <a:fontRef idx="minor">
            <a:schemeClr val="dk1"/>
          </a:fontRef>
        </p:style>
        <p:txBody>
          <a:bodyPr wrap="square" lIns="91440" tIns="0" rIns="91440" bIns="0" rtlCol="0" anchor="ctr"/>
          <a:lstStyle/>
          <a:p>
            <a:r>
              <a:rPr lang="en-US" sz="1300" b="1"/>
              <a:t>Change Agility:</a:t>
            </a:r>
            <a:r>
              <a:rPr lang="en-US" sz="1300"/>
              <a:t> IT‑driven edits; effort tied to change complexity.</a:t>
            </a:r>
          </a:p>
        </p:txBody>
      </p:sp>
      <p:sp>
        <p:nvSpPr>
          <p:cNvPr id="21" name="Rounded Rectangle 20">
            <a:extLst>
              <a:ext uri="{FF2B5EF4-FFF2-40B4-BE49-F238E27FC236}">
                <a16:creationId xmlns:a16="http://schemas.microsoft.com/office/drawing/2014/main" id="{1D2299CA-A0D2-2B5B-2CB2-A02053EE8827}"/>
              </a:ext>
            </a:extLst>
          </p:cNvPr>
          <p:cNvSpPr/>
          <p:nvPr/>
        </p:nvSpPr>
        <p:spPr bwMode="auto">
          <a:xfrm>
            <a:off x="457200" y="2857365"/>
            <a:ext cx="3474669" cy="502920"/>
          </a:xfrm>
          <a:prstGeom prst="roundRect">
            <a:avLst/>
          </a:prstGeom>
          <a:solidFill>
            <a:schemeClr val="accent2">
              <a:lumMod val="20000"/>
              <a:lumOff val="80000"/>
            </a:schemeClr>
          </a:solidFill>
          <a:ln>
            <a:noFill/>
          </a:ln>
        </p:spPr>
        <p:style>
          <a:lnRef idx="1">
            <a:schemeClr val="accent2"/>
          </a:lnRef>
          <a:fillRef idx="2">
            <a:schemeClr val="accent2"/>
          </a:fillRef>
          <a:effectRef idx="1">
            <a:schemeClr val="accent2"/>
          </a:effectRef>
          <a:fontRef idx="minor">
            <a:schemeClr val="dk1"/>
          </a:fontRef>
        </p:style>
        <p:txBody>
          <a:bodyPr wrap="square" lIns="91440" tIns="0" rIns="91440" bIns="0" rtlCol="0" anchor="ctr"/>
          <a:lstStyle/>
          <a:p>
            <a:r>
              <a:rPr lang="en-US" sz="1300" b="1"/>
              <a:t>Coverage: </a:t>
            </a:r>
            <a:r>
              <a:rPr lang="en-US" sz="1300"/>
              <a:t>ACV, property schedules, commercial endorsements.</a:t>
            </a:r>
          </a:p>
        </p:txBody>
      </p:sp>
      <p:sp>
        <p:nvSpPr>
          <p:cNvPr id="22" name="Rounded Rectangle 21">
            <a:extLst>
              <a:ext uri="{FF2B5EF4-FFF2-40B4-BE49-F238E27FC236}">
                <a16:creationId xmlns:a16="http://schemas.microsoft.com/office/drawing/2014/main" id="{80E14CAF-3584-8F24-E9A3-272EF6F869B7}"/>
              </a:ext>
            </a:extLst>
          </p:cNvPr>
          <p:cNvSpPr/>
          <p:nvPr/>
        </p:nvSpPr>
        <p:spPr bwMode="auto">
          <a:xfrm>
            <a:off x="457200" y="3459456"/>
            <a:ext cx="3474669" cy="594360"/>
          </a:xfrm>
          <a:prstGeom prst="roundRect">
            <a:avLst/>
          </a:prstGeom>
          <a:solidFill>
            <a:schemeClr val="accent2">
              <a:lumMod val="20000"/>
              <a:lumOff val="80000"/>
            </a:schemeClr>
          </a:solidFill>
          <a:ln>
            <a:noFill/>
          </a:ln>
        </p:spPr>
        <p:style>
          <a:lnRef idx="1">
            <a:schemeClr val="accent2"/>
          </a:lnRef>
          <a:fillRef idx="2">
            <a:schemeClr val="accent2"/>
          </a:fillRef>
          <a:effectRef idx="1">
            <a:schemeClr val="accent2"/>
          </a:effectRef>
          <a:fontRef idx="minor">
            <a:schemeClr val="dk1"/>
          </a:fontRef>
        </p:style>
        <p:txBody>
          <a:bodyPr wrap="square" lIns="91440" tIns="0" rIns="91440" bIns="0" rtlCol="0" anchor="ctr"/>
          <a:lstStyle/>
          <a:p>
            <a:r>
              <a:rPr lang="en-US" sz="1300" b="1"/>
              <a:t>Integrations</a:t>
            </a:r>
            <a:r>
              <a:rPr lang="en-US" sz="1300"/>
              <a:t>: VIN search, Accounts/Producer/LDAP, Salesforce/CV Portal ingestion, streaming to Apps/Path/</a:t>
            </a:r>
            <a:r>
              <a:rPr lang="en-US" sz="1300" err="1"/>
              <a:t>ImageRight</a:t>
            </a:r>
            <a:r>
              <a:rPr lang="en-US" sz="1300"/>
              <a:t>.</a:t>
            </a:r>
          </a:p>
        </p:txBody>
      </p:sp>
      <p:sp>
        <p:nvSpPr>
          <p:cNvPr id="23" name="Rounded Rectangle 22">
            <a:extLst>
              <a:ext uri="{FF2B5EF4-FFF2-40B4-BE49-F238E27FC236}">
                <a16:creationId xmlns:a16="http://schemas.microsoft.com/office/drawing/2014/main" id="{5D9D8A69-D7BC-4A1C-7A51-6C2DC85F3090}"/>
              </a:ext>
            </a:extLst>
          </p:cNvPr>
          <p:cNvSpPr/>
          <p:nvPr/>
        </p:nvSpPr>
        <p:spPr bwMode="auto">
          <a:xfrm>
            <a:off x="457200" y="4152987"/>
            <a:ext cx="3474669" cy="502920"/>
          </a:xfrm>
          <a:prstGeom prst="roundRect">
            <a:avLst/>
          </a:prstGeom>
          <a:solidFill>
            <a:schemeClr val="accent2">
              <a:lumMod val="20000"/>
              <a:lumOff val="80000"/>
            </a:schemeClr>
          </a:solidFill>
          <a:ln>
            <a:noFill/>
          </a:ln>
        </p:spPr>
        <p:style>
          <a:lnRef idx="1">
            <a:schemeClr val="accent2"/>
          </a:lnRef>
          <a:fillRef idx="2">
            <a:schemeClr val="accent2"/>
          </a:fillRef>
          <a:effectRef idx="1">
            <a:schemeClr val="accent2"/>
          </a:effectRef>
          <a:fontRef idx="minor">
            <a:schemeClr val="dk1"/>
          </a:fontRef>
        </p:style>
        <p:txBody>
          <a:bodyPr wrap="square" lIns="91440" tIns="0" rIns="91440" bIns="0" rtlCol="0" anchor="ctr"/>
          <a:lstStyle/>
          <a:p>
            <a:r>
              <a:rPr lang="en-US" sz="1300" b="1"/>
              <a:t>Document generation:</a:t>
            </a:r>
            <a:r>
              <a:rPr lang="en-US" sz="1300"/>
              <a:t> </a:t>
            </a:r>
            <a:r>
              <a:rPr lang="en-US" sz="1300" err="1"/>
              <a:t>ImageRight</a:t>
            </a:r>
            <a:r>
              <a:rPr lang="en-US" sz="1300"/>
              <a:t> feed; performance depends on data transformation.</a:t>
            </a:r>
          </a:p>
        </p:txBody>
      </p:sp>
      <p:sp>
        <p:nvSpPr>
          <p:cNvPr id="25" name="Rounded Rectangle 24">
            <a:extLst>
              <a:ext uri="{FF2B5EF4-FFF2-40B4-BE49-F238E27FC236}">
                <a16:creationId xmlns:a16="http://schemas.microsoft.com/office/drawing/2014/main" id="{D6C99DBF-752F-00C7-46E2-6CC949A95B4B}"/>
              </a:ext>
            </a:extLst>
          </p:cNvPr>
          <p:cNvSpPr/>
          <p:nvPr/>
        </p:nvSpPr>
        <p:spPr bwMode="auto">
          <a:xfrm>
            <a:off x="457200" y="4755078"/>
            <a:ext cx="3474669" cy="502920"/>
          </a:xfrm>
          <a:prstGeom prst="roundRect">
            <a:avLst/>
          </a:prstGeom>
          <a:solidFill>
            <a:schemeClr val="accent2">
              <a:lumMod val="20000"/>
              <a:lumOff val="80000"/>
            </a:schemeClr>
          </a:solidFill>
          <a:ln>
            <a:noFill/>
          </a:ln>
        </p:spPr>
        <p:style>
          <a:lnRef idx="1">
            <a:schemeClr val="accent2"/>
          </a:lnRef>
          <a:fillRef idx="2">
            <a:schemeClr val="accent2"/>
          </a:fillRef>
          <a:effectRef idx="1">
            <a:schemeClr val="accent2"/>
          </a:effectRef>
          <a:fontRef idx="minor">
            <a:schemeClr val="dk1"/>
          </a:fontRef>
        </p:style>
        <p:txBody>
          <a:bodyPr wrap="square" lIns="91440" tIns="0" rIns="91440" bIns="0" rtlCol="0" anchor="ctr"/>
          <a:lstStyle/>
          <a:p>
            <a:r>
              <a:rPr lang="en-US" sz="1300" b="1"/>
              <a:t>Analytics</a:t>
            </a:r>
            <a:r>
              <a:rPr lang="en-US" sz="1300"/>
              <a:t>: Batch exports, embedded BI, exposure/risk reports.</a:t>
            </a:r>
          </a:p>
        </p:txBody>
      </p:sp>
      <p:sp>
        <p:nvSpPr>
          <p:cNvPr id="28" name="Rounded Rectangle 27">
            <a:extLst>
              <a:ext uri="{FF2B5EF4-FFF2-40B4-BE49-F238E27FC236}">
                <a16:creationId xmlns:a16="http://schemas.microsoft.com/office/drawing/2014/main" id="{42A18E04-4536-B4F0-EDE9-D96CFFE13F25}"/>
              </a:ext>
            </a:extLst>
          </p:cNvPr>
          <p:cNvSpPr/>
          <p:nvPr/>
        </p:nvSpPr>
        <p:spPr bwMode="auto">
          <a:xfrm>
            <a:off x="457200" y="5357170"/>
            <a:ext cx="3474669" cy="502920"/>
          </a:xfrm>
          <a:prstGeom prst="roundRect">
            <a:avLst/>
          </a:prstGeom>
          <a:solidFill>
            <a:schemeClr val="accent2">
              <a:lumMod val="20000"/>
              <a:lumOff val="80000"/>
            </a:schemeClr>
          </a:solidFill>
          <a:ln>
            <a:noFill/>
          </a:ln>
        </p:spPr>
        <p:style>
          <a:lnRef idx="1">
            <a:schemeClr val="accent2"/>
          </a:lnRef>
          <a:fillRef idx="2">
            <a:schemeClr val="accent2"/>
          </a:fillRef>
          <a:effectRef idx="1">
            <a:schemeClr val="accent2"/>
          </a:effectRef>
          <a:fontRef idx="minor">
            <a:schemeClr val="dk1"/>
          </a:fontRef>
        </p:style>
        <p:txBody>
          <a:bodyPr wrap="square" lIns="91440" tIns="0" rIns="91440" bIns="0" rtlCol="0" anchor="ctr"/>
          <a:lstStyle/>
          <a:p>
            <a:r>
              <a:rPr lang="en-US" sz="1300" b="1"/>
              <a:t>Security</a:t>
            </a:r>
            <a:r>
              <a:rPr lang="en-US" sz="1300"/>
              <a:t>: LDAP/AD roles; MFA handled by enterprise IAM.</a:t>
            </a:r>
          </a:p>
        </p:txBody>
      </p:sp>
      <p:sp>
        <p:nvSpPr>
          <p:cNvPr id="31" name="Rounded Rectangle 30">
            <a:extLst>
              <a:ext uri="{FF2B5EF4-FFF2-40B4-BE49-F238E27FC236}">
                <a16:creationId xmlns:a16="http://schemas.microsoft.com/office/drawing/2014/main" id="{481AC33A-FE54-7AE5-15E8-30EA32A2E855}"/>
              </a:ext>
            </a:extLst>
          </p:cNvPr>
          <p:cNvSpPr/>
          <p:nvPr/>
        </p:nvSpPr>
        <p:spPr bwMode="auto">
          <a:xfrm>
            <a:off x="4156037" y="1653183"/>
            <a:ext cx="3840480" cy="594360"/>
          </a:xfrm>
          <a:prstGeom prst="roundRect">
            <a:avLst/>
          </a:prstGeom>
          <a:solidFill>
            <a:schemeClr val="accent4">
              <a:lumMod val="20000"/>
              <a:lumOff val="80000"/>
            </a:schemeClr>
          </a:solidFill>
          <a:ln>
            <a:noFill/>
          </a:ln>
        </p:spPr>
        <p:style>
          <a:lnRef idx="1">
            <a:schemeClr val="accent4"/>
          </a:lnRef>
          <a:fillRef idx="2">
            <a:schemeClr val="accent4"/>
          </a:fillRef>
          <a:effectRef idx="1">
            <a:schemeClr val="accent4"/>
          </a:effectRef>
          <a:fontRef idx="minor">
            <a:schemeClr val="dk1"/>
          </a:fontRef>
        </p:style>
        <p:txBody>
          <a:bodyPr wrap="square" lIns="91440" tIns="0" rIns="91440" bIns="0" rtlCol="0" anchor="ctr"/>
          <a:lstStyle/>
          <a:p>
            <a:pPr defTabSz="914327"/>
            <a:r>
              <a:rPr lang="en-US" sz="1300" b="1"/>
              <a:t>Transaction Volume: </a:t>
            </a:r>
            <a:r>
              <a:rPr lang="en-US" sz="1300"/>
              <a:t>High‑throughput, </a:t>
            </a:r>
            <a:r>
              <a:rPr lang="en-US" sz="1300">
                <a:ea typeface="+mn-lt"/>
                <a:cs typeface="+mn-lt"/>
              </a:rPr>
              <a:t>straight-through processing (STP), </a:t>
            </a:r>
            <a:r>
              <a:rPr lang="en-US" sz="1300"/>
              <a:t>real‑time APIs; clean API layer; stateless processing; low‑code lifecycle.</a:t>
            </a:r>
          </a:p>
        </p:txBody>
      </p:sp>
      <p:sp>
        <p:nvSpPr>
          <p:cNvPr id="32" name="Rounded Rectangle 31">
            <a:extLst>
              <a:ext uri="{FF2B5EF4-FFF2-40B4-BE49-F238E27FC236}">
                <a16:creationId xmlns:a16="http://schemas.microsoft.com/office/drawing/2014/main" id="{5360DF18-E233-181E-30AC-FB5F6F774805}"/>
              </a:ext>
            </a:extLst>
          </p:cNvPr>
          <p:cNvSpPr/>
          <p:nvPr/>
        </p:nvSpPr>
        <p:spPr bwMode="auto">
          <a:xfrm>
            <a:off x="4156037" y="2331474"/>
            <a:ext cx="3840480" cy="594360"/>
          </a:xfrm>
          <a:prstGeom prst="roundRect">
            <a:avLst/>
          </a:prstGeom>
          <a:solidFill>
            <a:schemeClr val="accent4">
              <a:lumMod val="20000"/>
              <a:lumOff val="80000"/>
            </a:schemeClr>
          </a:solidFill>
          <a:ln>
            <a:noFill/>
          </a:ln>
        </p:spPr>
        <p:style>
          <a:lnRef idx="1">
            <a:schemeClr val="accent4"/>
          </a:lnRef>
          <a:fillRef idx="2">
            <a:schemeClr val="accent4"/>
          </a:fillRef>
          <a:effectRef idx="1">
            <a:schemeClr val="accent4"/>
          </a:effectRef>
          <a:fontRef idx="minor">
            <a:schemeClr val="dk1"/>
          </a:fontRef>
        </p:style>
        <p:txBody>
          <a:bodyPr wrap="square" lIns="91440" tIns="0" rIns="91440" bIns="0" rtlCol="0" anchor="ctr"/>
          <a:lstStyle/>
          <a:p>
            <a:r>
              <a:rPr lang="en-US" sz="1300" b="1"/>
              <a:t>Change Agility:</a:t>
            </a:r>
            <a:r>
              <a:rPr lang="en-US" sz="1300"/>
              <a:t> Business‑owned configuration; medium effort for transforms; highest for data modeling.</a:t>
            </a:r>
          </a:p>
        </p:txBody>
      </p:sp>
      <p:sp>
        <p:nvSpPr>
          <p:cNvPr id="33" name="Rounded Rectangle 32">
            <a:extLst>
              <a:ext uri="{FF2B5EF4-FFF2-40B4-BE49-F238E27FC236}">
                <a16:creationId xmlns:a16="http://schemas.microsoft.com/office/drawing/2014/main" id="{42CB8270-89D2-9F46-A88F-68865D47DFD0}"/>
              </a:ext>
            </a:extLst>
          </p:cNvPr>
          <p:cNvSpPr/>
          <p:nvPr/>
        </p:nvSpPr>
        <p:spPr bwMode="auto">
          <a:xfrm>
            <a:off x="4156037" y="3009765"/>
            <a:ext cx="3840480" cy="502920"/>
          </a:xfrm>
          <a:prstGeom prst="roundRect">
            <a:avLst/>
          </a:prstGeom>
          <a:solidFill>
            <a:schemeClr val="accent4">
              <a:lumMod val="20000"/>
              <a:lumOff val="80000"/>
            </a:schemeClr>
          </a:solidFill>
          <a:ln>
            <a:noFill/>
          </a:ln>
        </p:spPr>
        <p:style>
          <a:lnRef idx="1">
            <a:schemeClr val="accent4"/>
          </a:lnRef>
          <a:fillRef idx="2">
            <a:schemeClr val="accent4"/>
          </a:fillRef>
          <a:effectRef idx="1">
            <a:schemeClr val="accent4"/>
          </a:effectRef>
          <a:fontRef idx="minor">
            <a:schemeClr val="dk1"/>
          </a:fontRef>
        </p:style>
        <p:txBody>
          <a:bodyPr wrap="square" lIns="91440" tIns="0" rIns="91440" bIns="0" rtlCol="0" anchor="ctr"/>
          <a:lstStyle/>
          <a:p>
            <a:r>
              <a:rPr lang="en-US" sz="1300" b="1"/>
              <a:t>Coverage:</a:t>
            </a:r>
            <a:r>
              <a:rPr lang="en-US" sz="1300"/>
              <a:t> Agreed/guaranteed value; specialty endorsements; configuration‑driven.</a:t>
            </a:r>
          </a:p>
        </p:txBody>
      </p:sp>
      <p:sp>
        <p:nvSpPr>
          <p:cNvPr id="34" name="Rounded Rectangle 33">
            <a:extLst>
              <a:ext uri="{FF2B5EF4-FFF2-40B4-BE49-F238E27FC236}">
                <a16:creationId xmlns:a16="http://schemas.microsoft.com/office/drawing/2014/main" id="{E18A1DD1-FF23-DD64-E4BC-F02AB39B7EF3}"/>
              </a:ext>
            </a:extLst>
          </p:cNvPr>
          <p:cNvSpPr/>
          <p:nvPr/>
        </p:nvSpPr>
        <p:spPr bwMode="auto">
          <a:xfrm>
            <a:off x="4156037" y="3596616"/>
            <a:ext cx="3840480" cy="502920"/>
          </a:xfrm>
          <a:prstGeom prst="roundRect">
            <a:avLst/>
          </a:prstGeom>
          <a:solidFill>
            <a:schemeClr val="accent4">
              <a:lumMod val="20000"/>
              <a:lumOff val="80000"/>
            </a:schemeClr>
          </a:solidFill>
          <a:ln>
            <a:noFill/>
          </a:ln>
        </p:spPr>
        <p:style>
          <a:lnRef idx="1">
            <a:schemeClr val="accent4"/>
          </a:lnRef>
          <a:fillRef idx="2">
            <a:schemeClr val="accent4"/>
          </a:fillRef>
          <a:effectRef idx="1">
            <a:schemeClr val="accent4"/>
          </a:effectRef>
          <a:fontRef idx="minor">
            <a:schemeClr val="dk1"/>
          </a:fontRef>
        </p:style>
        <p:txBody>
          <a:bodyPr wrap="square" lIns="91440" tIns="0" rIns="91440" bIns="0" rtlCol="0" anchor="ctr"/>
          <a:lstStyle/>
          <a:p>
            <a:r>
              <a:rPr lang="en-US" sz="1300" b="1"/>
              <a:t>Integrations</a:t>
            </a:r>
            <a:r>
              <a:rPr lang="en-US" sz="1300"/>
              <a:t>: Real‑time VIN/MVR/credit, telematics rerating, expanded ingestion &amp; streaming.</a:t>
            </a:r>
          </a:p>
        </p:txBody>
      </p:sp>
      <p:sp>
        <p:nvSpPr>
          <p:cNvPr id="35" name="Rounded Rectangle 34">
            <a:extLst>
              <a:ext uri="{FF2B5EF4-FFF2-40B4-BE49-F238E27FC236}">
                <a16:creationId xmlns:a16="http://schemas.microsoft.com/office/drawing/2014/main" id="{6C36CCAB-8090-5C9B-7518-5D6A41B25863}"/>
              </a:ext>
            </a:extLst>
          </p:cNvPr>
          <p:cNvSpPr/>
          <p:nvPr/>
        </p:nvSpPr>
        <p:spPr bwMode="auto">
          <a:xfrm>
            <a:off x="4156037" y="4183467"/>
            <a:ext cx="3840480" cy="502920"/>
          </a:xfrm>
          <a:prstGeom prst="roundRect">
            <a:avLst/>
          </a:prstGeom>
          <a:solidFill>
            <a:schemeClr val="accent4">
              <a:lumMod val="20000"/>
              <a:lumOff val="80000"/>
            </a:schemeClr>
          </a:solidFill>
          <a:ln>
            <a:noFill/>
          </a:ln>
        </p:spPr>
        <p:style>
          <a:lnRef idx="1">
            <a:schemeClr val="accent4"/>
          </a:lnRef>
          <a:fillRef idx="2">
            <a:schemeClr val="accent4"/>
          </a:fillRef>
          <a:effectRef idx="1">
            <a:schemeClr val="accent4"/>
          </a:effectRef>
          <a:fontRef idx="minor">
            <a:schemeClr val="dk1"/>
          </a:fontRef>
        </p:style>
        <p:txBody>
          <a:bodyPr wrap="square" lIns="91440" tIns="0" rIns="91440" bIns="0" rtlCol="0" anchor="ctr"/>
          <a:lstStyle/>
          <a:p>
            <a:r>
              <a:rPr lang="en-US" sz="1300" b="1"/>
              <a:t>Document generation:</a:t>
            </a:r>
            <a:r>
              <a:rPr lang="en-US" sz="1300"/>
              <a:t> High‑volume, optimized feeds; dynamic PDFs/ID cards; e‑sign for faster bind.</a:t>
            </a:r>
          </a:p>
        </p:txBody>
      </p:sp>
      <p:sp>
        <p:nvSpPr>
          <p:cNvPr id="36" name="Rounded Rectangle 35">
            <a:extLst>
              <a:ext uri="{FF2B5EF4-FFF2-40B4-BE49-F238E27FC236}">
                <a16:creationId xmlns:a16="http://schemas.microsoft.com/office/drawing/2014/main" id="{A5AC01FB-CA77-5672-B1C1-B171EDA72283}"/>
              </a:ext>
            </a:extLst>
          </p:cNvPr>
          <p:cNvSpPr/>
          <p:nvPr/>
        </p:nvSpPr>
        <p:spPr bwMode="auto">
          <a:xfrm>
            <a:off x="4156037" y="4770318"/>
            <a:ext cx="3840480" cy="502920"/>
          </a:xfrm>
          <a:prstGeom prst="roundRect">
            <a:avLst/>
          </a:prstGeom>
          <a:solidFill>
            <a:schemeClr val="accent4">
              <a:lumMod val="20000"/>
              <a:lumOff val="80000"/>
            </a:schemeClr>
          </a:solidFill>
          <a:ln>
            <a:noFill/>
          </a:ln>
        </p:spPr>
        <p:style>
          <a:lnRef idx="1">
            <a:schemeClr val="accent4"/>
          </a:lnRef>
          <a:fillRef idx="2">
            <a:schemeClr val="accent4"/>
          </a:fillRef>
          <a:effectRef idx="1">
            <a:schemeClr val="accent4"/>
          </a:effectRef>
          <a:fontRef idx="minor">
            <a:schemeClr val="dk1"/>
          </a:fontRef>
        </p:style>
        <p:txBody>
          <a:bodyPr wrap="square" lIns="91440" tIns="0" rIns="91440" bIns="0" rtlCol="0" anchor="ctr"/>
          <a:lstStyle/>
          <a:p>
            <a:r>
              <a:rPr lang="en-US" sz="1300" b="1"/>
              <a:t>Analytics</a:t>
            </a:r>
            <a:r>
              <a:rPr lang="en-US" sz="1300"/>
              <a:t>: Real‑time dashboards; export formats for external tools.</a:t>
            </a:r>
          </a:p>
        </p:txBody>
      </p:sp>
      <p:sp>
        <p:nvSpPr>
          <p:cNvPr id="37" name="Rounded Rectangle 36">
            <a:extLst>
              <a:ext uri="{FF2B5EF4-FFF2-40B4-BE49-F238E27FC236}">
                <a16:creationId xmlns:a16="http://schemas.microsoft.com/office/drawing/2014/main" id="{419639EF-DE47-85E4-5530-D5F1BEAC4D17}"/>
              </a:ext>
            </a:extLst>
          </p:cNvPr>
          <p:cNvSpPr/>
          <p:nvPr/>
        </p:nvSpPr>
        <p:spPr bwMode="auto">
          <a:xfrm>
            <a:off x="4156037" y="5357170"/>
            <a:ext cx="3840480" cy="502920"/>
          </a:xfrm>
          <a:prstGeom prst="roundRect">
            <a:avLst/>
          </a:prstGeom>
          <a:solidFill>
            <a:schemeClr val="accent4">
              <a:lumMod val="20000"/>
              <a:lumOff val="80000"/>
            </a:schemeClr>
          </a:solidFill>
          <a:ln>
            <a:noFill/>
          </a:ln>
        </p:spPr>
        <p:style>
          <a:lnRef idx="1">
            <a:schemeClr val="accent4"/>
          </a:lnRef>
          <a:fillRef idx="2">
            <a:schemeClr val="accent4"/>
          </a:fillRef>
          <a:effectRef idx="1">
            <a:schemeClr val="accent4"/>
          </a:effectRef>
          <a:fontRef idx="minor">
            <a:schemeClr val="dk1"/>
          </a:fontRef>
        </p:style>
        <p:txBody>
          <a:bodyPr wrap="square" lIns="91440" tIns="0" rIns="91440" bIns="0" rtlCol="0" anchor="ctr"/>
          <a:lstStyle/>
          <a:p>
            <a:r>
              <a:rPr lang="en-US" sz="1300" b="1"/>
              <a:t>Security</a:t>
            </a:r>
            <a:r>
              <a:rPr lang="en-US" sz="1300"/>
              <a:t>: Stronger LDAP expansion, entity locking, concurrency control, audit logging.</a:t>
            </a:r>
          </a:p>
        </p:txBody>
      </p:sp>
      <p:sp>
        <p:nvSpPr>
          <p:cNvPr id="38" name="TextBox 37">
            <a:extLst>
              <a:ext uri="{FF2B5EF4-FFF2-40B4-BE49-F238E27FC236}">
                <a16:creationId xmlns:a16="http://schemas.microsoft.com/office/drawing/2014/main" id="{C9FF9A65-4B4D-4892-EC34-66A5A0EEB866}"/>
              </a:ext>
            </a:extLst>
          </p:cNvPr>
          <p:cNvSpPr txBox="1"/>
          <p:nvPr/>
        </p:nvSpPr>
        <p:spPr>
          <a:xfrm>
            <a:off x="457197" y="1172840"/>
            <a:ext cx="2776594" cy="246221"/>
          </a:xfrm>
          <a:prstGeom prst="rect">
            <a:avLst/>
          </a:prstGeom>
        </p:spPr>
        <p:txBody>
          <a:bodyPr wrap="none" lIns="0" tIns="0" rIns="0" bIns="0" rtlCol="0">
            <a:spAutoFit/>
          </a:bodyPr>
          <a:lstStyle/>
          <a:p>
            <a:pPr algn="l"/>
            <a:r>
              <a:rPr lang="en-US" sz="1600" b="1">
                <a:solidFill>
                  <a:schemeClr val="accent2"/>
                </a:solidFill>
              </a:rPr>
              <a:t>Commercial Lines (Current state)</a:t>
            </a:r>
          </a:p>
        </p:txBody>
      </p:sp>
      <p:sp>
        <p:nvSpPr>
          <p:cNvPr id="39" name="TextBox 38">
            <a:extLst>
              <a:ext uri="{FF2B5EF4-FFF2-40B4-BE49-F238E27FC236}">
                <a16:creationId xmlns:a16="http://schemas.microsoft.com/office/drawing/2014/main" id="{2A60AA6E-0F51-5837-6F7F-17FC0942B5E9}"/>
              </a:ext>
            </a:extLst>
          </p:cNvPr>
          <p:cNvSpPr txBox="1"/>
          <p:nvPr/>
        </p:nvSpPr>
        <p:spPr>
          <a:xfrm>
            <a:off x="4156037" y="1172840"/>
            <a:ext cx="2374817" cy="246221"/>
          </a:xfrm>
          <a:prstGeom prst="rect">
            <a:avLst/>
          </a:prstGeom>
        </p:spPr>
        <p:txBody>
          <a:bodyPr wrap="none" lIns="0" tIns="0" rIns="0" bIns="0" rtlCol="0">
            <a:spAutoFit/>
          </a:bodyPr>
          <a:lstStyle/>
          <a:p>
            <a:pPr algn="l"/>
            <a:r>
              <a:rPr lang="en-US" sz="1600" b="1">
                <a:solidFill>
                  <a:schemeClr val="accent4"/>
                </a:solidFill>
              </a:rPr>
              <a:t>Personal Lines (Target state)</a:t>
            </a:r>
          </a:p>
        </p:txBody>
      </p:sp>
      <p:sp>
        <p:nvSpPr>
          <p:cNvPr id="40" name="TextBox 39">
            <a:extLst>
              <a:ext uri="{FF2B5EF4-FFF2-40B4-BE49-F238E27FC236}">
                <a16:creationId xmlns:a16="http://schemas.microsoft.com/office/drawing/2014/main" id="{D68CC480-00DD-346B-16AD-BB6D23359B53}"/>
              </a:ext>
            </a:extLst>
          </p:cNvPr>
          <p:cNvSpPr txBox="1"/>
          <p:nvPr/>
        </p:nvSpPr>
        <p:spPr>
          <a:xfrm>
            <a:off x="8621159" y="5213759"/>
            <a:ext cx="3229252" cy="646331"/>
          </a:xfrm>
          <a:prstGeom prst="rect">
            <a:avLst/>
          </a:prstGeom>
        </p:spPr>
        <p:txBody>
          <a:bodyPr wrap="square" lIns="0" tIns="0" rIns="0" bIns="0" rtlCol="0">
            <a:spAutoFit/>
          </a:bodyPr>
          <a:lstStyle/>
          <a:p>
            <a:r>
              <a:rPr lang="en-US" sz="1400">
                <a:solidFill>
                  <a:schemeClr val="bg1"/>
                </a:solidFill>
              </a:rPr>
              <a:t>5) Insights &amp; Control: From batch BI → near‑real‑time dashboards, exportable datasets, stronger security &amp; auditability.</a:t>
            </a:r>
          </a:p>
        </p:txBody>
      </p:sp>
      <p:sp>
        <p:nvSpPr>
          <p:cNvPr id="42" name="TextBox 41">
            <a:extLst>
              <a:ext uri="{FF2B5EF4-FFF2-40B4-BE49-F238E27FC236}">
                <a16:creationId xmlns:a16="http://schemas.microsoft.com/office/drawing/2014/main" id="{BE983A43-E8A5-A8F6-50B6-BDE87193EA9D}"/>
              </a:ext>
            </a:extLst>
          </p:cNvPr>
          <p:cNvSpPr txBox="1"/>
          <p:nvPr/>
        </p:nvSpPr>
        <p:spPr>
          <a:xfrm>
            <a:off x="8621159" y="1172840"/>
            <a:ext cx="3362502" cy="246221"/>
          </a:xfrm>
          <a:prstGeom prst="rect">
            <a:avLst/>
          </a:prstGeom>
          <a:noFill/>
        </p:spPr>
        <p:txBody>
          <a:bodyPr wrap="square" lIns="0" tIns="0" rIns="0" bIns="0">
            <a:spAutoFit/>
          </a:bodyPr>
          <a:lstStyle/>
          <a:p>
            <a:r>
              <a:rPr lang="en-US" sz="1600" b="1">
                <a:solidFill>
                  <a:srgbClr val="08F6FF"/>
                </a:solidFill>
              </a:rPr>
              <a:t>Key Differences / Critical Changes</a:t>
            </a:r>
          </a:p>
        </p:txBody>
      </p:sp>
      <p:sp>
        <p:nvSpPr>
          <p:cNvPr id="44" name="TextBox 43">
            <a:extLst>
              <a:ext uri="{FF2B5EF4-FFF2-40B4-BE49-F238E27FC236}">
                <a16:creationId xmlns:a16="http://schemas.microsoft.com/office/drawing/2014/main" id="{22C10F33-91F1-559B-C7AA-217E4DFABEFF}"/>
              </a:ext>
            </a:extLst>
          </p:cNvPr>
          <p:cNvSpPr txBox="1"/>
          <p:nvPr/>
        </p:nvSpPr>
        <p:spPr>
          <a:xfrm>
            <a:off x="8621159" y="1653183"/>
            <a:ext cx="3334307" cy="430887"/>
          </a:xfrm>
          <a:prstGeom prst="rect">
            <a:avLst/>
          </a:prstGeom>
          <a:noFill/>
        </p:spPr>
        <p:txBody>
          <a:bodyPr wrap="square" lIns="0" tIns="0" rIns="0" bIns="0">
            <a:spAutoFit/>
          </a:bodyPr>
          <a:lstStyle/>
          <a:p>
            <a:r>
              <a:rPr lang="en-US" sz="1400">
                <a:solidFill>
                  <a:schemeClr val="bg1"/>
                </a:solidFill>
              </a:rPr>
              <a:t>1) Operations: From batch/account‑centric → stateless, API‑first, service‑oriented.</a:t>
            </a:r>
          </a:p>
        </p:txBody>
      </p:sp>
      <p:sp>
        <p:nvSpPr>
          <p:cNvPr id="46" name="TextBox 45">
            <a:extLst>
              <a:ext uri="{FF2B5EF4-FFF2-40B4-BE49-F238E27FC236}">
                <a16:creationId xmlns:a16="http://schemas.microsoft.com/office/drawing/2014/main" id="{9B8DA9DF-0387-2892-0EAA-9FC455EF49C0}"/>
              </a:ext>
            </a:extLst>
          </p:cNvPr>
          <p:cNvSpPr txBox="1"/>
          <p:nvPr/>
        </p:nvSpPr>
        <p:spPr>
          <a:xfrm>
            <a:off x="8621159" y="2401800"/>
            <a:ext cx="3334305" cy="646331"/>
          </a:xfrm>
          <a:prstGeom prst="rect">
            <a:avLst/>
          </a:prstGeom>
          <a:noFill/>
        </p:spPr>
        <p:txBody>
          <a:bodyPr wrap="square" lIns="0" tIns="0" rIns="0" bIns="0" anchor="t">
            <a:spAutoFit/>
          </a:bodyPr>
          <a:lstStyle/>
          <a:p>
            <a:r>
              <a:rPr lang="en-US" sz="1400">
                <a:solidFill>
                  <a:schemeClr val="bg1"/>
                </a:solidFill>
              </a:rPr>
              <a:t>2) Change Agility: From IT‑led → business‑owned low/no‑code (rules → lifecycle → actions). </a:t>
            </a:r>
          </a:p>
        </p:txBody>
      </p:sp>
      <p:sp>
        <p:nvSpPr>
          <p:cNvPr id="48" name="TextBox 47">
            <a:extLst>
              <a:ext uri="{FF2B5EF4-FFF2-40B4-BE49-F238E27FC236}">
                <a16:creationId xmlns:a16="http://schemas.microsoft.com/office/drawing/2014/main" id="{233D3DFD-BF35-64E3-EF9E-6CC09AA70CEB}"/>
              </a:ext>
            </a:extLst>
          </p:cNvPr>
          <p:cNvSpPr txBox="1"/>
          <p:nvPr/>
        </p:nvSpPr>
        <p:spPr>
          <a:xfrm>
            <a:off x="8621159" y="3339120"/>
            <a:ext cx="3334304" cy="646331"/>
          </a:xfrm>
          <a:prstGeom prst="rect">
            <a:avLst/>
          </a:prstGeom>
          <a:noFill/>
        </p:spPr>
        <p:txBody>
          <a:bodyPr wrap="square" lIns="0" tIns="0" rIns="0" bIns="0">
            <a:spAutoFit/>
          </a:bodyPr>
          <a:lstStyle/>
          <a:p>
            <a:r>
              <a:rPr lang="en-US" sz="1400">
                <a:solidFill>
                  <a:schemeClr val="bg1"/>
                </a:solidFill>
              </a:rPr>
              <a:t>3) Data Ecosystem: From basic checks → real‑time VIN/MVR/credit/telematics + expanded ingestion &amp; streaming.</a:t>
            </a:r>
          </a:p>
        </p:txBody>
      </p:sp>
      <p:sp>
        <p:nvSpPr>
          <p:cNvPr id="50" name="TextBox 49">
            <a:extLst>
              <a:ext uri="{FF2B5EF4-FFF2-40B4-BE49-F238E27FC236}">
                <a16:creationId xmlns:a16="http://schemas.microsoft.com/office/drawing/2014/main" id="{439AA45A-B47B-A3C5-394F-97D848744350}"/>
              </a:ext>
            </a:extLst>
          </p:cNvPr>
          <p:cNvSpPr txBox="1"/>
          <p:nvPr/>
        </p:nvSpPr>
        <p:spPr>
          <a:xfrm>
            <a:off x="8621159" y="4276440"/>
            <a:ext cx="3334303" cy="646331"/>
          </a:xfrm>
          <a:prstGeom prst="rect">
            <a:avLst/>
          </a:prstGeom>
          <a:noFill/>
        </p:spPr>
        <p:txBody>
          <a:bodyPr wrap="square" lIns="0" tIns="0" rIns="0" bIns="0">
            <a:spAutoFit/>
          </a:bodyPr>
          <a:lstStyle/>
          <a:p>
            <a:r>
              <a:rPr lang="en-US" sz="1400">
                <a:solidFill>
                  <a:schemeClr val="bg1"/>
                </a:solidFill>
              </a:rPr>
              <a:t>4) Documents: From internal schedules → valuation evidence + optimized external doc feeds + e‑sign.</a:t>
            </a:r>
          </a:p>
        </p:txBody>
      </p:sp>
      <p:sp>
        <p:nvSpPr>
          <p:cNvPr id="52" name="TextBox 51">
            <a:extLst>
              <a:ext uri="{FF2B5EF4-FFF2-40B4-BE49-F238E27FC236}">
                <a16:creationId xmlns:a16="http://schemas.microsoft.com/office/drawing/2014/main" id="{0E0CB1E5-E0D8-2966-CBA6-49E7DF79925B}"/>
              </a:ext>
            </a:extLst>
          </p:cNvPr>
          <p:cNvSpPr txBox="1"/>
          <p:nvPr/>
        </p:nvSpPr>
        <p:spPr>
          <a:xfrm>
            <a:off x="457198" y="6021469"/>
            <a:ext cx="7539319" cy="307777"/>
          </a:xfrm>
          <a:prstGeom prst="rect">
            <a:avLst/>
          </a:prstGeom>
        </p:spPr>
        <p:txBody>
          <a:bodyPr wrap="square" lIns="0" tIns="0" rIns="0" bIns="0" rtlCol="0">
            <a:spAutoFit/>
          </a:bodyPr>
          <a:lstStyle/>
          <a:p>
            <a:r>
              <a:rPr lang="ru-RU" sz="1000"/>
              <a:t>*</a:t>
            </a:r>
            <a:r>
              <a:rPr lang="pl-PL" sz="1000"/>
              <a:t>Billing will change from Agency/direct bill mix; batch billing; equity billing to predominantly direct bills; monthly/bi‑weekly; refunds/prorations; wallets/autopay changes. The changeis out of scope for RapidSure analysis as handled by external application</a:t>
            </a:r>
            <a:endParaRPr lang="en-US" sz="1000"/>
          </a:p>
        </p:txBody>
      </p:sp>
      <p:cxnSp>
        <p:nvCxnSpPr>
          <p:cNvPr id="8" name="Straight Connector 7">
            <a:extLst>
              <a:ext uri="{FF2B5EF4-FFF2-40B4-BE49-F238E27FC236}">
                <a16:creationId xmlns:a16="http://schemas.microsoft.com/office/drawing/2014/main" id="{88875B84-003B-8E4B-4BED-F9431B669F91}"/>
              </a:ext>
            </a:extLst>
          </p:cNvPr>
          <p:cNvCxnSpPr>
            <a:cxnSpLocks/>
          </p:cNvCxnSpPr>
          <p:nvPr/>
        </p:nvCxnSpPr>
        <p:spPr>
          <a:xfrm>
            <a:off x="457196" y="1511071"/>
            <a:ext cx="457200" cy="0"/>
          </a:xfrm>
          <a:prstGeom prst="line">
            <a:avLst/>
          </a:prstGeom>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2A44A226-5BF8-E7FA-7A27-CF4DA668154D}"/>
              </a:ext>
            </a:extLst>
          </p:cNvPr>
          <p:cNvCxnSpPr>
            <a:cxnSpLocks/>
          </p:cNvCxnSpPr>
          <p:nvPr/>
        </p:nvCxnSpPr>
        <p:spPr>
          <a:xfrm>
            <a:off x="4156037" y="1511071"/>
            <a:ext cx="457200" cy="0"/>
          </a:xfrm>
          <a:prstGeom prst="line">
            <a:avLst/>
          </a:prstGeom>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6E3CCD91-22E9-E9A0-EE1E-B91A18D09D21}"/>
              </a:ext>
            </a:extLst>
          </p:cNvPr>
          <p:cNvCxnSpPr>
            <a:cxnSpLocks/>
          </p:cNvCxnSpPr>
          <p:nvPr/>
        </p:nvCxnSpPr>
        <p:spPr>
          <a:xfrm>
            <a:off x="8621159" y="1511071"/>
            <a:ext cx="4572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16614812"/>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6059BD-5194-D71D-252C-27B427311330}"/>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F7E342D1-3936-8E56-B657-52A0FB992D01}"/>
              </a:ext>
            </a:extLst>
          </p:cNvPr>
          <p:cNvSpPr/>
          <p:nvPr/>
        </p:nvSpPr>
        <p:spPr bwMode="auto">
          <a:xfrm>
            <a:off x="3208" y="1447462"/>
            <a:ext cx="12191999" cy="1276573"/>
          </a:xfrm>
          <a:prstGeom prst="rect">
            <a:avLst/>
          </a:prstGeom>
          <a:solidFill>
            <a:schemeClr val="bg1">
              <a:lumMod val="95000"/>
            </a:schemeClr>
          </a:solidFill>
          <a:ln>
            <a:noFill/>
          </a:ln>
        </p:spPr>
        <p:style>
          <a:lnRef idx="2">
            <a:schemeClr val="accent2"/>
          </a:lnRef>
          <a:fillRef idx="1">
            <a:schemeClr val="lt1"/>
          </a:fillRef>
          <a:effectRef idx="0">
            <a:schemeClr val="accent2"/>
          </a:effectRef>
          <a:fontRef idx="minor">
            <a:schemeClr val="dk1"/>
          </a:fontRef>
        </p:style>
        <p:txBody>
          <a:bodyPr wrap="square" lIns="0" tIns="0" rIns="0" bIns="0" rtlCol="0" anchor="ctr"/>
          <a:lstStyle/>
          <a:p>
            <a:pPr algn="ctr" defTabSz="914327"/>
            <a:endParaRPr lang="en-US" sz="2400">
              <a:solidFill>
                <a:srgbClr val="FFFFFF"/>
              </a:solidFill>
              <a:latin typeface="Calibri Light" panose="020F0302020204030204" pitchFamily="34" charset="0"/>
              <a:ea typeface="Human Sans ExtraLight" charset="0"/>
              <a:cs typeface="Human Sans ExtraLight" charset="0"/>
            </a:endParaRPr>
          </a:p>
        </p:txBody>
      </p:sp>
      <p:sp>
        <p:nvSpPr>
          <p:cNvPr id="4" name="Rectangle 3">
            <a:extLst>
              <a:ext uri="{FF2B5EF4-FFF2-40B4-BE49-F238E27FC236}">
                <a16:creationId xmlns:a16="http://schemas.microsoft.com/office/drawing/2014/main" id="{8BC18E6A-D4B8-368D-9032-3126CFA4B7C4}"/>
              </a:ext>
            </a:extLst>
          </p:cNvPr>
          <p:cNvSpPr/>
          <p:nvPr/>
        </p:nvSpPr>
        <p:spPr bwMode="auto">
          <a:xfrm>
            <a:off x="3208" y="5270789"/>
            <a:ext cx="12191998" cy="880226"/>
          </a:xfrm>
          <a:prstGeom prst="rect">
            <a:avLst/>
          </a:prstGeom>
          <a:solidFill>
            <a:schemeClr val="accent4">
              <a:lumMod val="20000"/>
              <a:lumOff val="80000"/>
              <a:alpha val="31000"/>
            </a:schemeClr>
          </a:solidFill>
          <a:ln>
            <a:noFill/>
          </a:ln>
          <a:effectLst/>
        </p:spPr>
        <p:txBody>
          <a:bodyPr wrap="square" lIns="0" tIns="0" rIns="0" bIns="0" rtlCol="0" anchor="ctr"/>
          <a:lstStyle/>
          <a:p>
            <a:pPr algn="ctr" defTabSz="914327"/>
            <a:endParaRPr lang="en-US" sz="2400">
              <a:solidFill>
                <a:srgbClr val="FFFFFF"/>
              </a:solidFill>
              <a:latin typeface="Calibri Light" panose="020F0302020204030204" pitchFamily="34" charset="0"/>
              <a:ea typeface="Human Sans ExtraLight" charset="0"/>
              <a:cs typeface="Human Sans ExtraLight" charset="0"/>
            </a:endParaRPr>
          </a:p>
        </p:txBody>
      </p:sp>
      <p:sp>
        <p:nvSpPr>
          <p:cNvPr id="5" name="Rectangle 4">
            <a:extLst>
              <a:ext uri="{FF2B5EF4-FFF2-40B4-BE49-F238E27FC236}">
                <a16:creationId xmlns:a16="http://schemas.microsoft.com/office/drawing/2014/main" id="{F7BA48D5-9533-AEB4-921D-CA79A6E05BB3}"/>
              </a:ext>
            </a:extLst>
          </p:cNvPr>
          <p:cNvSpPr/>
          <p:nvPr/>
        </p:nvSpPr>
        <p:spPr bwMode="auto">
          <a:xfrm>
            <a:off x="3208" y="4137911"/>
            <a:ext cx="12191998" cy="1089147"/>
          </a:xfrm>
          <a:prstGeom prst="rect">
            <a:avLst/>
          </a:prstGeom>
          <a:solidFill>
            <a:schemeClr val="accent2">
              <a:lumMod val="20000"/>
              <a:lumOff val="80000"/>
              <a:alpha val="31000"/>
            </a:schemeClr>
          </a:solidFill>
          <a:ln>
            <a:noFill/>
          </a:ln>
          <a:effectLst/>
        </p:spPr>
        <p:txBody>
          <a:bodyPr wrap="square" lIns="0" tIns="0" rIns="0" bIns="0" rtlCol="0" anchor="ctr"/>
          <a:lstStyle/>
          <a:p>
            <a:pPr algn="ctr" defTabSz="914327"/>
            <a:endParaRPr lang="en-US" sz="2400">
              <a:solidFill>
                <a:srgbClr val="FFFFFF"/>
              </a:solidFill>
              <a:latin typeface="Calibri Light" panose="020F0302020204030204" pitchFamily="34" charset="0"/>
              <a:ea typeface="Human Sans ExtraLight" charset="0"/>
              <a:cs typeface="Human Sans ExtraLight" charset="0"/>
            </a:endParaRPr>
          </a:p>
        </p:txBody>
      </p:sp>
      <p:sp>
        <p:nvSpPr>
          <p:cNvPr id="6" name="Rectangle 5">
            <a:extLst>
              <a:ext uri="{FF2B5EF4-FFF2-40B4-BE49-F238E27FC236}">
                <a16:creationId xmlns:a16="http://schemas.microsoft.com/office/drawing/2014/main" id="{F98BBE33-D8E7-EC6F-9714-DAD02D898BE3}"/>
              </a:ext>
            </a:extLst>
          </p:cNvPr>
          <p:cNvSpPr/>
          <p:nvPr/>
        </p:nvSpPr>
        <p:spPr bwMode="auto">
          <a:xfrm>
            <a:off x="3208" y="2764771"/>
            <a:ext cx="12191998" cy="1332404"/>
          </a:xfrm>
          <a:prstGeom prst="rect">
            <a:avLst/>
          </a:prstGeom>
          <a:solidFill>
            <a:schemeClr val="accent3">
              <a:lumMod val="20000"/>
              <a:lumOff val="80000"/>
              <a:alpha val="31000"/>
            </a:schemeClr>
          </a:solidFill>
          <a:ln>
            <a:noFill/>
          </a:ln>
          <a:effectLst/>
        </p:spPr>
        <p:txBody>
          <a:bodyPr wrap="square" lIns="0" tIns="0" rIns="0" bIns="0" rtlCol="0" anchor="ctr"/>
          <a:lstStyle/>
          <a:p>
            <a:pPr algn="ctr" defTabSz="914327"/>
            <a:endParaRPr lang="en-US" sz="2400">
              <a:solidFill>
                <a:srgbClr val="FFFFFF"/>
              </a:solidFill>
              <a:latin typeface="Calibri Light" panose="020F0302020204030204" pitchFamily="34" charset="0"/>
              <a:ea typeface="Human Sans ExtraLight" charset="0"/>
              <a:cs typeface="Human Sans ExtraLight" charset="0"/>
            </a:endParaRPr>
          </a:p>
        </p:txBody>
      </p:sp>
      <p:sp>
        <p:nvSpPr>
          <p:cNvPr id="22" name="TextBox 21">
            <a:extLst>
              <a:ext uri="{FF2B5EF4-FFF2-40B4-BE49-F238E27FC236}">
                <a16:creationId xmlns:a16="http://schemas.microsoft.com/office/drawing/2014/main" id="{3A750B73-E1EB-6030-F939-7FB243F4AFA4}"/>
              </a:ext>
            </a:extLst>
          </p:cNvPr>
          <p:cNvSpPr txBox="1"/>
          <p:nvPr/>
        </p:nvSpPr>
        <p:spPr>
          <a:xfrm>
            <a:off x="404575" y="2204990"/>
            <a:ext cx="816561" cy="369332"/>
          </a:xfrm>
          <a:prstGeom prst="rect">
            <a:avLst/>
          </a:prstGeom>
        </p:spPr>
        <p:txBody>
          <a:bodyPr wrap="square" lIns="0" tIns="0" rIns="0" bIns="0" rtlCol="0">
            <a:spAutoFit/>
          </a:bodyPr>
          <a:lstStyle/>
          <a:p>
            <a:pPr algn="ctr"/>
            <a:r>
              <a:rPr lang="en-US" sz="1200" i="1">
                <a:solidFill>
                  <a:schemeClr val="tx1">
                    <a:lumMod val="85000"/>
                    <a:lumOff val="15000"/>
                  </a:schemeClr>
                </a:solidFill>
              </a:rPr>
              <a:t>Strategy </a:t>
            </a:r>
          </a:p>
          <a:p>
            <a:pPr algn="ctr"/>
            <a:r>
              <a:rPr lang="en-US" sz="1200" i="1">
                <a:solidFill>
                  <a:schemeClr val="tx1">
                    <a:lumMod val="85000"/>
                    <a:lumOff val="15000"/>
                  </a:schemeClr>
                </a:solidFill>
              </a:rPr>
              <a:t>&amp; Planning</a:t>
            </a:r>
          </a:p>
        </p:txBody>
      </p:sp>
      <p:pic>
        <p:nvPicPr>
          <p:cNvPr id="23" name="Picture 22" descr="A blue and purple chess piece&#10;&#10;AI-generated content may be incorrect.">
            <a:extLst>
              <a:ext uri="{FF2B5EF4-FFF2-40B4-BE49-F238E27FC236}">
                <a16:creationId xmlns:a16="http://schemas.microsoft.com/office/drawing/2014/main" id="{CE535A98-4D16-A615-E3E3-B68647AEAF2E}"/>
              </a:ext>
            </a:extLst>
          </p:cNvPr>
          <p:cNvPicPr>
            <a:picLocks noChangeAspect="1"/>
          </p:cNvPicPr>
          <p:nvPr/>
        </p:nvPicPr>
        <p:blipFill>
          <a:blip r:embed="rId2"/>
          <a:stretch>
            <a:fillRect/>
          </a:stretch>
        </p:blipFill>
        <p:spPr>
          <a:xfrm>
            <a:off x="536372" y="1581038"/>
            <a:ext cx="552967" cy="552967"/>
          </a:xfrm>
          <a:prstGeom prst="rect">
            <a:avLst/>
          </a:prstGeom>
        </p:spPr>
      </p:pic>
      <p:pic>
        <p:nvPicPr>
          <p:cNvPr id="25" name="Picture 24" descr="A blue and purple puzzle pieces&#10;&#10;AI-generated content may be incorrect.">
            <a:extLst>
              <a:ext uri="{FF2B5EF4-FFF2-40B4-BE49-F238E27FC236}">
                <a16:creationId xmlns:a16="http://schemas.microsoft.com/office/drawing/2014/main" id="{1D01E46B-DDF9-9A34-D8C8-EE988276161B}"/>
              </a:ext>
            </a:extLst>
          </p:cNvPr>
          <p:cNvPicPr>
            <a:picLocks noChangeAspect="1"/>
          </p:cNvPicPr>
          <p:nvPr/>
        </p:nvPicPr>
        <p:blipFill>
          <a:blip r:embed="rId3"/>
          <a:stretch>
            <a:fillRect/>
          </a:stretch>
        </p:blipFill>
        <p:spPr>
          <a:xfrm>
            <a:off x="535216" y="2913491"/>
            <a:ext cx="555278" cy="555278"/>
          </a:xfrm>
          <a:prstGeom prst="rect">
            <a:avLst/>
          </a:prstGeom>
        </p:spPr>
      </p:pic>
      <p:sp>
        <p:nvSpPr>
          <p:cNvPr id="26" name="TextBox 25">
            <a:extLst>
              <a:ext uri="{FF2B5EF4-FFF2-40B4-BE49-F238E27FC236}">
                <a16:creationId xmlns:a16="http://schemas.microsoft.com/office/drawing/2014/main" id="{4E9999F1-EA94-F272-ED56-4DB453088242}"/>
              </a:ext>
            </a:extLst>
          </p:cNvPr>
          <p:cNvSpPr txBox="1"/>
          <p:nvPr/>
        </p:nvSpPr>
        <p:spPr>
          <a:xfrm>
            <a:off x="364424" y="3516831"/>
            <a:ext cx="896862" cy="369332"/>
          </a:xfrm>
          <a:prstGeom prst="rect">
            <a:avLst/>
          </a:prstGeom>
        </p:spPr>
        <p:txBody>
          <a:bodyPr wrap="square" lIns="0" tIns="0" rIns="0" bIns="0" rtlCol="0">
            <a:spAutoFit/>
          </a:bodyPr>
          <a:lstStyle/>
          <a:p>
            <a:pPr algn="ctr"/>
            <a:r>
              <a:rPr lang="en-US" sz="1200" i="1">
                <a:solidFill>
                  <a:schemeClr val="tx1">
                    <a:lumMod val="85000"/>
                    <a:lumOff val="15000"/>
                  </a:schemeClr>
                </a:solidFill>
              </a:rPr>
              <a:t>Solutioning &amp; Estimation</a:t>
            </a:r>
          </a:p>
        </p:txBody>
      </p:sp>
      <p:pic>
        <p:nvPicPr>
          <p:cNvPr id="27" name="Picture 26" descr="A blue and purple line art of people connected to each other&#10;&#10;AI-generated content may be incorrect.">
            <a:extLst>
              <a:ext uri="{FF2B5EF4-FFF2-40B4-BE49-F238E27FC236}">
                <a16:creationId xmlns:a16="http://schemas.microsoft.com/office/drawing/2014/main" id="{C90967C3-0FB1-BF55-9752-DA44A40685B1}"/>
              </a:ext>
            </a:extLst>
          </p:cNvPr>
          <p:cNvPicPr>
            <a:picLocks noChangeAspect="1"/>
          </p:cNvPicPr>
          <p:nvPr/>
        </p:nvPicPr>
        <p:blipFill>
          <a:blip r:embed="rId4"/>
          <a:stretch>
            <a:fillRect/>
          </a:stretch>
        </p:blipFill>
        <p:spPr>
          <a:xfrm>
            <a:off x="535216" y="4281862"/>
            <a:ext cx="555278" cy="555278"/>
          </a:xfrm>
          <a:prstGeom prst="rect">
            <a:avLst/>
          </a:prstGeom>
        </p:spPr>
      </p:pic>
      <p:sp>
        <p:nvSpPr>
          <p:cNvPr id="33" name="TextBox 32">
            <a:extLst>
              <a:ext uri="{FF2B5EF4-FFF2-40B4-BE49-F238E27FC236}">
                <a16:creationId xmlns:a16="http://schemas.microsoft.com/office/drawing/2014/main" id="{088A6AF7-4A92-C18B-55E4-97DBEA53D139}"/>
              </a:ext>
            </a:extLst>
          </p:cNvPr>
          <p:cNvSpPr txBox="1"/>
          <p:nvPr/>
        </p:nvSpPr>
        <p:spPr>
          <a:xfrm>
            <a:off x="246955" y="4898534"/>
            <a:ext cx="1131800" cy="184666"/>
          </a:xfrm>
          <a:prstGeom prst="rect">
            <a:avLst/>
          </a:prstGeom>
        </p:spPr>
        <p:txBody>
          <a:bodyPr wrap="square" lIns="0" tIns="0" rIns="0" bIns="0" rtlCol="0">
            <a:spAutoFit/>
          </a:bodyPr>
          <a:lstStyle/>
          <a:p>
            <a:pPr algn="ctr"/>
            <a:r>
              <a:rPr lang="en-US" sz="1200" i="1">
                <a:solidFill>
                  <a:schemeClr val="tx1">
                    <a:lumMod val="85000"/>
                    <a:lumOff val="15000"/>
                  </a:schemeClr>
                </a:solidFill>
              </a:rPr>
              <a:t>Implementation</a:t>
            </a:r>
          </a:p>
        </p:txBody>
      </p:sp>
      <p:pic>
        <p:nvPicPr>
          <p:cNvPr id="34" name="Picture 33" descr="A blue and purple outline of a person holding a tube&#10;&#10;AI-generated content may be incorrect.">
            <a:extLst>
              <a:ext uri="{FF2B5EF4-FFF2-40B4-BE49-F238E27FC236}">
                <a16:creationId xmlns:a16="http://schemas.microsoft.com/office/drawing/2014/main" id="{0A248D14-0582-BB48-BCB4-AF86F2CD245F}"/>
              </a:ext>
            </a:extLst>
          </p:cNvPr>
          <p:cNvPicPr>
            <a:picLocks noChangeAspect="1"/>
          </p:cNvPicPr>
          <p:nvPr/>
        </p:nvPicPr>
        <p:blipFill>
          <a:blip r:embed="rId5"/>
          <a:stretch>
            <a:fillRect/>
          </a:stretch>
        </p:blipFill>
        <p:spPr>
          <a:xfrm>
            <a:off x="535216" y="5296107"/>
            <a:ext cx="555278" cy="555278"/>
          </a:xfrm>
          <a:prstGeom prst="rect">
            <a:avLst/>
          </a:prstGeom>
        </p:spPr>
      </p:pic>
      <p:sp>
        <p:nvSpPr>
          <p:cNvPr id="35" name="TextBox 34">
            <a:extLst>
              <a:ext uri="{FF2B5EF4-FFF2-40B4-BE49-F238E27FC236}">
                <a16:creationId xmlns:a16="http://schemas.microsoft.com/office/drawing/2014/main" id="{FF19B6E1-958A-6F92-013B-22CFA3ADD2A1}"/>
              </a:ext>
            </a:extLst>
          </p:cNvPr>
          <p:cNvSpPr txBox="1"/>
          <p:nvPr/>
        </p:nvSpPr>
        <p:spPr>
          <a:xfrm>
            <a:off x="251494" y="5907496"/>
            <a:ext cx="1122723" cy="184666"/>
          </a:xfrm>
          <a:prstGeom prst="rect">
            <a:avLst/>
          </a:prstGeom>
        </p:spPr>
        <p:txBody>
          <a:bodyPr wrap="square" lIns="0" tIns="0" rIns="0" bIns="0" rtlCol="0">
            <a:spAutoFit/>
          </a:bodyPr>
          <a:lstStyle/>
          <a:p>
            <a:pPr algn="ctr"/>
            <a:r>
              <a:rPr lang="en-US" sz="1200" i="1">
                <a:solidFill>
                  <a:schemeClr val="tx1">
                    <a:lumMod val="85000"/>
                    <a:lumOff val="15000"/>
                  </a:schemeClr>
                </a:solidFill>
              </a:rPr>
              <a:t>Quality Assurance</a:t>
            </a:r>
          </a:p>
        </p:txBody>
      </p:sp>
      <p:sp>
        <p:nvSpPr>
          <p:cNvPr id="47" name="TextBox 46">
            <a:extLst>
              <a:ext uri="{FF2B5EF4-FFF2-40B4-BE49-F238E27FC236}">
                <a16:creationId xmlns:a16="http://schemas.microsoft.com/office/drawing/2014/main" id="{4409CEC1-40E8-60C2-2B73-42D45C865826}"/>
              </a:ext>
            </a:extLst>
          </p:cNvPr>
          <p:cNvSpPr txBox="1"/>
          <p:nvPr/>
        </p:nvSpPr>
        <p:spPr>
          <a:xfrm>
            <a:off x="1593177" y="1577917"/>
            <a:ext cx="3312204" cy="1015663"/>
          </a:xfrm>
          <a:prstGeom prst="rect">
            <a:avLst/>
          </a:prstGeom>
        </p:spPr>
        <p:txBody>
          <a:bodyPr wrap="square" lIns="0" tIns="0" rIns="0" bIns="0" rtlCol="0">
            <a:spAutoFit/>
          </a:bodyPr>
          <a:lstStyle/>
          <a:p>
            <a:pPr algn="l"/>
            <a:r>
              <a:rPr lang="en-US" sz="1100" b="1"/>
              <a:t>Business stakeholders</a:t>
            </a:r>
            <a:r>
              <a:rPr lang="en-US" sz="1100"/>
              <a:t> define business priorities and product changes. </a:t>
            </a:r>
            <a:r>
              <a:rPr lang="en-US" sz="1100" b="1"/>
              <a:t>IT management Packaged Apps</a:t>
            </a:r>
            <a:r>
              <a:rPr lang="en-US" sz="1100"/>
              <a:t> owns Release Plans and system‑level changes and integrations. Provides governance for shared platforms. </a:t>
            </a:r>
            <a:r>
              <a:rPr lang="en-US" sz="1100" b="1"/>
              <a:t>EPAM Account Management </a:t>
            </a:r>
            <a:r>
              <a:rPr lang="en-US" sz="1100"/>
              <a:t>supports implementation of initiatives and remove technical blockers related to </a:t>
            </a:r>
            <a:r>
              <a:rPr lang="en-US" sz="1100" err="1"/>
              <a:t>RapidSure</a:t>
            </a:r>
            <a:r>
              <a:rPr lang="en-US" sz="1100"/>
              <a:t>. </a:t>
            </a:r>
          </a:p>
        </p:txBody>
      </p:sp>
      <p:sp>
        <p:nvSpPr>
          <p:cNvPr id="51" name="TextBox 50">
            <a:extLst>
              <a:ext uri="{FF2B5EF4-FFF2-40B4-BE49-F238E27FC236}">
                <a16:creationId xmlns:a16="http://schemas.microsoft.com/office/drawing/2014/main" id="{AAAC0EAB-70E8-D7D3-58C7-8D4F2678F728}"/>
              </a:ext>
            </a:extLst>
          </p:cNvPr>
          <p:cNvSpPr txBox="1"/>
          <p:nvPr/>
        </p:nvSpPr>
        <p:spPr>
          <a:xfrm>
            <a:off x="1593177" y="2923142"/>
            <a:ext cx="3238072" cy="1015663"/>
          </a:xfrm>
          <a:prstGeom prst="rect">
            <a:avLst/>
          </a:prstGeom>
        </p:spPr>
        <p:txBody>
          <a:bodyPr wrap="square" lIns="0" tIns="0" rIns="0" bIns="0" rtlCol="0">
            <a:spAutoFit/>
          </a:bodyPr>
          <a:lstStyle/>
          <a:p>
            <a:r>
              <a:rPr lang="en-US" sz="1100" b="1">
                <a:solidFill>
                  <a:srgbClr val="000000"/>
                </a:solidFill>
                <a:latin typeface="Calibri" panose="020F0502020204030204" pitchFamily="34" charset="0"/>
              </a:rPr>
              <a:t>Product Owners &amp; BA Team</a:t>
            </a:r>
            <a:r>
              <a:rPr lang="en-US" sz="1100">
                <a:solidFill>
                  <a:srgbClr val="000000"/>
                </a:solidFill>
                <a:latin typeface="Calibri" panose="020F0502020204030204" pitchFamily="34" charset="0"/>
              </a:rPr>
              <a:t> collaborate with stakeholders to refine requirements, prioritize features, and manage dependencies. They partner with architects and </a:t>
            </a:r>
            <a:r>
              <a:rPr lang="en-US" sz="1100" b="1">
                <a:solidFill>
                  <a:srgbClr val="000000"/>
                </a:solidFill>
                <a:latin typeface="Calibri" panose="020F0502020204030204" pitchFamily="34" charset="0"/>
              </a:rPr>
              <a:t>EPAM Project Leadership </a:t>
            </a:r>
            <a:r>
              <a:rPr lang="en-US" sz="1100">
                <a:solidFill>
                  <a:srgbClr val="000000"/>
                </a:solidFill>
                <a:latin typeface="Calibri" panose="020F0502020204030204" pitchFamily="34" charset="0"/>
              </a:rPr>
              <a:t>for design, oversees delivery, coordinates teams, resolves issues, and manages risks.</a:t>
            </a:r>
            <a:endParaRPr lang="en-US" sz="1100"/>
          </a:p>
        </p:txBody>
      </p:sp>
      <p:sp>
        <p:nvSpPr>
          <p:cNvPr id="52" name="TextBox 51">
            <a:extLst>
              <a:ext uri="{FF2B5EF4-FFF2-40B4-BE49-F238E27FC236}">
                <a16:creationId xmlns:a16="http://schemas.microsoft.com/office/drawing/2014/main" id="{425EAA6E-9A26-D6CF-9216-9CD6B986505E}"/>
              </a:ext>
            </a:extLst>
          </p:cNvPr>
          <p:cNvSpPr txBox="1"/>
          <p:nvPr/>
        </p:nvSpPr>
        <p:spPr>
          <a:xfrm>
            <a:off x="1593177" y="4259291"/>
            <a:ext cx="3258290" cy="846386"/>
          </a:xfrm>
          <a:prstGeom prst="rect">
            <a:avLst/>
          </a:prstGeom>
        </p:spPr>
        <p:txBody>
          <a:bodyPr wrap="square" lIns="0" tIns="0" rIns="0" bIns="0" rtlCol="0">
            <a:spAutoFit/>
          </a:bodyPr>
          <a:lstStyle/>
          <a:p>
            <a:r>
              <a:rPr lang="en-US" sz="1100">
                <a:solidFill>
                  <a:srgbClr val="000000"/>
                </a:solidFill>
                <a:latin typeface="Calibri" panose="020F0502020204030204" pitchFamily="34" charset="0"/>
              </a:rPr>
              <a:t>The </a:t>
            </a:r>
            <a:r>
              <a:rPr lang="en-US" sz="1100" b="1">
                <a:solidFill>
                  <a:srgbClr val="000000"/>
                </a:solidFill>
                <a:latin typeface="Calibri" panose="020F0502020204030204" pitchFamily="34" charset="0"/>
              </a:rPr>
              <a:t>Integration</a:t>
            </a:r>
            <a:r>
              <a:rPr lang="en-US" sz="1100">
                <a:solidFill>
                  <a:srgbClr val="000000"/>
                </a:solidFill>
                <a:latin typeface="Calibri" panose="020F0502020204030204" pitchFamily="34" charset="0"/>
              </a:rPr>
              <a:t>, </a:t>
            </a:r>
            <a:r>
              <a:rPr lang="en-US" sz="1100" b="1">
                <a:solidFill>
                  <a:srgbClr val="000000"/>
                </a:solidFill>
                <a:latin typeface="Calibri" panose="020F0502020204030204" pitchFamily="34" charset="0"/>
              </a:rPr>
              <a:t>App Dev</a:t>
            </a:r>
            <a:r>
              <a:rPr lang="en-US" sz="1100">
                <a:solidFill>
                  <a:srgbClr val="000000"/>
                </a:solidFill>
                <a:latin typeface="Calibri" panose="020F0502020204030204" pitchFamily="34" charset="0"/>
              </a:rPr>
              <a:t>, and </a:t>
            </a:r>
            <a:r>
              <a:rPr lang="en-US" sz="1100" b="1">
                <a:solidFill>
                  <a:srgbClr val="000000"/>
                </a:solidFill>
                <a:latin typeface="Calibri" panose="020F0502020204030204" pitchFamily="34" charset="0"/>
              </a:rPr>
              <a:t>Document &amp; Configuration teams</a:t>
            </a:r>
            <a:r>
              <a:rPr lang="en-US" sz="1100">
                <a:solidFill>
                  <a:srgbClr val="000000"/>
                </a:solidFill>
                <a:latin typeface="Calibri" panose="020F0502020204030204" pitchFamily="34" charset="0"/>
              </a:rPr>
              <a:t> work with </a:t>
            </a:r>
            <a:r>
              <a:rPr lang="en-US" sz="1100" b="1">
                <a:solidFill>
                  <a:srgbClr val="000000"/>
                </a:solidFill>
                <a:latin typeface="Calibri" panose="020F0502020204030204" pitchFamily="34" charset="0"/>
              </a:rPr>
              <a:t>Capex and </a:t>
            </a:r>
            <a:r>
              <a:rPr lang="en-US" sz="1100" b="1" err="1">
                <a:solidFill>
                  <a:srgbClr val="000000"/>
                </a:solidFill>
                <a:latin typeface="Calibri" panose="020F0502020204030204" pitchFamily="34" charset="0"/>
              </a:rPr>
              <a:t>Opex</a:t>
            </a:r>
            <a:r>
              <a:rPr lang="en-US" sz="1100">
                <a:solidFill>
                  <a:srgbClr val="000000"/>
                </a:solidFill>
                <a:latin typeface="Calibri" panose="020F0502020204030204" pitchFamily="34" charset="0"/>
              </a:rPr>
              <a:t> </a:t>
            </a:r>
            <a:r>
              <a:rPr lang="en-US" sz="1100" b="1">
                <a:solidFill>
                  <a:srgbClr val="000000"/>
                </a:solidFill>
                <a:latin typeface="Calibri" panose="020F0502020204030204" pitchFamily="34" charset="0"/>
              </a:rPr>
              <a:t>streams</a:t>
            </a:r>
            <a:r>
              <a:rPr lang="en-US" sz="1100">
                <a:solidFill>
                  <a:srgbClr val="000000"/>
                </a:solidFill>
                <a:latin typeface="Calibri" panose="020F0502020204030204" pitchFamily="34" charset="0"/>
              </a:rPr>
              <a:t> to deliver features and changes through a coordinated release, aligning dependencies, testing, and environment readiness for seamless development and deployment.</a:t>
            </a:r>
            <a:endParaRPr lang="en-US" sz="1100"/>
          </a:p>
        </p:txBody>
      </p:sp>
      <p:sp>
        <p:nvSpPr>
          <p:cNvPr id="53" name="TextBox 52">
            <a:extLst>
              <a:ext uri="{FF2B5EF4-FFF2-40B4-BE49-F238E27FC236}">
                <a16:creationId xmlns:a16="http://schemas.microsoft.com/office/drawing/2014/main" id="{F8EDEC41-C38A-3D71-BC1C-FDE921E8B6FB}"/>
              </a:ext>
            </a:extLst>
          </p:cNvPr>
          <p:cNvSpPr txBox="1"/>
          <p:nvPr/>
        </p:nvSpPr>
        <p:spPr>
          <a:xfrm>
            <a:off x="1593176" y="5287709"/>
            <a:ext cx="3312203" cy="846386"/>
          </a:xfrm>
          <a:prstGeom prst="rect">
            <a:avLst/>
          </a:prstGeom>
        </p:spPr>
        <p:txBody>
          <a:bodyPr wrap="square" lIns="0" tIns="0" rIns="0" bIns="0" rtlCol="0">
            <a:spAutoFit/>
          </a:bodyPr>
          <a:lstStyle/>
          <a:p>
            <a:r>
              <a:rPr lang="en-US" sz="1100" b="1">
                <a:solidFill>
                  <a:srgbClr val="000000"/>
                </a:solidFill>
                <a:latin typeface="Calibri" panose="020F0502020204030204" pitchFamily="34" charset="0"/>
              </a:rPr>
              <a:t>QA teams</a:t>
            </a:r>
            <a:r>
              <a:rPr lang="en-US" sz="1100">
                <a:solidFill>
                  <a:srgbClr val="000000"/>
                </a:solidFill>
                <a:latin typeface="Calibri" panose="020F0502020204030204" pitchFamily="34" charset="0"/>
              </a:rPr>
              <a:t> collaborate with </a:t>
            </a:r>
            <a:r>
              <a:rPr lang="en-US" sz="1100" b="1">
                <a:solidFill>
                  <a:srgbClr val="000000"/>
                </a:solidFill>
                <a:latin typeface="Calibri" panose="020F0502020204030204" pitchFamily="34" charset="0"/>
              </a:rPr>
              <a:t>EPAM developers</a:t>
            </a:r>
            <a:r>
              <a:rPr lang="en-US" sz="1100">
                <a:solidFill>
                  <a:srgbClr val="000000"/>
                </a:solidFill>
                <a:latin typeface="Calibri" panose="020F0502020204030204" pitchFamily="34" charset="0"/>
              </a:rPr>
              <a:t> to validate functionality, identify defects early, and support regression. EPAM provides development fixes, and technical triage, while </a:t>
            </a:r>
            <a:r>
              <a:rPr lang="en-US" sz="1100" b="1">
                <a:solidFill>
                  <a:srgbClr val="000000"/>
                </a:solidFill>
                <a:latin typeface="Calibri" panose="020F0502020204030204" pitchFamily="34" charset="0"/>
              </a:rPr>
              <a:t>Performance QA</a:t>
            </a:r>
            <a:r>
              <a:rPr lang="en-US" sz="1100">
                <a:solidFill>
                  <a:srgbClr val="000000"/>
                </a:solidFill>
                <a:latin typeface="Calibri" panose="020F0502020204030204" pitchFamily="34" charset="0"/>
              </a:rPr>
              <a:t> conducts risk-based targeted checks.</a:t>
            </a:r>
            <a:endParaRPr lang="en-US" sz="1100"/>
          </a:p>
        </p:txBody>
      </p:sp>
      <p:cxnSp>
        <p:nvCxnSpPr>
          <p:cNvPr id="8" name="Straight Connector 7">
            <a:extLst>
              <a:ext uri="{FF2B5EF4-FFF2-40B4-BE49-F238E27FC236}">
                <a16:creationId xmlns:a16="http://schemas.microsoft.com/office/drawing/2014/main" id="{D195FE7C-02A8-6E5D-3C77-00654FE9C00A}"/>
              </a:ext>
            </a:extLst>
          </p:cNvPr>
          <p:cNvCxnSpPr>
            <a:cxnSpLocks/>
          </p:cNvCxnSpPr>
          <p:nvPr/>
        </p:nvCxnSpPr>
        <p:spPr>
          <a:xfrm>
            <a:off x="8399259" y="1564089"/>
            <a:ext cx="0" cy="4480560"/>
          </a:xfrm>
          <a:prstGeom prst="line">
            <a:avLst/>
          </a:prstGeom>
          <a:ln w="6350">
            <a:solidFill>
              <a:schemeClr val="tx1"/>
            </a:solidFill>
            <a:prstDash val="dash"/>
          </a:ln>
        </p:spPr>
        <p:style>
          <a:lnRef idx="3">
            <a:schemeClr val="dk1"/>
          </a:lnRef>
          <a:fillRef idx="0">
            <a:schemeClr val="dk1"/>
          </a:fillRef>
          <a:effectRef idx="2">
            <a:schemeClr val="dk1"/>
          </a:effectRef>
          <a:fontRef idx="minor">
            <a:schemeClr val="tx1"/>
          </a:fontRef>
        </p:style>
      </p:cxnSp>
      <p:sp>
        <p:nvSpPr>
          <p:cNvPr id="9" name="Rectangle 8">
            <a:extLst>
              <a:ext uri="{FF2B5EF4-FFF2-40B4-BE49-F238E27FC236}">
                <a16:creationId xmlns:a16="http://schemas.microsoft.com/office/drawing/2014/main" id="{223AF9E3-69AB-B5BA-EB7B-2F1D97E0E244}"/>
              </a:ext>
            </a:extLst>
          </p:cNvPr>
          <p:cNvSpPr/>
          <p:nvPr/>
        </p:nvSpPr>
        <p:spPr bwMode="auto">
          <a:xfrm>
            <a:off x="5082895" y="1167950"/>
            <a:ext cx="3291840" cy="274320"/>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wrap="square" lIns="0" tIns="0" rIns="0" bIns="0" rtlCol="0" anchor="ctr"/>
          <a:lstStyle/>
          <a:p>
            <a:pPr algn="ctr" defTabSz="914327"/>
            <a:r>
              <a:rPr lang="en-US" sz="1800" b="1" spc="100">
                <a:ln w="0">
                  <a:noFill/>
                </a:ln>
                <a:solidFill>
                  <a:schemeClr val="bg1"/>
                </a:solidFill>
                <a:ea typeface="Human Sans ExtraLight" charset="0"/>
                <a:cs typeface="Human Sans ExtraLight" charset="0"/>
              </a:rPr>
              <a:t>TMNAS</a:t>
            </a:r>
          </a:p>
        </p:txBody>
      </p:sp>
      <p:sp>
        <p:nvSpPr>
          <p:cNvPr id="10" name="Rectangle 9">
            <a:extLst>
              <a:ext uri="{FF2B5EF4-FFF2-40B4-BE49-F238E27FC236}">
                <a16:creationId xmlns:a16="http://schemas.microsoft.com/office/drawing/2014/main" id="{FE94789E-E8CB-1272-5823-DDBF928F56E7}"/>
              </a:ext>
            </a:extLst>
          </p:cNvPr>
          <p:cNvSpPr/>
          <p:nvPr/>
        </p:nvSpPr>
        <p:spPr bwMode="auto">
          <a:xfrm>
            <a:off x="8440564" y="1167950"/>
            <a:ext cx="3291840" cy="274320"/>
          </a:xfrm>
          <a:prstGeom prst="rect">
            <a:avLst/>
          </a:prstGeom>
          <a:ln>
            <a:noFill/>
          </a:ln>
        </p:spPr>
        <p:style>
          <a:lnRef idx="2">
            <a:schemeClr val="accent4">
              <a:shade val="15000"/>
            </a:schemeClr>
          </a:lnRef>
          <a:fillRef idx="1">
            <a:schemeClr val="accent4"/>
          </a:fillRef>
          <a:effectRef idx="0">
            <a:schemeClr val="accent4"/>
          </a:effectRef>
          <a:fontRef idx="minor">
            <a:schemeClr val="lt1"/>
          </a:fontRef>
        </p:style>
        <p:txBody>
          <a:bodyPr wrap="square" lIns="0" tIns="0" rIns="0" bIns="0" rtlCol="0" anchor="ctr"/>
          <a:lstStyle/>
          <a:p>
            <a:pPr algn="ctr" defTabSz="914327"/>
            <a:r>
              <a:rPr lang="en-US" sz="1800" b="1" spc="100">
                <a:ln w="0">
                  <a:noFill/>
                </a:ln>
                <a:solidFill>
                  <a:schemeClr val="bg1"/>
                </a:solidFill>
                <a:ea typeface="Human Sans ExtraLight" charset="0"/>
                <a:cs typeface="Human Sans ExtraLight" charset="0"/>
              </a:rPr>
              <a:t>EPAM</a:t>
            </a:r>
            <a:endParaRPr lang="en-US" sz="1800" b="1" spc="100">
              <a:solidFill>
                <a:schemeClr val="bg1"/>
              </a:solidFill>
              <a:ea typeface="Human Sans ExtraLight" charset="0"/>
              <a:cs typeface="Human Sans ExtraLight" charset="0"/>
            </a:endParaRPr>
          </a:p>
        </p:txBody>
      </p:sp>
      <p:sp>
        <p:nvSpPr>
          <p:cNvPr id="11" name="Rectangle 10">
            <a:extLst>
              <a:ext uri="{FF2B5EF4-FFF2-40B4-BE49-F238E27FC236}">
                <a16:creationId xmlns:a16="http://schemas.microsoft.com/office/drawing/2014/main" id="{94A7ACF8-030F-D03D-9830-76795828892B}"/>
              </a:ext>
            </a:extLst>
          </p:cNvPr>
          <p:cNvSpPr/>
          <p:nvPr/>
        </p:nvSpPr>
        <p:spPr bwMode="auto">
          <a:xfrm>
            <a:off x="6897167" y="1655401"/>
            <a:ext cx="1280160" cy="646075"/>
          </a:xfrm>
          <a:prstGeom prst="rect">
            <a:avLst/>
          </a:prstGeom>
          <a:solidFill>
            <a:schemeClr val="accent2"/>
          </a:solidFill>
          <a:ln>
            <a:noFill/>
          </a:ln>
        </p:spPr>
        <p:style>
          <a:lnRef idx="1">
            <a:schemeClr val="accent2"/>
          </a:lnRef>
          <a:fillRef idx="2">
            <a:schemeClr val="accent2"/>
          </a:fillRef>
          <a:effectRef idx="1">
            <a:schemeClr val="accent2"/>
          </a:effectRef>
          <a:fontRef idx="minor">
            <a:schemeClr val="dk1"/>
          </a:fontRef>
        </p:style>
        <p:txBody>
          <a:bodyPr wrap="square" lIns="0" tIns="0" rIns="0" bIns="0" rtlCol="0" anchor="ctr"/>
          <a:lstStyle/>
          <a:p>
            <a:pPr algn="ctr" defTabSz="914327"/>
            <a:r>
              <a:rPr lang="en-US" sz="1200">
                <a:solidFill>
                  <a:schemeClr val="bg1"/>
                </a:solidFill>
              </a:rPr>
              <a:t>IT management Packaged Apps</a:t>
            </a:r>
          </a:p>
        </p:txBody>
      </p:sp>
      <p:sp>
        <p:nvSpPr>
          <p:cNvPr id="12" name="Rectangle 11">
            <a:extLst>
              <a:ext uri="{FF2B5EF4-FFF2-40B4-BE49-F238E27FC236}">
                <a16:creationId xmlns:a16="http://schemas.microsoft.com/office/drawing/2014/main" id="{666CF31F-6214-5467-CFD2-A97F3935344D}"/>
              </a:ext>
            </a:extLst>
          </p:cNvPr>
          <p:cNvSpPr/>
          <p:nvPr/>
        </p:nvSpPr>
        <p:spPr bwMode="auto">
          <a:xfrm>
            <a:off x="5367898" y="1642174"/>
            <a:ext cx="1280160" cy="646075"/>
          </a:xfrm>
          <a:prstGeom prst="rect">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wrap="square" lIns="0" tIns="0" rIns="0" bIns="0" rtlCol="0" anchor="ctr"/>
          <a:lstStyle/>
          <a:p>
            <a:pPr algn="ctr" defTabSz="914327"/>
            <a:r>
              <a:rPr lang="en-US" sz="1200"/>
              <a:t>Business stakeholders</a:t>
            </a:r>
          </a:p>
        </p:txBody>
      </p:sp>
      <p:sp>
        <p:nvSpPr>
          <p:cNvPr id="13" name="Rectangle 12">
            <a:extLst>
              <a:ext uri="{FF2B5EF4-FFF2-40B4-BE49-F238E27FC236}">
                <a16:creationId xmlns:a16="http://schemas.microsoft.com/office/drawing/2014/main" id="{8CC538D9-A3B7-9959-5F6E-BF0C0AF26AB4}"/>
              </a:ext>
            </a:extLst>
          </p:cNvPr>
          <p:cNvSpPr/>
          <p:nvPr/>
        </p:nvSpPr>
        <p:spPr bwMode="auto">
          <a:xfrm>
            <a:off x="8998348" y="1655401"/>
            <a:ext cx="2176272" cy="646074"/>
          </a:xfrm>
          <a:prstGeom prst="rect">
            <a:avLst/>
          </a:prstGeom>
          <a:solidFill>
            <a:schemeClr val="accent4"/>
          </a:solidFill>
          <a:ln>
            <a:noFill/>
          </a:ln>
        </p:spPr>
        <p:style>
          <a:lnRef idx="1">
            <a:schemeClr val="accent4"/>
          </a:lnRef>
          <a:fillRef idx="2">
            <a:schemeClr val="accent4"/>
          </a:fillRef>
          <a:effectRef idx="1">
            <a:schemeClr val="accent4"/>
          </a:effectRef>
          <a:fontRef idx="minor">
            <a:schemeClr val="dk1"/>
          </a:fontRef>
        </p:style>
        <p:txBody>
          <a:bodyPr wrap="square" lIns="0" tIns="0" rIns="0" bIns="0" rtlCol="0" anchor="ctr"/>
          <a:lstStyle/>
          <a:p>
            <a:pPr algn="ctr" defTabSz="914327"/>
            <a:r>
              <a:rPr lang="en-US" sz="1200" b="1">
                <a:solidFill>
                  <a:schemeClr val="bg1"/>
                </a:solidFill>
              </a:rPr>
              <a:t>Account Management</a:t>
            </a:r>
            <a:endParaRPr lang="en-US" sz="1200" b="1">
              <a:solidFill>
                <a:schemeClr val="bg1"/>
              </a:solidFill>
              <a:latin typeface="Calibri Light" panose="020F0302020204030204" pitchFamily="34" charset="0"/>
              <a:ea typeface="Human Sans ExtraLight" charset="0"/>
              <a:cs typeface="Human Sans ExtraLight" charset="0"/>
            </a:endParaRPr>
          </a:p>
        </p:txBody>
      </p:sp>
      <p:sp>
        <p:nvSpPr>
          <p:cNvPr id="14" name="TextBox 13">
            <a:extLst>
              <a:ext uri="{FF2B5EF4-FFF2-40B4-BE49-F238E27FC236}">
                <a16:creationId xmlns:a16="http://schemas.microsoft.com/office/drawing/2014/main" id="{26CE3083-55C7-60EA-E2F5-0EF7503198B6}"/>
              </a:ext>
            </a:extLst>
          </p:cNvPr>
          <p:cNvSpPr txBox="1"/>
          <p:nvPr/>
        </p:nvSpPr>
        <p:spPr>
          <a:xfrm>
            <a:off x="5679523" y="3088799"/>
            <a:ext cx="2174121" cy="228600"/>
          </a:xfrm>
          <a:prstGeom prst="rect">
            <a:avLst/>
          </a:prstGeom>
          <a:ln>
            <a:noFill/>
            <a:headEnd type="none" w="med" len="med"/>
            <a:tailEnd type="none" w="med" len="med"/>
          </a:ln>
        </p:spPr>
        <p:style>
          <a:lnRef idx="3">
            <a:schemeClr val="lt1"/>
          </a:lnRef>
          <a:fillRef idx="1">
            <a:schemeClr val="accent2"/>
          </a:fillRef>
          <a:effectRef idx="1">
            <a:schemeClr val="accent2"/>
          </a:effectRef>
          <a:fontRef idx="minor">
            <a:schemeClr val="lt1"/>
          </a:fontRef>
        </p:style>
        <p:txBody>
          <a:bodyPr wrap="square" lIns="0" tIns="0" rIns="0" bIns="0" rtlCol="0" anchor="ctr">
            <a:spAutoFit/>
          </a:bodyPr>
          <a:lstStyle/>
          <a:p>
            <a:pPr algn="ctr"/>
            <a:r>
              <a:rPr lang="en-US" sz="1200"/>
              <a:t>BRM Team</a:t>
            </a:r>
          </a:p>
        </p:txBody>
      </p:sp>
      <p:sp>
        <p:nvSpPr>
          <p:cNvPr id="15" name="TextBox 14">
            <a:extLst>
              <a:ext uri="{FF2B5EF4-FFF2-40B4-BE49-F238E27FC236}">
                <a16:creationId xmlns:a16="http://schemas.microsoft.com/office/drawing/2014/main" id="{F894EE57-E5A8-2594-54CB-DE56BB25DD09}"/>
              </a:ext>
            </a:extLst>
          </p:cNvPr>
          <p:cNvSpPr txBox="1"/>
          <p:nvPr/>
        </p:nvSpPr>
        <p:spPr>
          <a:xfrm>
            <a:off x="5679523" y="3430507"/>
            <a:ext cx="2174121" cy="228600"/>
          </a:xfrm>
          <a:prstGeom prst="rect">
            <a:avLst/>
          </a:prstGeom>
          <a:ln>
            <a:noFill/>
            <a:headEnd type="none" w="med" len="med"/>
            <a:tailEnd type="none" w="med" len="med"/>
          </a:ln>
        </p:spPr>
        <p:style>
          <a:lnRef idx="3">
            <a:schemeClr val="lt1"/>
          </a:lnRef>
          <a:fillRef idx="1">
            <a:schemeClr val="accent3"/>
          </a:fillRef>
          <a:effectRef idx="1">
            <a:schemeClr val="accent3"/>
          </a:effectRef>
          <a:fontRef idx="minor">
            <a:schemeClr val="lt1"/>
          </a:fontRef>
        </p:style>
        <p:txBody>
          <a:bodyPr wrap="square" lIns="0" tIns="0" rIns="0" bIns="0" rtlCol="0" anchor="ctr">
            <a:spAutoFit/>
          </a:bodyPr>
          <a:lstStyle/>
          <a:p>
            <a:pPr algn="ctr"/>
            <a:r>
              <a:rPr lang="en-US" sz="1200"/>
              <a:t>BA Team</a:t>
            </a:r>
          </a:p>
        </p:txBody>
      </p:sp>
      <p:sp>
        <p:nvSpPr>
          <p:cNvPr id="16" name="TextBox 15">
            <a:extLst>
              <a:ext uri="{FF2B5EF4-FFF2-40B4-BE49-F238E27FC236}">
                <a16:creationId xmlns:a16="http://schemas.microsoft.com/office/drawing/2014/main" id="{2D29476B-25A6-5DBA-02A2-76D0083C8D3C}"/>
              </a:ext>
            </a:extLst>
          </p:cNvPr>
          <p:cNvSpPr txBox="1"/>
          <p:nvPr/>
        </p:nvSpPr>
        <p:spPr>
          <a:xfrm>
            <a:off x="5679523" y="3769658"/>
            <a:ext cx="2174121" cy="228600"/>
          </a:xfrm>
          <a:prstGeom prst="rect">
            <a:avLst/>
          </a:prstGeom>
          <a:ln>
            <a:noFill/>
          </a:ln>
        </p:spPr>
        <p:style>
          <a:lnRef idx="3">
            <a:schemeClr val="lt1"/>
          </a:lnRef>
          <a:fillRef idx="1">
            <a:schemeClr val="accent6"/>
          </a:fillRef>
          <a:effectRef idx="1">
            <a:schemeClr val="accent6"/>
          </a:effectRef>
          <a:fontRef idx="minor">
            <a:schemeClr val="lt1"/>
          </a:fontRef>
        </p:style>
        <p:txBody>
          <a:bodyPr wrap="square" lIns="0" tIns="0" rIns="0" bIns="0" rtlCol="0" anchor="ctr">
            <a:spAutoFit/>
          </a:bodyPr>
          <a:lstStyle/>
          <a:p>
            <a:pPr algn="ctr"/>
            <a:r>
              <a:rPr lang="en-US" sz="1200"/>
              <a:t>Enterprise Solution Architect</a:t>
            </a:r>
          </a:p>
        </p:txBody>
      </p:sp>
      <p:sp>
        <p:nvSpPr>
          <p:cNvPr id="17" name="TextBox 16">
            <a:extLst>
              <a:ext uri="{FF2B5EF4-FFF2-40B4-BE49-F238E27FC236}">
                <a16:creationId xmlns:a16="http://schemas.microsoft.com/office/drawing/2014/main" id="{B83AC4AB-10B9-BA9E-FF42-75832282EDB8}"/>
              </a:ext>
            </a:extLst>
          </p:cNvPr>
          <p:cNvSpPr txBox="1"/>
          <p:nvPr/>
        </p:nvSpPr>
        <p:spPr>
          <a:xfrm>
            <a:off x="5679523" y="5362507"/>
            <a:ext cx="2174120" cy="197788"/>
          </a:xfrm>
          <a:prstGeom prst="rect">
            <a:avLst/>
          </a:prstGeom>
          <a:ln>
            <a:noFill/>
          </a:ln>
        </p:spPr>
        <p:style>
          <a:lnRef idx="3">
            <a:schemeClr val="lt1"/>
          </a:lnRef>
          <a:fillRef idx="1">
            <a:schemeClr val="accent6"/>
          </a:fillRef>
          <a:effectRef idx="1">
            <a:schemeClr val="accent6"/>
          </a:effectRef>
          <a:fontRef idx="minor">
            <a:schemeClr val="lt1"/>
          </a:fontRef>
        </p:style>
        <p:txBody>
          <a:bodyPr wrap="square" lIns="0" tIns="0" rIns="0" bIns="0" rtlCol="0">
            <a:spAutoFit/>
          </a:bodyPr>
          <a:lstStyle/>
          <a:p>
            <a:pPr algn="ctr"/>
            <a:r>
              <a:rPr lang="en-US" sz="1250"/>
              <a:t>Manual QA Team</a:t>
            </a:r>
          </a:p>
        </p:txBody>
      </p:sp>
      <p:sp>
        <p:nvSpPr>
          <p:cNvPr id="18" name="TextBox 17">
            <a:extLst>
              <a:ext uri="{FF2B5EF4-FFF2-40B4-BE49-F238E27FC236}">
                <a16:creationId xmlns:a16="http://schemas.microsoft.com/office/drawing/2014/main" id="{E1395E68-67B0-41A3-F73D-6A8D3DFECAFF}"/>
              </a:ext>
            </a:extLst>
          </p:cNvPr>
          <p:cNvSpPr txBox="1"/>
          <p:nvPr/>
        </p:nvSpPr>
        <p:spPr>
          <a:xfrm>
            <a:off x="5668991" y="4727058"/>
            <a:ext cx="2134622" cy="365760"/>
          </a:xfrm>
          <a:prstGeom prst="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wrap="square" lIns="0" tIns="0" rIns="0" bIns="0" rtlCol="0" anchor="ctr">
            <a:noAutofit/>
          </a:bodyPr>
          <a:lstStyle/>
          <a:p>
            <a:pPr algn="ctr"/>
            <a:r>
              <a:rPr lang="en-US" sz="1200"/>
              <a:t>Document &amp; Configuration Team</a:t>
            </a:r>
          </a:p>
        </p:txBody>
      </p:sp>
      <p:sp>
        <p:nvSpPr>
          <p:cNvPr id="19" name="TextBox 18">
            <a:extLst>
              <a:ext uri="{FF2B5EF4-FFF2-40B4-BE49-F238E27FC236}">
                <a16:creationId xmlns:a16="http://schemas.microsoft.com/office/drawing/2014/main" id="{E78C27B6-E95B-8945-90A8-1DD57D7556C2}"/>
              </a:ext>
            </a:extLst>
          </p:cNvPr>
          <p:cNvSpPr txBox="1"/>
          <p:nvPr/>
        </p:nvSpPr>
        <p:spPr>
          <a:xfrm>
            <a:off x="5782699" y="2807548"/>
            <a:ext cx="1962873" cy="184666"/>
          </a:xfrm>
          <a:prstGeom prst="rect">
            <a:avLst/>
          </a:prstGeom>
        </p:spPr>
        <p:txBody>
          <a:bodyPr wrap="square" lIns="0" tIns="0" rIns="0" bIns="0" rtlCol="0">
            <a:spAutoFit/>
          </a:bodyPr>
          <a:lstStyle/>
          <a:p>
            <a:pPr algn="ctr"/>
            <a:r>
              <a:rPr lang="en-US" sz="1200" i="1"/>
              <a:t>Product Owners &amp; BA Team</a:t>
            </a:r>
          </a:p>
        </p:txBody>
      </p:sp>
      <p:sp>
        <p:nvSpPr>
          <p:cNvPr id="20" name="TextBox 19">
            <a:extLst>
              <a:ext uri="{FF2B5EF4-FFF2-40B4-BE49-F238E27FC236}">
                <a16:creationId xmlns:a16="http://schemas.microsoft.com/office/drawing/2014/main" id="{9FF2FB1E-0D4E-85F4-C2F1-BD79C163F874}"/>
              </a:ext>
            </a:extLst>
          </p:cNvPr>
          <p:cNvSpPr txBox="1"/>
          <p:nvPr/>
        </p:nvSpPr>
        <p:spPr>
          <a:xfrm>
            <a:off x="5676837" y="4251784"/>
            <a:ext cx="1005840" cy="365760"/>
          </a:xfrm>
          <a:prstGeom prst="rect">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wrap="square" lIns="0" tIns="0" rIns="0" bIns="0" rtlCol="0" anchor="ctr">
            <a:spAutoFit/>
          </a:bodyPr>
          <a:lstStyle/>
          <a:p>
            <a:pPr algn="ctr"/>
            <a:r>
              <a:rPr lang="en-US" sz="1200"/>
              <a:t>Integration </a:t>
            </a:r>
          </a:p>
          <a:p>
            <a:pPr algn="ctr"/>
            <a:r>
              <a:rPr lang="en-US" sz="1200"/>
              <a:t>Team</a:t>
            </a:r>
          </a:p>
        </p:txBody>
      </p:sp>
      <p:sp>
        <p:nvSpPr>
          <p:cNvPr id="21" name="TextBox 20">
            <a:extLst>
              <a:ext uri="{FF2B5EF4-FFF2-40B4-BE49-F238E27FC236}">
                <a16:creationId xmlns:a16="http://schemas.microsoft.com/office/drawing/2014/main" id="{06A8C0F8-A820-B3CE-1DFD-06A854124B54}"/>
              </a:ext>
            </a:extLst>
          </p:cNvPr>
          <p:cNvSpPr txBox="1"/>
          <p:nvPr/>
        </p:nvSpPr>
        <p:spPr>
          <a:xfrm>
            <a:off x="6797773" y="4259839"/>
            <a:ext cx="1005840" cy="365760"/>
          </a:xfrm>
          <a:prstGeom prst="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wrap="square" lIns="0" tIns="0" rIns="0" bIns="0" rtlCol="0" anchor="ctr">
            <a:spAutoFit/>
          </a:bodyPr>
          <a:lstStyle/>
          <a:p>
            <a:pPr algn="ctr"/>
            <a:r>
              <a:rPr lang="en-US" sz="1200"/>
              <a:t>App Dev</a:t>
            </a:r>
          </a:p>
          <a:p>
            <a:pPr algn="ctr"/>
            <a:r>
              <a:rPr lang="en-US" sz="1200"/>
              <a:t>Teams</a:t>
            </a:r>
          </a:p>
        </p:txBody>
      </p:sp>
      <p:sp>
        <p:nvSpPr>
          <p:cNvPr id="24" name="TextBox 23">
            <a:extLst>
              <a:ext uri="{FF2B5EF4-FFF2-40B4-BE49-F238E27FC236}">
                <a16:creationId xmlns:a16="http://schemas.microsoft.com/office/drawing/2014/main" id="{E92C3B4C-481C-20C4-AF90-EE0669028FB4}"/>
              </a:ext>
            </a:extLst>
          </p:cNvPr>
          <p:cNvSpPr txBox="1"/>
          <p:nvPr/>
        </p:nvSpPr>
        <p:spPr>
          <a:xfrm>
            <a:off x="9489365" y="2807548"/>
            <a:ext cx="1194238" cy="192360"/>
          </a:xfrm>
          <a:prstGeom prst="rect">
            <a:avLst/>
          </a:prstGeom>
        </p:spPr>
        <p:txBody>
          <a:bodyPr wrap="none" lIns="0" tIns="0" rIns="0" bIns="0" rtlCol="0">
            <a:spAutoFit/>
          </a:bodyPr>
          <a:lstStyle/>
          <a:p>
            <a:pPr algn="l"/>
            <a:r>
              <a:rPr lang="en-US" sz="1250" i="1"/>
              <a:t>Project Leadership</a:t>
            </a:r>
          </a:p>
        </p:txBody>
      </p:sp>
      <p:sp>
        <p:nvSpPr>
          <p:cNvPr id="28" name="TextBox 27">
            <a:extLst>
              <a:ext uri="{FF2B5EF4-FFF2-40B4-BE49-F238E27FC236}">
                <a16:creationId xmlns:a16="http://schemas.microsoft.com/office/drawing/2014/main" id="{7D0EDCFD-1BE9-194E-201E-39101EFC623A}"/>
              </a:ext>
            </a:extLst>
          </p:cNvPr>
          <p:cNvSpPr txBox="1"/>
          <p:nvPr/>
        </p:nvSpPr>
        <p:spPr>
          <a:xfrm>
            <a:off x="8998348" y="3088799"/>
            <a:ext cx="2176272" cy="228600"/>
          </a:xfrm>
          <a:prstGeom prst="rect">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wrap="square" lIns="0" tIns="0" rIns="0" bIns="0" rtlCol="0" anchor="ctr">
            <a:noAutofit/>
          </a:bodyPr>
          <a:lstStyle/>
          <a:p>
            <a:pPr algn="ctr"/>
            <a:r>
              <a:rPr lang="en-US" sz="1200"/>
              <a:t>Delivery Manager</a:t>
            </a:r>
          </a:p>
        </p:txBody>
      </p:sp>
      <p:sp>
        <p:nvSpPr>
          <p:cNvPr id="29" name="TextBox 28">
            <a:extLst>
              <a:ext uri="{FF2B5EF4-FFF2-40B4-BE49-F238E27FC236}">
                <a16:creationId xmlns:a16="http://schemas.microsoft.com/office/drawing/2014/main" id="{60E8C20E-9169-CABE-8A43-D55B3E255B03}"/>
              </a:ext>
            </a:extLst>
          </p:cNvPr>
          <p:cNvSpPr txBox="1"/>
          <p:nvPr/>
        </p:nvSpPr>
        <p:spPr>
          <a:xfrm>
            <a:off x="8998348" y="3430507"/>
            <a:ext cx="2176272" cy="228600"/>
          </a:xfrm>
          <a:prstGeom prst="rect">
            <a:avLst/>
          </a:prstGeom>
          <a:noFill/>
          <a:ln w="952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wrap="square" lIns="0" tIns="0" rIns="0" bIns="0" rtlCol="0" anchor="ctr">
            <a:noAutofit/>
          </a:bodyPr>
          <a:lstStyle/>
          <a:p>
            <a:pPr algn="ctr"/>
            <a:r>
              <a:rPr lang="en-US" sz="1200"/>
              <a:t>Tech Leads</a:t>
            </a:r>
          </a:p>
        </p:txBody>
      </p:sp>
      <p:sp>
        <p:nvSpPr>
          <p:cNvPr id="30" name="TextBox 29">
            <a:extLst>
              <a:ext uri="{FF2B5EF4-FFF2-40B4-BE49-F238E27FC236}">
                <a16:creationId xmlns:a16="http://schemas.microsoft.com/office/drawing/2014/main" id="{2036FD15-851D-E343-E8BE-902C378E2AD2}"/>
              </a:ext>
            </a:extLst>
          </p:cNvPr>
          <p:cNvSpPr txBox="1"/>
          <p:nvPr/>
        </p:nvSpPr>
        <p:spPr>
          <a:xfrm>
            <a:off x="8998348" y="3769658"/>
            <a:ext cx="2176272" cy="228600"/>
          </a:xfrm>
          <a:prstGeom prst="rect">
            <a:avLst/>
          </a:prstGeom>
          <a:noFill/>
          <a:ln w="9525" cap="flat" cmpd="sng" algn="ctr">
            <a:solidFill>
              <a:schemeClr val="accent6"/>
            </a:solidFill>
            <a:prstDash val="dash"/>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wrap="square" lIns="0" tIns="0" rIns="0" bIns="0" rtlCol="0" anchor="ctr">
            <a:noAutofit/>
          </a:bodyPr>
          <a:lstStyle/>
          <a:p>
            <a:pPr algn="ctr"/>
            <a:r>
              <a:rPr lang="en-US" sz="1200"/>
              <a:t>System Architect</a:t>
            </a:r>
          </a:p>
        </p:txBody>
      </p:sp>
      <p:sp>
        <p:nvSpPr>
          <p:cNvPr id="36" name="TextBox 35">
            <a:extLst>
              <a:ext uri="{FF2B5EF4-FFF2-40B4-BE49-F238E27FC236}">
                <a16:creationId xmlns:a16="http://schemas.microsoft.com/office/drawing/2014/main" id="{A700AE47-B84A-A17A-7243-5E17A6600AD5}"/>
              </a:ext>
            </a:extLst>
          </p:cNvPr>
          <p:cNvSpPr txBox="1"/>
          <p:nvPr/>
        </p:nvSpPr>
        <p:spPr>
          <a:xfrm>
            <a:off x="8994906" y="4258053"/>
            <a:ext cx="2179709" cy="369332"/>
          </a:xfrm>
          <a:prstGeom prst="rect">
            <a:avLst/>
          </a:prstGeom>
          <a:noFill/>
          <a:ln w="952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wrap="square" lIns="0" tIns="0" rIns="0" bIns="0" rtlCol="0" anchor="ctr">
            <a:spAutoFit/>
          </a:bodyPr>
          <a:lstStyle/>
          <a:p>
            <a:pPr algn="ctr"/>
            <a:r>
              <a:rPr lang="en-US" sz="1200" err="1"/>
              <a:t>RapidSure</a:t>
            </a:r>
            <a:r>
              <a:rPr lang="en-US" sz="1200"/>
              <a:t> </a:t>
            </a:r>
            <a:r>
              <a:rPr lang="en-US" sz="1200" err="1"/>
              <a:t>Opex</a:t>
            </a:r>
            <a:r>
              <a:rPr lang="en-US" sz="1200"/>
              <a:t> (Core) </a:t>
            </a:r>
          </a:p>
          <a:p>
            <a:pPr algn="ctr"/>
            <a:r>
              <a:rPr lang="en-US" sz="1200"/>
              <a:t>Team</a:t>
            </a:r>
          </a:p>
        </p:txBody>
      </p:sp>
      <p:sp>
        <p:nvSpPr>
          <p:cNvPr id="37" name="TextBox 36">
            <a:extLst>
              <a:ext uri="{FF2B5EF4-FFF2-40B4-BE49-F238E27FC236}">
                <a16:creationId xmlns:a16="http://schemas.microsoft.com/office/drawing/2014/main" id="{B189823B-06DA-ABAD-7717-5DED483D550E}"/>
              </a:ext>
            </a:extLst>
          </p:cNvPr>
          <p:cNvSpPr txBox="1"/>
          <p:nvPr/>
        </p:nvSpPr>
        <p:spPr>
          <a:xfrm>
            <a:off x="8989697" y="4727058"/>
            <a:ext cx="2176976" cy="369332"/>
          </a:xfrm>
          <a:prstGeom prst="rect">
            <a:avLst/>
          </a:prstGeom>
          <a:noFill/>
          <a:ln w="9525"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wrap="square" lIns="0" tIns="0" rIns="0" bIns="0" rtlCol="0" anchor="ctr">
            <a:spAutoFit/>
          </a:bodyPr>
          <a:lstStyle/>
          <a:p>
            <a:pPr algn="ctr"/>
            <a:r>
              <a:rPr lang="en-US" sz="1200" err="1"/>
              <a:t>RapidSure</a:t>
            </a:r>
            <a:r>
              <a:rPr lang="en-US" sz="1200"/>
              <a:t> Capex (Flex) </a:t>
            </a:r>
          </a:p>
          <a:p>
            <a:pPr algn="ctr"/>
            <a:r>
              <a:rPr lang="en-US" sz="1200"/>
              <a:t>Team</a:t>
            </a:r>
          </a:p>
        </p:txBody>
      </p:sp>
      <p:sp>
        <p:nvSpPr>
          <p:cNvPr id="42" name="TextBox 41">
            <a:extLst>
              <a:ext uri="{FF2B5EF4-FFF2-40B4-BE49-F238E27FC236}">
                <a16:creationId xmlns:a16="http://schemas.microsoft.com/office/drawing/2014/main" id="{6953E72D-7125-CC58-EFBE-5AEA3BC6635F}"/>
              </a:ext>
            </a:extLst>
          </p:cNvPr>
          <p:cNvSpPr txBox="1"/>
          <p:nvPr/>
        </p:nvSpPr>
        <p:spPr>
          <a:xfrm>
            <a:off x="5679523" y="5612631"/>
            <a:ext cx="2174120" cy="197788"/>
          </a:xfrm>
          <a:prstGeom prst="rect">
            <a:avLst/>
          </a:prstGeom>
          <a:ln>
            <a:noFill/>
          </a:ln>
        </p:spPr>
        <p:style>
          <a:lnRef idx="3">
            <a:schemeClr val="lt1"/>
          </a:lnRef>
          <a:fillRef idx="1">
            <a:schemeClr val="accent6"/>
          </a:fillRef>
          <a:effectRef idx="1">
            <a:schemeClr val="accent6"/>
          </a:effectRef>
          <a:fontRef idx="minor">
            <a:schemeClr val="lt1"/>
          </a:fontRef>
        </p:style>
        <p:txBody>
          <a:bodyPr wrap="square" lIns="0" tIns="0" rIns="0" bIns="0" rtlCol="0">
            <a:spAutoFit/>
          </a:bodyPr>
          <a:lstStyle/>
          <a:p>
            <a:pPr algn="ctr"/>
            <a:r>
              <a:rPr lang="en-US" sz="1250"/>
              <a:t>Automation QA Team</a:t>
            </a:r>
          </a:p>
        </p:txBody>
      </p:sp>
      <p:sp>
        <p:nvSpPr>
          <p:cNvPr id="43" name="TextBox 42">
            <a:extLst>
              <a:ext uri="{FF2B5EF4-FFF2-40B4-BE49-F238E27FC236}">
                <a16:creationId xmlns:a16="http://schemas.microsoft.com/office/drawing/2014/main" id="{7DD020A9-B792-233A-B563-F3B04F79B104}"/>
              </a:ext>
            </a:extLst>
          </p:cNvPr>
          <p:cNvSpPr txBox="1"/>
          <p:nvPr/>
        </p:nvSpPr>
        <p:spPr>
          <a:xfrm>
            <a:off x="5679523" y="5860625"/>
            <a:ext cx="2174120" cy="197788"/>
          </a:xfrm>
          <a:prstGeom prst="rect">
            <a:avLst/>
          </a:prstGeom>
          <a:ln>
            <a:noFill/>
          </a:ln>
        </p:spPr>
        <p:style>
          <a:lnRef idx="3">
            <a:schemeClr val="lt1"/>
          </a:lnRef>
          <a:fillRef idx="1">
            <a:schemeClr val="accent6"/>
          </a:fillRef>
          <a:effectRef idx="1">
            <a:schemeClr val="accent6"/>
          </a:effectRef>
          <a:fontRef idx="minor">
            <a:schemeClr val="lt1"/>
          </a:fontRef>
        </p:style>
        <p:txBody>
          <a:bodyPr wrap="square" lIns="0" tIns="0" rIns="0" bIns="0" rtlCol="0">
            <a:spAutoFit/>
          </a:bodyPr>
          <a:lstStyle/>
          <a:p>
            <a:pPr algn="ctr"/>
            <a:r>
              <a:rPr lang="en-US" sz="1250"/>
              <a:t>Performance QA Team</a:t>
            </a:r>
          </a:p>
        </p:txBody>
      </p:sp>
      <p:sp>
        <p:nvSpPr>
          <p:cNvPr id="45" name="Rectangle 44">
            <a:extLst>
              <a:ext uri="{FF2B5EF4-FFF2-40B4-BE49-F238E27FC236}">
                <a16:creationId xmlns:a16="http://schemas.microsoft.com/office/drawing/2014/main" id="{81AE0D92-853E-F87C-FFCD-21E583BCA283}"/>
              </a:ext>
            </a:extLst>
          </p:cNvPr>
          <p:cNvSpPr/>
          <p:nvPr/>
        </p:nvSpPr>
        <p:spPr bwMode="auto">
          <a:xfrm>
            <a:off x="9059712" y="5860625"/>
            <a:ext cx="2106959" cy="228600"/>
          </a:xfrm>
          <a:prstGeom prst="rect">
            <a:avLst/>
          </a:prstGeom>
          <a:noFill/>
          <a:ln w="9525" cap="flat" cmpd="sng" algn="ctr">
            <a:solidFill>
              <a:schemeClr val="accent6"/>
            </a:solidFill>
            <a:prstDash val="dash"/>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wrap="square" lIns="0" tIns="0" rIns="0" bIns="0" rtlCol="0" anchor="ctr"/>
          <a:lstStyle/>
          <a:p>
            <a:pPr algn="ctr" defTabSz="914327"/>
            <a:r>
              <a:rPr lang="en-US" sz="1200"/>
              <a:t>Performance QA Team</a:t>
            </a:r>
          </a:p>
        </p:txBody>
      </p:sp>
      <p:cxnSp>
        <p:nvCxnSpPr>
          <p:cNvPr id="48" name="Elbow Connector 47">
            <a:extLst>
              <a:ext uri="{FF2B5EF4-FFF2-40B4-BE49-F238E27FC236}">
                <a16:creationId xmlns:a16="http://schemas.microsoft.com/office/drawing/2014/main" id="{F701D9BB-B202-3DDB-B75E-D48802201653}"/>
              </a:ext>
            </a:extLst>
          </p:cNvPr>
          <p:cNvCxnSpPr>
            <a:cxnSpLocks/>
          </p:cNvCxnSpPr>
          <p:nvPr/>
        </p:nvCxnSpPr>
        <p:spPr>
          <a:xfrm rot="16200000" flipH="1">
            <a:off x="5300693" y="2412263"/>
            <a:ext cx="584898" cy="399546"/>
          </a:xfrm>
          <a:prstGeom prst="bentConnector3">
            <a:avLst>
              <a:gd name="adj1" fmla="val 101702"/>
            </a:avLst>
          </a:prstGeom>
          <a:ln w="6350">
            <a:solidFill>
              <a:schemeClr val="accent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517712A7-C509-0C33-45FA-FF222A8EE725}"/>
              </a:ext>
            </a:extLst>
          </p:cNvPr>
          <p:cNvCxnSpPr>
            <a:cxnSpLocks/>
            <a:stCxn id="13" idx="2"/>
            <a:endCxn id="24" idx="0"/>
          </p:cNvCxnSpPr>
          <p:nvPr/>
        </p:nvCxnSpPr>
        <p:spPr>
          <a:xfrm>
            <a:off x="10086484" y="2301475"/>
            <a:ext cx="0" cy="506073"/>
          </a:xfrm>
          <a:prstGeom prst="straightConnector1">
            <a:avLst/>
          </a:prstGeom>
          <a:ln w="63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0" name="Elbow Connector 59">
            <a:extLst>
              <a:ext uri="{FF2B5EF4-FFF2-40B4-BE49-F238E27FC236}">
                <a16:creationId xmlns:a16="http://schemas.microsoft.com/office/drawing/2014/main" id="{5991ACE6-018B-365E-C15F-905710B6465B}"/>
              </a:ext>
            </a:extLst>
          </p:cNvPr>
          <p:cNvCxnSpPr>
            <a:cxnSpLocks/>
            <a:endCxn id="18" idx="1"/>
          </p:cNvCxnSpPr>
          <p:nvPr/>
        </p:nvCxnSpPr>
        <p:spPr>
          <a:xfrm rot="16200000" flipH="1">
            <a:off x="5235891" y="4476838"/>
            <a:ext cx="651886" cy="214314"/>
          </a:xfrm>
          <a:prstGeom prst="bentConnector2">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1" name="Elbow Connector 60">
            <a:extLst>
              <a:ext uri="{FF2B5EF4-FFF2-40B4-BE49-F238E27FC236}">
                <a16:creationId xmlns:a16="http://schemas.microsoft.com/office/drawing/2014/main" id="{4CE4DC4D-78B9-DCFB-54A4-E8118426F639}"/>
              </a:ext>
            </a:extLst>
          </p:cNvPr>
          <p:cNvCxnSpPr>
            <a:cxnSpLocks/>
            <a:endCxn id="15" idx="1"/>
          </p:cNvCxnSpPr>
          <p:nvPr/>
        </p:nvCxnSpPr>
        <p:spPr>
          <a:xfrm rot="5400000" flipH="1" flipV="1">
            <a:off x="5210476" y="3789008"/>
            <a:ext cx="713248" cy="224846"/>
          </a:xfrm>
          <a:prstGeom prst="bentConnector2">
            <a:avLst/>
          </a:prstGeom>
          <a:ln w="63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68" name="Title 1">
            <a:extLst>
              <a:ext uri="{FF2B5EF4-FFF2-40B4-BE49-F238E27FC236}">
                <a16:creationId xmlns:a16="http://schemas.microsoft.com/office/drawing/2014/main" id="{913980F0-D134-8371-D7B7-4EEC97DA0B26}"/>
              </a:ext>
            </a:extLst>
          </p:cNvPr>
          <p:cNvSpPr txBox="1">
            <a:spLocks noGrp="1"/>
          </p:cNvSpPr>
          <p:nvPr>
            <p:ph type="title"/>
          </p:nvPr>
        </p:nvSpPr>
        <p:spPr>
          <a:xfrm>
            <a:off x="457200" y="723900"/>
            <a:ext cx="11274552" cy="457200"/>
          </a:xfrm>
        </p:spPr>
        <p:txBody>
          <a:bodyPr vert="horz" lIns="0" tIns="0" rIns="0" bIns="0" rtlCol="0" anchor="t">
            <a:noAutofit/>
          </a:bodyPr>
          <a:lstStyle>
            <a:lvl1pPr algn="l" defTabSz="1097280" rtl="0" eaLnBrk="1" latinLnBrk="0" hangingPunct="1">
              <a:lnSpc>
                <a:spcPct val="100000"/>
              </a:lnSpc>
              <a:spcBef>
                <a:spcPct val="0"/>
              </a:spcBef>
              <a:buNone/>
              <a:defRPr lang="en-US" sz="2640" b="1" i="0" kern="1200">
                <a:solidFill>
                  <a:schemeClr val="tx1"/>
                </a:solidFill>
                <a:latin typeface="+mn-lt"/>
                <a:ea typeface="Calibri" panose="020F0502020204030204" pitchFamily="34" charset="0"/>
                <a:cs typeface="Calibri" panose="020F0502020204030204" pitchFamily="34" charset="0"/>
              </a:defRPr>
            </a:lvl1pPr>
          </a:lstStyle>
          <a:p>
            <a:r>
              <a:rPr lang="en-US" noProof="0" err="1"/>
              <a:t>RapidSure</a:t>
            </a:r>
            <a:r>
              <a:rPr lang="en-US" noProof="0"/>
              <a:t> Operating Model</a:t>
            </a:r>
          </a:p>
        </p:txBody>
      </p:sp>
      <p:sp>
        <p:nvSpPr>
          <p:cNvPr id="66" name="Text Placeholder 65">
            <a:extLst>
              <a:ext uri="{FF2B5EF4-FFF2-40B4-BE49-F238E27FC236}">
                <a16:creationId xmlns:a16="http://schemas.microsoft.com/office/drawing/2014/main" id="{F7BF5F99-493E-CBC4-246D-644DDA472F3B}"/>
              </a:ext>
            </a:extLst>
          </p:cNvPr>
          <p:cNvSpPr>
            <a:spLocks noGrp="1"/>
          </p:cNvSpPr>
          <p:nvPr>
            <p:ph type="body" sz="quarter" idx="15"/>
          </p:nvPr>
        </p:nvSpPr>
        <p:spPr/>
        <p:txBody>
          <a:bodyPr/>
          <a:lstStyle/>
          <a:p>
            <a:endParaRPr lang="en-US"/>
          </a:p>
        </p:txBody>
      </p:sp>
      <p:cxnSp>
        <p:nvCxnSpPr>
          <p:cNvPr id="73" name="Elbow Connector 47">
            <a:extLst>
              <a:ext uri="{FF2B5EF4-FFF2-40B4-BE49-F238E27FC236}">
                <a16:creationId xmlns:a16="http://schemas.microsoft.com/office/drawing/2014/main" id="{51270CEC-6986-149C-8128-081B32330562}"/>
              </a:ext>
            </a:extLst>
          </p:cNvPr>
          <p:cNvCxnSpPr>
            <a:cxnSpLocks/>
          </p:cNvCxnSpPr>
          <p:nvPr/>
        </p:nvCxnSpPr>
        <p:spPr>
          <a:xfrm rot="5400000">
            <a:off x="7641841" y="2412263"/>
            <a:ext cx="584898" cy="399546"/>
          </a:xfrm>
          <a:prstGeom prst="bentConnector3">
            <a:avLst>
              <a:gd name="adj1" fmla="val 101702"/>
            </a:avLst>
          </a:prstGeom>
          <a:ln w="6350">
            <a:solidFill>
              <a:schemeClr val="accent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77" name="Straight Arrow Connector 76">
            <a:extLst>
              <a:ext uri="{FF2B5EF4-FFF2-40B4-BE49-F238E27FC236}">
                <a16:creationId xmlns:a16="http://schemas.microsoft.com/office/drawing/2014/main" id="{8F0ED26D-4F08-10C4-6FE5-AE9073B48902}"/>
              </a:ext>
            </a:extLst>
          </p:cNvPr>
          <p:cNvCxnSpPr>
            <a:cxnSpLocks/>
            <a:stCxn id="11" idx="3"/>
            <a:endCxn id="13" idx="1"/>
          </p:cNvCxnSpPr>
          <p:nvPr/>
        </p:nvCxnSpPr>
        <p:spPr>
          <a:xfrm flipV="1">
            <a:off x="8177327" y="1978438"/>
            <a:ext cx="821021" cy="1"/>
          </a:xfrm>
          <a:prstGeom prst="straightConnector1">
            <a:avLst/>
          </a:prstGeom>
          <a:ln w="63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82" name="Straight Arrow Connector 81">
            <a:extLst>
              <a:ext uri="{FF2B5EF4-FFF2-40B4-BE49-F238E27FC236}">
                <a16:creationId xmlns:a16="http://schemas.microsoft.com/office/drawing/2014/main" id="{0A2DAD0B-988E-7541-4914-310A63AA5489}"/>
              </a:ext>
            </a:extLst>
          </p:cNvPr>
          <p:cNvCxnSpPr>
            <a:cxnSpLocks/>
            <a:stCxn id="28" idx="1"/>
            <a:endCxn id="14" idx="3"/>
          </p:cNvCxnSpPr>
          <p:nvPr/>
        </p:nvCxnSpPr>
        <p:spPr>
          <a:xfrm flipH="1">
            <a:off x="7853644" y="3203099"/>
            <a:ext cx="1144704" cy="0"/>
          </a:xfrm>
          <a:prstGeom prst="straightConnector1">
            <a:avLst/>
          </a:prstGeom>
          <a:ln w="63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85" name="Straight Arrow Connector 84">
            <a:extLst>
              <a:ext uri="{FF2B5EF4-FFF2-40B4-BE49-F238E27FC236}">
                <a16:creationId xmlns:a16="http://schemas.microsoft.com/office/drawing/2014/main" id="{6E4208BD-26C3-AEFA-684F-0A927B8DC8E1}"/>
              </a:ext>
            </a:extLst>
          </p:cNvPr>
          <p:cNvCxnSpPr>
            <a:cxnSpLocks/>
            <a:stCxn id="29" idx="1"/>
            <a:endCxn id="15" idx="3"/>
          </p:cNvCxnSpPr>
          <p:nvPr/>
        </p:nvCxnSpPr>
        <p:spPr>
          <a:xfrm flipH="1">
            <a:off x="7853644" y="3544807"/>
            <a:ext cx="1144704" cy="0"/>
          </a:xfrm>
          <a:prstGeom prst="straightConnector1">
            <a:avLst/>
          </a:prstGeom>
          <a:ln w="63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88" name="Straight Arrow Connector 87">
            <a:extLst>
              <a:ext uri="{FF2B5EF4-FFF2-40B4-BE49-F238E27FC236}">
                <a16:creationId xmlns:a16="http://schemas.microsoft.com/office/drawing/2014/main" id="{968E27DE-9AF3-8F75-4BE6-E8723DEA2C1B}"/>
              </a:ext>
            </a:extLst>
          </p:cNvPr>
          <p:cNvCxnSpPr>
            <a:cxnSpLocks/>
            <a:stCxn id="30" idx="1"/>
            <a:endCxn id="16" idx="3"/>
          </p:cNvCxnSpPr>
          <p:nvPr/>
        </p:nvCxnSpPr>
        <p:spPr>
          <a:xfrm flipH="1">
            <a:off x="7853644" y="3883958"/>
            <a:ext cx="1144704" cy="0"/>
          </a:xfrm>
          <a:prstGeom prst="straightConnector1">
            <a:avLst/>
          </a:prstGeom>
          <a:ln w="63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91" name="Elbow Connector 47">
            <a:extLst>
              <a:ext uri="{FF2B5EF4-FFF2-40B4-BE49-F238E27FC236}">
                <a16:creationId xmlns:a16="http://schemas.microsoft.com/office/drawing/2014/main" id="{7AEDA416-75C9-DEF4-A4B2-586C19EEAC50}"/>
              </a:ext>
            </a:extLst>
          </p:cNvPr>
          <p:cNvCxnSpPr>
            <a:cxnSpLocks/>
            <a:stCxn id="16" idx="2"/>
            <a:endCxn id="36" idx="0"/>
          </p:cNvCxnSpPr>
          <p:nvPr/>
        </p:nvCxnSpPr>
        <p:spPr>
          <a:xfrm rot="16200000" flipH="1">
            <a:off x="8295775" y="2469066"/>
            <a:ext cx="259795" cy="3318177"/>
          </a:xfrm>
          <a:prstGeom prst="bentConnector3">
            <a:avLst>
              <a:gd name="adj1" fmla="val 50000"/>
            </a:avLst>
          </a:prstGeom>
          <a:ln w="6350">
            <a:solidFill>
              <a:schemeClr val="accent4"/>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94" name="Straight Arrow Connector 93">
            <a:extLst>
              <a:ext uri="{FF2B5EF4-FFF2-40B4-BE49-F238E27FC236}">
                <a16:creationId xmlns:a16="http://schemas.microsoft.com/office/drawing/2014/main" id="{349613D9-D5FA-5260-0E16-2F5459EAE909}"/>
              </a:ext>
            </a:extLst>
          </p:cNvPr>
          <p:cNvCxnSpPr>
            <a:cxnSpLocks/>
            <a:stCxn id="37" idx="1"/>
            <a:endCxn id="18" idx="3"/>
          </p:cNvCxnSpPr>
          <p:nvPr/>
        </p:nvCxnSpPr>
        <p:spPr>
          <a:xfrm flipH="1" flipV="1">
            <a:off x="7803613" y="4909938"/>
            <a:ext cx="1186084" cy="1786"/>
          </a:xfrm>
          <a:prstGeom prst="straightConnector1">
            <a:avLst/>
          </a:prstGeom>
          <a:ln w="63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97" name="Elbow Connector 47">
            <a:extLst>
              <a:ext uri="{FF2B5EF4-FFF2-40B4-BE49-F238E27FC236}">
                <a16:creationId xmlns:a16="http://schemas.microsoft.com/office/drawing/2014/main" id="{8B83BD7C-447E-1270-C812-353D969A601E}"/>
              </a:ext>
            </a:extLst>
          </p:cNvPr>
          <p:cNvCxnSpPr>
            <a:cxnSpLocks/>
            <a:stCxn id="17" idx="3"/>
            <a:endCxn id="37" idx="2"/>
          </p:cNvCxnSpPr>
          <p:nvPr/>
        </p:nvCxnSpPr>
        <p:spPr>
          <a:xfrm flipV="1">
            <a:off x="7853643" y="5096390"/>
            <a:ext cx="2224542" cy="365011"/>
          </a:xfrm>
          <a:prstGeom prst="bentConnector2">
            <a:avLst/>
          </a:prstGeom>
          <a:ln w="6350">
            <a:solidFill>
              <a:schemeClr val="accent4"/>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03" name="Straight Arrow Connector 102">
            <a:extLst>
              <a:ext uri="{FF2B5EF4-FFF2-40B4-BE49-F238E27FC236}">
                <a16:creationId xmlns:a16="http://schemas.microsoft.com/office/drawing/2014/main" id="{6DE84999-2E6F-36FF-8D10-70E39F3C19EE}"/>
              </a:ext>
            </a:extLst>
          </p:cNvPr>
          <p:cNvCxnSpPr>
            <a:cxnSpLocks/>
            <a:stCxn id="45" idx="1"/>
            <a:endCxn id="43" idx="3"/>
          </p:cNvCxnSpPr>
          <p:nvPr/>
        </p:nvCxnSpPr>
        <p:spPr>
          <a:xfrm flipH="1" flipV="1">
            <a:off x="7853643" y="5959519"/>
            <a:ext cx="1206069" cy="15406"/>
          </a:xfrm>
          <a:prstGeom prst="straightConnector1">
            <a:avLst/>
          </a:prstGeom>
          <a:ln w="63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06" name="Elbow Connector 47">
            <a:extLst>
              <a:ext uri="{FF2B5EF4-FFF2-40B4-BE49-F238E27FC236}">
                <a16:creationId xmlns:a16="http://schemas.microsoft.com/office/drawing/2014/main" id="{DE332CE4-D02E-D8E7-AB3E-F6EE03CA3636}"/>
              </a:ext>
            </a:extLst>
          </p:cNvPr>
          <p:cNvCxnSpPr>
            <a:cxnSpLocks/>
            <a:stCxn id="29" idx="3"/>
            <a:endCxn id="36" idx="3"/>
          </p:cNvCxnSpPr>
          <p:nvPr/>
        </p:nvCxnSpPr>
        <p:spPr>
          <a:xfrm flipH="1">
            <a:off x="11174615" y="3544807"/>
            <a:ext cx="5" cy="897912"/>
          </a:xfrm>
          <a:prstGeom prst="bentConnector3">
            <a:avLst>
              <a:gd name="adj1" fmla="val -4572000000"/>
            </a:avLst>
          </a:prstGeom>
          <a:ln w="6350">
            <a:solidFill>
              <a:schemeClr val="accent1"/>
            </a:solidFill>
            <a:headEnd type="triangle"/>
            <a:tailEnd type="triangle"/>
          </a:ln>
        </p:spPr>
        <p:style>
          <a:lnRef idx="1">
            <a:schemeClr val="accent1"/>
          </a:lnRef>
          <a:fillRef idx="0">
            <a:schemeClr val="accent1"/>
          </a:fillRef>
          <a:effectRef idx="0">
            <a:schemeClr val="accent1"/>
          </a:effectRef>
          <a:fontRef idx="minor">
            <a:schemeClr val="tx1"/>
          </a:fontRef>
        </p:style>
      </p:cxnSp>
      <p:grpSp>
        <p:nvGrpSpPr>
          <p:cNvPr id="117" name="Group 116">
            <a:extLst>
              <a:ext uri="{FF2B5EF4-FFF2-40B4-BE49-F238E27FC236}">
                <a16:creationId xmlns:a16="http://schemas.microsoft.com/office/drawing/2014/main" id="{48AF2AEE-AD7B-4F0B-BFC2-0927C6F7920C}"/>
              </a:ext>
            </a:extLst>
          </p:cNvPr>
          <p:cNvGrpSpPr/>
          <p:nvPr/>
        </p:nvGrpSpPr>
        <p:grpSpPr>
          <a:xfrm>
            <a:off x="6007978" y="6398023"/>
            <a:ext cx="4274748" cy="231257"/>
            <a:chOff x="7232874" y="6187857"/>
            <a:chExt cx="4274748" cy="231257"/>
          </a:xfrm>
        </p:grpSpPr>
        <p:sp>
          <p:nvSpPr>
            <p:cNvPr id="54" name="Left-Right Arrow 53">
              <a:extLst>
                <a:ext uri="{FF2B5EF4-FFF2-40B4-BE49-F238E27FC236}">
                  <a16:creationId xmlns:a16="http://schemas.microsoft.com/office/drawing/2014/main" id="{56A077D8-2548-BD4C-1B47-94615431FC9E}"/>
                </a:ext>
              </a:extLst>
            </p:cNvPr>
            <p:cNvSpPr/>
            <p:nvPr/>
          </p:nvSpPr>
          <p:spPr bwMode="auto">
            <a:xfrm>
              <a:off x="7316581" y="6227285"/>
              <a:ext cx="327762" cy="152400"/>
            </a:xfrm>
            <a:prstGeom prst="leftRightArrow">
              <a:avLst/>
            </a:prstGeom>
            <a:ln/>
          </p:spPr>
          <p:style>
            <a:lnRef idx="3">
              <a:schemeClr val="lt1"/>
            </a:lnRef>
            <a:fillRef idx="1">
              <a:schemeClr val="accent1"/>
            </a:fillRef>
            <a:effectRef idx="1">
              <a:schemeClr val="accent1"/>
            </a:effectRef>
            <a:fontRef idx="minor">
              <a:schemeClr val="lt1"/>
            </a:fontRef>
          </p:style>
          <p:txBody>
            <a:bodyPr wrap="square" lIns="0" tIns="0" rIns="0" bIns="0" rtlCol="0" anchor="ctr"/>
            <a:lstStyle/>
            <a:p>
              <a:pPr algn="ctr" defTabSz="914327"/>
              <a:endParaRPr lang="en-US" sz="2400">
                <a:solidFill>
                  <a:srgbClr val="FFFFFF"/>
                </a:solidFill>
                <a:latin typeface="Calibri Light" panose="020F0302020204030204" pitchFamily="34" charset="0"/>
                <a:ea typeface="Human Sans ExtraLight" charset="0"/>
                <a:cs typeface="Human Sans ExtraLight" charset="0"/>
              </a:endParaRPr>
            </a:p>
          </p:txBody>
        </p:sp>
        <p:sp>
          <p:nvSpPr>
            <p:cNvPr id="56" name="TextBox 55">
              <a:extLst>
                <a:ext uri="{FF2B5EF4-FFF2-40B4-BE49-F238E27FC236}">
                  <a16:creationId xmlns:a16="http://schemas.microsoft.com/office/drawing/2014/main" id="{288ACEC5-45CD-F3E2-92B4-95384F039D6B}"/>
                </a:ext>
              </a:extLst>
            </p:cNvPr>
            <p:cNvSpPr txBox="1"/>
            <p:nvPr/>
          </p:nvSpPr>
          <p:spPr>
            <a:xfrm>
              <a:off x="7684447" y="6226541"/>
              <a:ext cx="1162178" cy="153888"/>
            </a:xfrm>
            <a:prstGeom prst="rect">
              <a:avLst/>
            </a:prstGeom>
          </p:spPr>
          <p:txBody>
            <a:bodyPr wrap="none" lIns="0" tIns="0" rIns="0" bIns="0" rtlCol="0">
              <a:spAutoFit/>
            </a:bodyPr>
            <a:lstStyle/>
            <a:p>
              <a:pPr algn="l"/>
              <a:r>
                <a:rPr lang="en-US" sz="1000"/>
                <a:t>Role‑Aligned Channels</a:t>
              </a:r>
            </a:p>
          </p:txBody>
        </p:sp>
        <p:sp>
          <p:nvSpPr>
            <p:cNvPr id="57" name="TextBox 56">
              <a:extLst>
                <a:ext uri="{FF2B5EF4-FFF2-40B4-BE49-F238E27FC236}">
                  <a16:creationId xmlns:a16="http://schemas.microsoft.com/office/drawing/2014/main" id="{423150BE-3F88-CCC0-3724-99E042E4D91D}"/>
                </a:ext>
              </a:extLst>
            </p:cNvPr>
            <p:cNvSpPr txBox="1"/>
            <p:nvPr/>
          </p:nvSpPr>
          <p:spPr>
            <a:xfrm>
              <a:off x="9310612" y="6226541"/>
              <a:ext cx="1125308" cy="153888"/>
            </a:xfrm>
            <a:prstGeom prst="rect">
              <a:avLst/>
            </a:prstGeom>
          </p:spPr>
          <p:txBody>
            <a:bodyPr wrap="none" lIns="0" tIns="0" rIns="0" bIns="0" rtlCol="0">
              <a:spAutoFit/>
            </a:bodyPr>
            <a:lstStyle/>
            <a:p>
              <a:r>
                <a:rPr lang="en-US" sz="1000"/>
                <a:t>Asymmetric Channels</a:t>
              </a:r>
            </a:p>
          </p:txBody>
        </p:sp>
        <p:sp>
          <p:nvSpPr>
            <p:cNvPr id="58" name="Rectangle 57">
              <a:extLst>
                <a:ext uri="{FF2B5EF4-FFF2-40B4-BE49-F238E27FC236}">
                  <a16:creationId xmlns:a16="http://schemas.microsoft.com/office/drawing/2014/main" id="{B451510B-E89D-E990-C584-C86C776CDD65}"/>
                </a:ext>
              </a:extLst>
            </p:cNvPr>
            <p:cNvSpPr/>
            <p:nvPr/>
          </p:nvSpPr>
          <p:spPr bwMode="auto">
            <a:xfrm>
              <a:off x="10563824" y="6187857"/>
              <a:ext cx="943798" cy="231257"/>
            </a:xfrm>
            <a:prstGeom prst="rect">
              <a:avLst/>
            </a:prstGeom>
            <a:noFill/>
            <a:ln w="9525" cap="flat" cmpd="sng" algn="ctr">
              <a:solidFill>
                <a:schemeClr val="accent6"/>
              </a:solidFill>
              <a:prstDash val="dash"/>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wrap="square" lIns="0" tIns="0" rIns="0" bIns="0" rtlCol="0" anchor="ctr"/>
            <a:lstStyle/>
            <a:p>
              <a:pPr algn="ctr" defTabSz="914327"/>
              <a:r>
                <a:rPr lang="en-US" sz="1000"/>
                <a:t>Ad-hoc resources</a:t>
              </a:r>
            </a:p>
          </p:txBody>
        </p:sp>
        <p:sp>
          <p:nvSpPr>
            <p:cNvPr id="59" name="TextBox 58">
              <a:extLst>
                <a:ext uri="{FF2B5EF4-FFF2-40B4-BE49-F238E27FC236}">
                  <a16:creationId xmlns:a16="http://schemas.microsoft.com/office/drawing/2014/main" id="{A4C5BD7A-43CB-1BED-721D-2B4CD46A5C15}"/>
                </a:ext>
              </a:extLst>
            </p:cNvPr>
            <p:cNvSpPr txBox="1"/>
            <p:nvPr/>
          </p:nvSpPr>
          <p:spPr>
            <a:xfrm>
              <a:off x="7232874" y="6226541"/>
              <a:ext cx="64120" cy="153888"/>
            </a:xfrm>
            <a:prstGeom prst="rect">
              <a:avLst/>
            </a:prstGeom>
          </p:spPr>
          <p:txBody>
            <a:bodyPr wrap="none" lIns="0" tIns="0" rIns="0" bIns="0" rtlCol="0">
              <a:spAutoFit/>
            </a:bodyPr>
            <a:lstStyle/>
            <a:p>
              <a:pPr algn="l"/>
              <a:r>
                <a:rPr lang="en-US" sz="1000"/>
                <a:t>*</a:t>
              </a:r>
            </a:p>
          </p:txBody>
        </p:sp>
        <p:sp>
          <p:nvSpPr>
            <p:cNvPr id="116" name="Left-Right Arrow 53">
              <a:extLst>
                <a:ext uri="{FF2B5EF4-FFF2-40B4-BE49-F238E27FC236}">
                  <a16:creationId xmlns:a16="http://schemas.microsoft.com/office/drawing/2014/main" id="{A794B67B-383E-F1D7-8042-3F5FA48F58CB}"/>
                </a:ext>
              </a:extLst>
            </p:cNvPr>
            <p:cNvSpPr/>
            <p:nvPr/>
          </p:nvSpPr>
          <p:spPr bwMode="auto">
            <a:xfrm>
              <a:off x="8940203" y="6227285"/>
              <a:ext cx="327762" cy="152400"/>
            </a:xfrm>
            <a:prstGeom prst="leftRightArrow">
              <a:avLst/>
            </a:prstGeom>
            <a:solidFill>
              <a:schemeClr val="accent4"/>
            </a:solidFill>
            <a:ln/>
          </p:spPr>
          <p:style>
            <a:lnRef idx="3">
              <a:schemeClr val="lt1"/>
            </a:lnRef>
            <a:fillRef idx="1">
              <a:schemeClr val="accent1"/>
            </a:fillRef>
            <a:effectRef idx="1">
              <a:schemeClr val="accent1"/>
            </a:effectRef>
            <a:fontRef idx="minor">
              <a:schemeClr val="lt1"/>
            </a:fontRef>
          </p:style>
          <p:txBody>
            <a:bodyPr wrap="square" lIns="0" tIns="0" rIns="0" bIns="0" rtlCol="0" anchor="ctr"/>
            <a:lstStyle/>
            <a:p>
              <a:pPr algn="ctr" defTabSz="914327"/>
              <a:endParaRPr lang="en-US" sz="2400">
                <a:solidFill>
                  <a:srgbClr val="FFFFFF"/>
                </a:solidFill>
                <a:latin typeface="Calibri Light" panose="020F0302020204030204" pitchFamily="34" charset="0"/>
                <a:ea typeface="Human Sans ExtraLight" charset="0"/>
                <a:cs typeface="Human Sans ExtraLight" charset="0"/>
              </a:endParaRPr>
            </a:p>
          </p:txBody>
        </p:sp>
      </p:grpSp>
    </p:spTree>
    <p:extLst>
      <p:ext uri="{BB962C8B-B14F-4D97-AF65-F5344CB8AC3E}">
        <p14:creationId xmlns:p14="http://schemas.microsoft.com/office/powerpoint/2010/main" val="4026586661"/>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B54A4D-53A8-5D4A-07DF-8D6B76E1C31D}"/>
            </a:ext>
          </a:extLst>
        </p:cNvPr>
        <p:cNvGrpSpPr/>
        <p:nvPr/>
      </p:nvGrpSpPr>
      <p:grpSpPr>
        <a:xfrm>
          <a:off x="0" y="0"/>
          <a:ext cx="0" cy="0"/>
          <a:chOff x="0" y="0"/>
          <a:chExt cx="0" cy="0"/>
        </a:xfrm>
      </p:grpSpPr>
      <p:sp>
        <p:nvSpPr>
          <p:cNvPr id="8" name="Rectangle: Rounded Corners 7">
            <a:extLst>
              <a:ext uri="{FF2B5EF4-FFF2-40B4-BE49-F238E27FC236}">
                <a16:creationId xmlns:a16="http://schemas.microsoft.com/office/drawing/2014/main" id="{9693BFE3-90B1-7E46-6EF2-C72657B2ECFA}"/>
              </a:ext>
            </a:extLst>
          </p:cNvPr>
          <p:cNvSpPr/>
          <p:nvPr/>
        </p:nvSpPr>
        <p:spPr bwMode="auto">
          <a:xfrm>
            <a:off x="460248" y="2030679"/>
            <a:ext cx="1689227" cy="4189021"/>
          </a:xfrm>
          <a:prstGeom prst="roundRect">
            <a:avLst>
              <a:gd name="adj" fmla="val 9637"/>
            </a:avLst>
          </a:prstGeom>
          <a:gradFill>
            <a:gsLst>
              <a:gs pos="0">
                <a:schemeClr val="accent2"/>
              </a:gs>
              <a:gs pos="65000">
                <a:schemeClr val="accent5"/>
              </a:gs>
              <a:gs pos="100000">
                <a:schemeClr val="accent4"/>
              </a:gs>
            </a:gsLst>
            <a:lin ang="1800000" scaled="0"/>
          </a:gradFill>
          <a:ln>
            <a:noFill/>
          </a:ln>
          <a:effectLst/>
        </p:spPr>
        <p:txBody>
          <a:bodyPr wrap="square" lIns="0" tIns="0" rIns="0" bIns="0" rtlCol="0" anchor="ctr"/>
          <a:lstStyle/>
          <a:p>
            <a:pPr algn="ctr"/>
            <a:endParaRPr lang="en-US" sz="2400">
              <a:solidFill>
                <a:schemeClr val="bg1"/>
              </a:solidFill>
              <a:latin typeface="Calibri Light" panose="020F0302020204030204" pitchFamily="34" charset="0"/>
              <a:ea typeface="Human Sans ExtraLight" charset="0"/>
              <a:cs typeface="Human Sans ExtraLight" charset="0"/>
            </a:endParaRPr>
          </a:p>
        </p:txBody>
      </p:sp>
      <p:sp>
        <p:nvSpPr>
          <p:cNvPr id="2" name="Title 1">
            <a:extLst>
              <a:ext uri="{FF2B5EF4-FFF2-40B4-BE49-F238E27FC236}">
                <a16:creationId xmlns:a16="http://schemas.microsoft.com/office/drawing/2014/main" id="{1E00E585-D793-F7F3-7CC0-BBBE88A9AD83}"/>
              </a:ext>
            </a:extLst>
          </p:cNvPr>
          <p:cNvSpPr>
            <a:spLocks noGrp="1"/>
          </p:cNvSpPr>
          <p:nvPr>
            <p:ph type="title"/>
          </p:nvPr>
        </p:nvSpPr>
        <p:spPr/>
        <p:txBody>
          <a:bodyPr/>
          <a:lstStyle/>
          <a:p>
            <a:r>
              <a:rPr lang="en-US" err="1"/>
              <a:t>RapidSure</a:t>
            </a:r>
            <a:r>
              <a:rPr lang="en-US"/>
              <a:t> Operating Model Analysis &amp; Recommendations</a:t>
            </a:r>
          </a:p>
        </p:txBody>
      </p:sp>
      <p:sp>
        <p:nvSpPr>
          <p:cNvPr id="3" name="Text Placeholder 2">
            <a:extLst>
              <a:ext uri="{FF2B5EF4-FFF2-40B4-BE49-F238E27FC236}">
                <a16:creationId xmlns:a16="http://schemas.microsoft.com/office/drawing/2014/main" id="{08EE41BC-BB59-5AAF-3F8F-E454EA611258}"/>
              </a:ext>
            </a:extLst>
          </p:cNvPr>
          <p:cNvSpPr>
            <a:spLocks noGrp="1"/>
          </p:cNvSpPr>
          <p:nvPr>
            <p:ph type="body" sz="quarter" idx="15"/>
          </p:nvPr>
        </p:nvSpPr>
        <p:spPr/>
        <p:txBody>
          <a:bodyPr/>
          <a:lstStyle/>
          <a:p>
            <a:endParaRPr lang="en-US"/>
          </a:p>
        </p:txBody>
      </p:sp>
      <p:sp>
        <p:nvSpPr>
          <p:cNvPr id="5" name="Text Placeholder 19">
            <a:extLst>
              <a:ext uri="{FF2B5EF4-FFF2-40B4-BE49-F238E27FC236}">
                <a16:creationId xmlns:a16="http://schemas.microsoft.com/office/drawing/2014/main" id="{1E475A52-BE4D-E535-9D66-CCE46A139138}"/>
              </a:ext>
            </a:extLst>
          </p:cNvPr>
          <p:cNvSpPr txBox="1">
            <a:spLocks/>
          </p:cNvSpPr>
          <p:nvPr/>
        </p:nvSpPr>
        <p:spPr>
          <a:xfrm>
            <a:off x="610654" y="4332225"/>
            <a:ext cx="1388414" cy="528093"/>
          </a:xfrm>
          <a:prstGeom prst="rect">
            <a:avLst/>
          </a:prstGeom>
        </p:spPr>
        <p:txBody>
          <a:bodyPr wrap="square" lIns="0" tIns="0" rIns="0" bIns="0">
            <a:spAutoFit/>
          </a:bodyPr>
          <a:lstStyle>
            <a:lvl1pPr marL="0" indent="0" algn="l" defTabSz="1097280" rtl="0" eaLnBrk="1" latinLnBrk="0" hangingPunct="1">
              <a:lnSpc>
                <a:spcPct val="110000"/>
              </a:lnSpc>
              <a:spcBef>
                <a:spcPts val="720"/>
              </a:spcBef>
              <a:spcAft>
                <a:spcPct val="0"/>
              </a:spcAft>
              <a:buFont typeface="Arial" panose="020B0604020202020204" pitchFamily="34" charset="0"/>
              <a:buNone/>
              <a:defRPr sz="1920" b="0" i="0" kern="1200">
                <a:solidFill>
                  <a:schemeClr val="tx1"/>
                </a:solidFill>
                <a:latin typeface="+mn-lt"/>
                <a:ea typeface="Calibri" panose="020F0502020204030204" pitchFamily="34" charset="0"/>
                <a:cs typeface="Calibri" panose="020F0502020204030204" pitchFamily="34" charset="0"/>
              </a:defRPr>
            </a:lvl1pPr>
            <a:lvl2pPr marL="304560" indent="-302400" algn="l" defTabSz="1097280" rtl="0" eaLnBrk="1" latinLnBrk="0" hangingPunct="1">
              <a:lnSpc>
                <a:spcPct val="100000"/>
              </a:lnSpc>
              <a:spcBef>
                <a:spcPts val="720"/>
              </a:spcBef>
              <a:spcAft>
                <a:spcPts val="720"/>
              </a:spcAft>
              <a:buClr>
                <a:schemeClr val="tx1"/>
              </a:buClr>
              <a:buFont typeface="Arial" panose="020B0604020202020204" pitchFamily="34" charset="0"/>
              <a:buChar char="•"/>
              <a:defRPr sz="1920" b="0" i="0" kern="1200">
                <a:solidFill>
                  <a:schemeClr val="tx1"/>
                </a:solidFill>
                <a:latin typeface="+mn-lt"/>
                <a:ea typeface="Calibri" panose="020F0502020204030204" pitchFamily="34" charset="0"/>
                <a:cs typeface="Calibri" panose="020F0502020204030204" pitchFamily="34" charset="0"/>
              </a:defRPr>
            </a:lvl2pPr>
            <a:lvl3pPr marL="604800" indent="-302400" algn="l" defTabSz="1097280" rtl="0" eaLnBrk="1" latinLnBrk="0" hangingPunct="1">
              <a:lnSpc>
                <a:spcPct val="100000"/>
              </a:lnSpc>
              <a:spcBef>
                <a:spcPts val="720"/>
              </a:spcBef>
              <a:spcAft>
                <a:spcPts val="720"/>
              </a:spcAft>
              <a:buFont typeface="Courier New" panose="02070309020205020404" pitchFamily="49" charset="0"/>
              <a:buChar char="o"/>
              <a:defRPr sz="1680" b="0" i="0" kern="1200">
                <a:solidFill>
                  <a:schemeClr val="tx1"/>
                </a:solidFill>
                <a:latin typeface="+mn-lt"/>
                <a:ea typeface="Calibri" panose="020F0502020204030204" pitchFamily="34" charset="0"/>
                <a:cs typeface="Calibri" panose="020F0502020204030204" pitchFamily="34" charset="0"/>
              </a:defRPr>
            </a:lvl3pPr>
            <a:lvl4pPr marL="1920240" indent="-274320" algn="l" defTabSz="1097280" rtl="0" eaLnBrk="1" latinLnBrk="0" hangingPunct="1">
              <a:lnSpc>
                <a:spcPct val="110000"/>
              </a:lnSpc>
              <a:spcBef>
                <a:spcPts val="720"/>
              </a:spcBef>
              <a:spcAft>
                <a:spcPct val="0"/>
              </a:spcAft>
              <a:buFont typeface="Arial" panose="020B0604020202020204" pitchFamily="34" charset="0"/>
              <a:buChar char="•"/>
              <a:defRPr sz="1920" b="0" i="0" kern="1200">
                <a:solidFill>
                  <a:schemeClr val="tx1"/>
                </a:solidFill>
                <a:latin typeface="+mn-lt"/>
                <a:ea typeface="Calibri" panose="020F0502020204030204" pitchFamily="34" charset="0"/>
                <a:cs typeface="Calibri" panose="020F0502020204030204" pitchFamily="34" charset="0"/>
              </a:defRPr>
            </a:lvl4pPr>
            <a:lvl5pPr marL="2468880" indent="-274320" algn="l" defTabSz="1097280" rtl="0" eaLnBrk="1" latinLnBrk="0" hangingPunct="1">
              <a:lnSpc>
                <a:spcPct val="110000"/>
              </a:lnSpc>
              <a:spcBef>
                <a:spcPts val="720"/>
              </a:spcBef>
              <a:spcAft>
                <a:spcPct val="0"/>
              </a:spcAft>
              <a:buFont typeface="Arial" panose="020B0604020202020204" pitchFamily="34" charset="0"/>
              <a:buChar char="•"/>
              <a:defRPr sz="1920" b="0" i="0" kern="1200">
                <a:solidFill>
                  <a:schemeClr val="tx1"/>
                </a:solidFill>
                <a:latin typeface="+mn-lt"/>
                <a:ea typeface="Calibri" panose="020F0502020204030204" pitchFamily="34" charset="0"/>
                <a:cs typeface="Calibri" panose="020F0502020204030204" pitchFamily="34" charset="0"/>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a:lstStyle>
          <a:p>
            <a:pPr algn="ctr"/>
            <a:r>
              <a:rPr lang="en-US" sz="1600" b="1">
                <a:solidFill>
                  <a:schemeClr val="bg1"/>
                </a:solidFill>
              </a:rPr>
              <a:t>Governance &amp; PM</a:t>
            </a:r>
          </a:p>
        </p:txBody>
      </p:sp>
      <p:sp>
        <p:nvSpPr>
          <p:cNvPr id="6" name="Text Placeholder 20">
            <a:extLst>
              <a:ext uri="{FF2B5EF4-FFF2-40B4-BE49-F238E27FC236}">
                <a16:creationId xmlns:a16="http://schemas.microsoft.com/office/drawing/2014/main" id="{7C2F5292-1974-CD56-151D-4BC8B6FC0477}"/>
              </a:ext>
            </a:extLst>
          </p:cNvPr>
          <p:cNvSpPr txBox="1">
            <a:spLocks/>
          </p:cNvSpPr>
          <p:nvPr/>
        </p:nvSpPr>
        <p:spPr>
          <a:xfrm>
            <a:off x="2524949" y="2677803"/>
            <a:ext cx="4206239" cy="3508653"/>
          </a:xfrm>
          <a:prstGeom prst="rect">
            <a:avLst/>
          </a:prstGeom>
        </p:spPr>
        <p:txBody>
          <a:bodyPr wrap="square" lIns="0" tIns="0" rIns="0" bIns="0">
            <a:spAutoFit/>
          </a:bodyPr>
          <a:lstStyle>
            <a:lvl1pPr marL="0" indent="0" algn="l" defTabSz="1097280" rtl="0" eaLnBrk="1" latinLnBrk="0" hangingPunct="1">
              <a:lnSpc>
                <a:spcPct val="110000"/>
              </a:lnSpc>
              <a:spcBef>
                <a:spcPts val="720"/>
              </a:spcBef>
              <a:spcAft>
                <a:spcPct val="0"/>
              </a:spcAft>
              <a:buFont typeface="Arial" panose="020B0604020202020204" pitchFamily="34" charset="0"/>
              <a:buNone/>
              <a:defRPr sz="1920" b="0" i="0" kern="1200">
                <a:solidFill>
                  <a:schemeClr val="tx1"/>
                </a:solidFill>
                <a:latin typeface="+mn-lt"/>
                <a:ea typeface="Calibri" panose="020F0502020204030204" pitchFamily="34" charset="0"/>
                <a:cs typeface="Calibri" panose="020F0502020204030204" pitchFamily="34" charset="0"/>
              </a:defRPr>
            </a:lvl1pPr>
            <a:lvl2pPr marL="304560" indent="-302400" algn="l" defTabSz="1097280" rtl="0" eaLnBrk="1" latinLnBrk="0" hangingPunct="1">
              <a:lnSpc>
                <a:spcPct val="100000"/>
              </a:lnSpc>
              <a:spcBef>
                <a:spcPts val="720"/>
              </a:spcBef>
              <a:spcAft>
                <a:spcPts val="720"/>
              </a:spcAft>
              <a:buClr>
                <a:schemeClr val="tx1"/>
              </a:buClr>
              <a:buFont typeface="Arial" panose="020B0604020202020204" pitchFamily="34" charset="0"/>
              <a:buChar char="•"/>
              <a:defRPr sz="1920" b="0" i="0" kern="1200">
                <a:solidFill>
                  <a:schemeClr val="tx1"/>
                </a:solidFill>
                <a:latin typeface="+mn-lt"/>
                <a:ea typeface="Calibri" panose="020F0502020204030204" pitchFamily="34" charset="0"/>
                <a:cs typeface="Calibri" panose="020F0502020204030204" pitchFamily="34" charset="0"/>
              </a:defRPr>
            </a:lvl2pPr>
            <a:lvl3pPr marL="604800" indent="-302400" algn="l" defTabSz="1097280" rtl="0" eaLnBrk="1" latinLnBrk="0" hangingPunct="1">
              <a:lnSpc>
                <a:spcPct val="100000"/>
              </a:lnSpc>
              <a:spcBef>
                <a:spcPts val="720"/>
              </a:spcBef>
              <a:spcAft>
                <a:spcPts val="720"/>
              </a:spcAft>
              <a:buFont typeface="Courier New" panose="02070309020205020404" pitchFamily="49" charset="0"/>
              <a:buChar char="o"/>
              <a:defRPr sz="1680" b="0" i="0" kern="1200">
                <a:solidFill>
                  <a:schemeClr val="tx1"/>
                </a:solidFill>
                <a:latin typeface="+mn-lt"/>
                <a:ea typeface="Calibri" panose="020F0502020204030204" pitchFamily="34" charset="0"/>
                <a:cs typeface="Calibri" panose="020F0502020204030204" pitchFamily="34" charset="0"/>
              </a:defRPr>
            </a:lvl3pPr>
            <a:lvl4pPr marL="1920240" indent="-274320" algn="l" defTabSz="1097280" rtl="0" eaLnBrk="1" latinLnBrk="0" hangingPunct="1">
              <a:lnSpc>
                <a:spcPct val="110000"/>
              </a:lnSpc>
              <a:spcBef>
                <a:spcPts val="720"/>
              </a:spcBef>
              <a:spcAft>
                <a:spcPct val="0"/>
              </a:spcAft>
              <a:buFont typeface="Arial" panose="020B0604020202020204" pitchFamily="34" charset="0"/>
              <a:buChar char="•"/>
              <a:defRPr sz="1920" b="0" i="0" kern="1200">
                <a:solidFill>
                  <a:schemeClr val="tx1"/>
                </a:solidFill>
                <a:latin typeface="+mn-lt"/>
                <a:ea typeface="Calibri" panose="020F0502020204030204" pitchFamily="34" charset="0"/>
                <a:cs typeface="Calibri" panose="020F0502020204030204" pitchFamily="34" charset="0"/>
              </a:defRPr>
            </a:lvl4pPr>
            <a:lvl5pPr marL="2468880" indent="-274320" algn="l" defTabSz="1097280" rtl="0" eaLnBrk="1" latinLnBrk="0" hangingPunct="1">
              <a:lnSpc>
                <a:spcPct val="110000"/>
              </a:lnSpc>
              <a:spcBef>
                <a:spcPts val="720"/>
              </a:spcBef>
              <a:spcAft>
                <a:spcPct val="0"/>
              </a:spcAft>
              <a:buFont typeface="Arial" panose="020B0604020202020204" pitchFamily="34" charset="0"/>
              <a:buChar char="•"/>
              <a:defRPr sz="1920" b="0" i="0" kern="1200">
                <a:solidFill>
                  <a:schemeClr val="tx1"/>
                </a:solidFill>
                <a:latin typeface="+mn-lt"/>
                <a:ea typeface="Calibri" panose="020F0502020204030204" pitchFamily="34" charset="0"/>
                <a:cs typeface="Calibri" panose="020F0502020204030204" pitchFamily="34" charset="0"/>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a:lstStyle>
          <a:p>
            <a:pPr marL="171450" indent="-171450">
              <a:lnSpc>
                <a:spcPct val="100000"/>
              </a:lnSpc>
              <a:spcBef>
                <a:spcPts val="0"/>
              </a:spcBef>
              <a:buFont typeface="Arial" panose="020B0604020202020204" pitchFamily="34" charset="0"/>
              <a:buChar char="•"/>
            </a:pPr>
            <a:r>
              <a:rPr lang="en-US" sz="1200">
                <a:solidFill>
                  <a:srgbClr val="000000"/>
                </a:solidFill>
                <a:latin typeface="Calibri" panose="020F0502020204030204" pitchFamily="34" charset="0"/>
              </a:rPr>
              <a:t>Aligning deadlines with feasibility assessments will help ensure timely delivery.</a:t>
            </a:r>
          </a:p>
          <a:p>
            <a:pPr marL="171450" indent="-171450">
              <a:lnSpc>
                <a:spcPct val="100000"/>
              </a:lnSpc>
              <a:spcBef>
                <a:spcPts val="0"/>
              </a:spcBef>
              <a:buFont typeface="Arial" panose="020B0604020202020204" pitchFamily="34" charset="0"/>
              <a:buChar char="•"/>
            </a:pPr>
            <a:r>
              <a:rPr lang="en-US" sz="1200">
                <a:solidFill>
                  <a:srgbClr val="000000"/>
                </a:solidFill>
                <a:latin typeface="Calibri" panose="020F0502020204030204" pitchFamily="34" charset="0"/>
              </a:rPr>
              <a:t>Strengthening strategic planning and maintaining consistent priorities can enhance project focus. This must include wider program planning for whole eco-system of applications.</a:t>
            </a:r>
          </a:p>
          <a:p>
            <a:pPr marL="171450" indent="-171450">
              <a:lnSpc>
                <a:spcPct val="100000"/>
              </a:lnSpc>
              <a:spcBef>
                <a:spcPts val="0"/>
              </a:spcBef>
              <a:buFont typeface="Arial" panose="020B0604020202020204" pitchFamily="34" charset="0"/>
              <a:buChar char="•"/>
            </a:pPr>
            <a:r>
              <a:rPr lang="en-US" sz="1200">
                <a:solidFill>
                  <a:srgbClr val="000000"/>
                </a:solidFill>
                <a:latin typeface="Calibri" panose="020F0502020204030204" pitchFamily="34" charset="0"/>
              </a:rPr>
              <a:t>Standardizing processes across teams and vendors will improve collaboration and efficiency.</a:t>
            </a:r>
          </a:p>
          <a:p>
            <a:pPr marL="171450" indent="-171450">
              <a:lnSpc>
                <a:spcPct val="100000"/>
              </a:lnSpc>
              <a:spcBef>
                <a:spcPts val="0"/>
              </a:spcBef>
              <a:buFont typeface="Arial" panose="020B0604020202020204" pitchFamily="34" charset="0"/>
              <a:buChar char="•"/>
            </a:pPr>
            <a:r>
              <a:rPr lang="en-US" sz="1200">
                <a:solidFill>
                  <a:srgbClr val="000000"/>
                </a:solidFill>
                <a:latin typeface="Calibri" panose="020F0502020204030204" pitchFamily="34" charset="0"/>
              </a:rPr>
              <a:t>Implementing formal estimation frameworks can increase accuracy and predictability.</a:t>
            </a:r>
          </a:p>
          <a:p>
            <a:pPr marL="171450" indent="-171450">
              <a:lnSpc>
                <a:spcPct val="100000"/>
              </a:lnSpc>
              <a:spcBef>
                <a:spcPts val="0"/>
              </a:spcBef>
              <a:buFont typeface="Arial" panose="020B0604020202020204" pitchFamily="34" charset="0"/>
              <a:buChar char="•"/>
            </a:pPr>
            <a:r>
              <a:rPr lang="en-US" sz="1200">
                <a:solidFill>
                  <a:srgbClr val="000000"/>
                </a:solidFill>
                <a:latin typeface="Calibri" panose="020F0502020204030204" pitchFamily="34" charset="0"/>
              </a:rPr>
              <a:t>Pragmatic and business-driven change-control procedures will help manage scope and expectations.</a:t>
            </a:r>
          </a:p>
          <a:p>
            <a:pPr marL="171450" indent="-171450">
              <a:lnSpc>
                <a:spcPct val="100000"/>
              </a:lnSpc>
              <a:spcBef>
                <a:spcPts val="0"/>
              </a:spcBef>
              <a:buFont typeface="Arial" panose="020B0604020202020204" pitchFamily="34" charset="0"/>
              <a:buChar char="•"/>
            </a:pPr>
            <a:r>
              <a:rPr lang="en-US" sz="1200">
                <a:solidFill>
                  <a:srgbClr val="000000"/>
                </a:solidFill>
                <a:latin typeface="Calibri" panose="020F0502020204030204" pitchFamily="34" charset="0"/>
              </a:rPr>
              <a:t>Supporting leadership with realistic planning tools can foster achievable commitments.</a:t>
            </a:r>
          </a:p>
          <a:p>
            <a:pPr marL="171450" indent="-171450">
              <a:lnSpc>
                <a:spcPct val="100000"/>
              </a:lnSpc>
              <a:spcBef>
                <a:spcPts val="0"/>
              </a:spcBef>
              <a:buFont typeface="Arial" panose="020B0604020202020204" pitchFamily="34" charset="0"/>
              <a:buChar char="•"/>
            </a:pPr>
            <a:r>
              <a:rPr lang="en-US" sz="1200">
                <a:solidFill>
                  <a:srgbClr val="000000"/>
                </a:solidFill>
                <a:latin typeface="Calibri" panose="020F0502020204030204" pitchFamily="34" charset="0"/>
              </a:rPr>
              <a:t>Enhancing governance by defining key phase milestones to improve project tracking.</a:t>
            </a:r>
          </a:p>
          <a:p>
            <a:pPr marL="171450" indent="-171450">
              <a:lnSpc>
                <a:spcPct val="100000"/>
              </a:lnSpc>
              <a:spcBef>
                <a:spcPts val="0"/>
              </a:spcBef>
              <a:buFont typeface="Arial" panose="020B0604020202020204" pitchFamily="34" charset="0"/>
              <a:buChar char="•"/>
            </a:pPr>
            <a:r>
              <a:rPr lang="en-US" sz="1200">
                <a:solidFill>
                  <a:srgbClr val="000000"/>
                </a:solidFill>
                <a:latin typeface="Calibri" panose="020F0502020204030204" pitchFamily="34" charset="0"/>
              </a:rPr>
              <a:t>Clarifying ownership and responsibilities will streamline accountability.</a:t>
            </a:r>
          </a:p>
          <a:p>
            <a:pPr marL="171450" indent="-171450">
              <a:lnSpc>
                <a:spcPct val="100000"/>
              </a:lnSpc>
              <a:spcBef>
                <a:spcPts val="0"/>
              </a:spcBef>
              <a:buFont typeface="Arial" panose="020B0604020202020204" pitchFamily="34" charset="0"/>
              <a:buChar char="•"/>
            </a:pPr>
            <a:r>
              <a:rPr lang="en-US" sz="1200">
                <a:solidFill>
                  <a:srgbClr val="000000"/>
                </a:solidFill>
                <a:latin typeface="Calibri" panose="020F0502020204030204" pitchFamily="34" charset="0"/>
              </a:rPr>
              <a:t>Establishing capacity planning and load management practices will optimize resource utilization.</a:t>
            </a:r>
            <a:endParaRPr lang="en-US" sz="1200"/>
          </a:p>
        </p:txBody>
      </p:sp>
      <p:pic>
        <p:nvPicPr>
          <p:cNvPr id="29" name="Picture 28" descr="A group of people holding hands&#10;&#10;AI-generated content may be incorrect.">
            <a:extLst>
              <a:ext uri="{FF2B5EF4-FFF2-40B4-BE49-F238E27FC236}">
                <a16:creationId xmlns:a16="http://schemas.microsoft.com/office/drawing/2014/main" id="{2C5A17A6-9B29-A182-C91C-19C38ACFB90D}"/>
              </a:ext>
            </a:extLst>
          </p:cNvPr>
          <p:cNvPicPr>
            <a:picLocks noChangeAspect="1"/>
          </p:cNvPicPr>
          <p:nvPr/>
        </p:nvPicPr>
        <p:blipFill>
          <a:blip r:embed="rId3">
            <a:extLst>
              <a:ext uri="{BEBA8EAE-BF5A-486C-A8C5-ECC9F3942E4B}">
                <a14:imgProps xmlns:a14="http://schemas.microsoft.com/office/drawing/2010/main">
                  <a14:imgLayer r:embed="rId4">
                    <a14:imgEffect>
                      <a14:brightnessContrast bright="100000"/>
                    </a14:imgEffect>
                  </a14:imgLayer>
                </a14:imgProps>
              </a:ext>
            </a:extLst>
          </a:blip>
          <a:stretch>
            <a:fillRect/>
          </a:stretch>
        </p:blipFill>
        <p:spPr>
          <a:xfrm>
            <a:off x="786701" y="3194590"/>
            <a:ext cx="1036320" cy="1036320"/>
          </a:xfrm>
          <a:prstGeom prst="rect">
            <a:avLst/>
          </a:prstGeom>
        </p:spPr>
      </p:pic>
      <p:sp>
        <p:nvSpPr>
          <p:cNvPr id="4" name="Text Placeholder 20">
            <a:extLst>
              <a:ext uri="{FF2B5EF4-FFF2-40B4-BE49-F238E27FC236}">
                <a16:creationId xmlns:a16="http://schemas.microsoft.com/office/drawing/2014/main" id="{E0A29FAC-1970-B306-3855-AD6A9B00207A}"/>
              </a:ext>
            </a:extLst>
          </p:cNvPr>
          <p:cNvSpPr txBox="1">
            <a:spLocks/>
          </p:cNvSpPr>
          <p:nvPr/>
        </p:nvSpPr>
        <p:spPr>
          <a:xfrm>
            <a:off x="7245111" y="2677803"/>
            <a:ext cx="4206239" cy="3647152"/>
          </a:xfrm>
          <a:prstGeom prst="rect">
            <a:avLst/>
          </a:prstGeom>
        </p:spPr>
        <p:txBody>
          <a:bodyPr wrap="square" lIns="0" tIns="0" rIns="0" bIns="0">
            <a:spAutoFit/>
          </a:bodyPr>
          <a:lstStyle>
            <a:lvl1pPr marL="0" indent="0" algn="l" defTabSz="1097280" rtl="0" eaLnBrk="1" latinLnBrk="0" hangingPunct="1">
              <a:lnSpc>
                <a:spcPct val="110000"/>
              </a:lnSpc>
              <a:spcBef>
                <a:spcPts val="720"/>
              </a:spcBef>
              <a:spcAft>
                <a:spcPct val="0"/>
              </a:spcAft>
              <a:buFont typeface="Arial" panose="020B0604020202020204" pitchFamily="34" charset="0"/>
              <a:buNone/>
              <a:defRPr sz="1920" b="0" i="0" kern="1200">
                <a:solidFill>
                  <a:schemeClr val="tx1"/>
                </a:solidFill>
                <a:latin typeface="+mn-lt"/>
                <a:ea typeface="Calibri" panose="020F0502020204030204" pitchFamily="34" charset="0"/>
                <a:cs typeface="Calibri" panose="020F0502020204030204" pitchFamily="34" charset="0"/>
              </a:defRPr>
            </a:lvl1pPr>
            <a:lvl2pPr marL="304560" indent="-302400" algn="l" defTabSz="1097280" rtl="0" eaLnBrk="1" latinLnBrk="0" hangingPunct="1">
              <a:lnSpc>
                <a:spcPct val="100000"/>
              </a:lnSpc>
              <a:spcBef>
                <a:spcPts val="720"/>
              </a:spcBef>
              <a:spcAft>
                <a:spcPts val="720"/>
              </a:spcAft>
              <a:buClr>
                <a:schemeClr val="tx1"/>
              </a:buClr>
              <a:buFont typeface="Arial" panose="020B0604020202020204" pitchFamily="34" charset="0"/>
              <a:buChar char="•"/>
              <a:defRPr sz="1920" b="0" i="0" kern="1200">
                <a:solidFill>
                  <a:schemeClr val="tx1"/>
                </a:solidFill>
                <a:latin typeface="+mn-lt"/>
                <a:ea typeface="Calibri" panose="020F0502020204030204" pitchFamily="34" charset="0"/>
                <a:cs typeface="Calibri" panose="020F0502020204030204" pitchFamily="34" charset="0"/>
              </a:defRPr>
            </a:lvl2pPr>
            <a:lvl3pPr marL="604800" indent="-302400" algn="l" defTabSz="1097280" rtl="0" eaLnBrk="1" latinLnBrk="0" hangingPunct="1">
              <a:lnSpc>
                <a:spcPct val="100000"/>
              </a:lnSpc>
              <a:spcBef>
                <a:spcPts val="720"/>
              </a:spcBef>
              <a:spcAft>
                <a:spcPts val="720"/>
              </a:spcAft>
              <a:buFont typeface="Courier New" panose="02070309020205020404" pitchFamily="49" charset="0"/>
              <a:buChar char="o"/>
              <a:defRPr sz="1680" b="0" i="0" kern="1200">
                <a:solidFill>
                  <a:schemeClr val="tx1"/>
                </a:solidFill>
                <a:latin typeface="+mn-lt"/>
                <a:ea typeface="Calibri" panose="020F0502020204030204" pitchFamily="34" charset="0"/>
                <a:cs typeface="Calibri" panose="020F0502020204030204" pitchFamily="34" charset="0"/>
              </a:defRPr>
            </a:lvl3pPr>
            <a:lvl4pPr marL="1920240" indent="-274320" algn="l" defTabSz="1097280" rtl="0" eaLnBrk="1" latinLnBrk="0" hangingPunct="1">
              <a:lnSpc>
                <a:spcPct val="110000"/>
              </a:lnSpc>
              <a:spcBef>
                <a:spcPts val="720"/>
              </a:spcBef>
              <a:spcAft>
                <a:spcPct val="0"/>
              </a:spcAft>
              <a:buFont typeface="Arial" panose="020B0604020202020204" pitchFamily="34" charset="0"/>
              <a:buChar char="•"/>
              <a:defRPr sz="1920" b="0" i="0" kern="1200">
                <a:solidFill>
                  <a:schemeClr val="tx1"/>
                </a:solidFill>
                <a:latin typeface="+mn-lt"/>
                <a:ea typeface="Calibri" panose="020F0502020204030204" pitchFamily="34" charset="0"/>
                <a:cs typeface="Calibri" panose="020F0502020204030204" pitchFamily="34" charset="0"/>
              </a:defRPr>
            </a:lvl4pPr>
            <a:lvl5pPr marL="2468880" indent="-274320" algn="l" defTabSz="1097280" rtl="0" eaLnBrk="1" latinLnBrk="0" hangingPunct="1">
              <a:lnSpc>
                <a:spcPct val="110000"/>
              </a:lnSpc>
              <a:spcBef>
                <a:spcPts val="720"/>
              </a:spcBef>
              <a:spcAft>
                <a:spcPct val="0"/>
              </a:spcAft>
              <a:buFont typeface="Arial" panose="020B0604020202020204" pitchFamily="34" charset="0"/>
              <a:buChar char="•"/>
              <a:defRPr sz="1920" b="0" i="0" kern="1200">
                <a:solidFill>
                  <a:schemeClr val="tx1"/>
                </a:solidFill>
                <a:latin typeface="+mn-lt"/>
                <a:ea typeface="Calibri" panose="020F0502020204030204" pitchFamily="34" charset="0"/>
                <a:cs typeface="Calibri" panose="020F0502020204030204" pitchFamily="34" charset="0"/>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a:lstStyle>
          <a:p>
            <a:pPr>
              <a:lnSpc>
                <a:spcPct val="100000"/>
              </a:lnSpc>
              <a:spcBef>
                <a:spcPts val="600"/>
              </a:spcBef>
              <a:spcAft>
                <a:spcPts val="300"/>
              </a:spcAft>
            </a:pPr>
            <a:r>
              <a:rPr lang="en-US" sz="1400" b="1">
                <a:solidFill>
                  <a:srgbClr val="000000"/>
                </a:solidFill>
                <a:latin typeface="Calibri" panose="020F0502020204030204" pitchFamily="34" charset="0"/>
              </a:rPr>
              <a:t>Strategic Planning &amp; Roadmap Implementation</a:t>
            </a:r>
          </a:p>
          <a:p>
            <a:pPr>
              <a:lnSpc>
                <a:spcPct val="100000"/>
              </a:lnSpc>
              <a:spcBef>
                <a:spcPts val="0"/>
              </a:spcBef>
            </a:pPr>
            <a:r>
              <a:rPr lang="en-US" sz="1200">
                <a:solidFill>
                  <a:srgbClr val="000000"/>
                </a:solidFill>
                <a:latin typeface="Calibri" panose="020F0502020204030204" pitchFamily="34" charset="0"/>
              </a:rPr>
              <a:t>Set direction, align priorities, and enable effective downstream governance. Develop program level approach and toolset to plan, monitor and control execution, track risk and changes integrated with multi-level reporting.</a:t>
            </a:r>
            <a:endParaRPr lang="en-US" sz="1200" b="1">
              <a:solidFill>
                <a:srgbClr val="000000"/>
              </a:solidFill>
              <a:latin typeface="Calibri" panose="020F0502020204030204" pitchFamily="34" charset="0"/>
            </a:endParaRPr>
          </a:p>
          <a:p>
            <a:pPr>
              <a:lnSpc>
                <a:spcPct val="100000"/>
              </a:lnSpc>
              <a:spcBef>
                <a:spcPts val="600"/>
              </a:spcBef>
              <a:spcAft>
                <a:spcPts val="300"/>
              </a:spcAft>
            </a:pPr>
            <a:r>
              <a:rPr lang="en-US" sz="1400" b="1">
                <a:solidFill>
                  <a:srgbClr val="000000"/>
                </a:solidFill>
                <a:latin typeface="Calibri" panose="020F0502020204030204" pitchFamily="34" charset="0"/>
              </a:rPr>
              <a:t>Unified Delivery Framework Rollout</a:t>
            </a:r>
          </a:p>
          <a:p>
            <a:pPr>
              <a:lnSpc>
                <a:spcPct val="100000"/>
              </a:lnSpc>
              <a:spcBef>
                <a:spcPts val="0"/>
              </a:spcBef>
            </a:pPr>
            <a:r>
              <a:rPr lang="en-US" sz="1200">
                <a:solidFill>
                  <a:srgbClr val="000000"/>
                </a:solidFill>
                <a:latin typeface="Calibri" panose="020F0502020204030204" pitchFamily="34" charset="0"/>
              </a:rPr>
              <a:t>With strategic alignment in place, standardize processes and clarify roles for all teams. This must include contracts and clear definition of ready to mitigate issues during transitions between different phases or teams.</a:t>
            </a:r>
            <a:endParaRPr lang="en-US" sz="1200" b="1">
              <a:solidFill>
                <a:srgbClr val="000000"/>
              </a:solidFill>
              <a:latin typeface="Calibri" panose="020F0502020204030204" pitchFamily="34" charset="0"/>
            </a:endParaRPr>
          </a:p>
          <a:p>
            <a:pPr>
              <a:lnSpc>
                <a:spcPct val="100000"/>
              </a:lnSpc>
              <a:spcBef>
                <a:spcPts val="600"/>
              </a:spcBef>
              <a:spcAft>
                <a:spcPts val="300"/>
              </a:spcAft>
            </a:pPr>
            <a:r>
              <a:rPr lang="en-US" sz="1400" b="1">
                <a:solidFill>
                  <a:srgbClr val="000000"/>
                </a:solidFill>
                <a:latin typeface="Calibri" panose="020F0502020204030204" pitchFamily="34" charset="0"/>
              </a:rPr>
              <a:t>Estimation &amp; Change Control Enhancement</a:t>
            </a:r>
          </a:p>
          <a:p>
            <a:pPr>
              <a:lnSpc>
                <a:spcPct val="100000"/>
              </a:lnSpc>
              <a:spcBef>
                <a:spcPts val="0"/>
              </a:spcBef>
            </a:pPr>
            <a:r>
              <a:rPr lang="en-US" sz="1200">
                <a:solidFill>
                  <a:srgbClr val="000000"/>
                </a:solidFill>
                <a:latin typeface="Calibri" panose="020F0502020204030204" pitchFamily="34" charset="0"/>
              </a:rPr>
              <a:t>Improve estimation accuracy and control scope changes. Use </a:t>
            </a:r>
            <a:r>
              <a:rPr lang="en-US" sz="1200" b="1">
                <a:solidFill>
                  <a:schemeClr val="accent4">
                    <a:lumMod val="60000"/>
                    <a:lumOff val="40000"/>
                  </a:schemeClr>
                </a:solidFill>
                <a:latin typeface="Calibri" panose="020F0502020204030204" pitchFamily="34" charset="0"/>
              </a:rPr>
              <a:t>AI to analyze historical data, draft plans and suggest improvements </a:t>
            </a:r>
            <a:r>
              <a:rPr lang="en-US" sz="1200">
                <a:latin typeface="Calibri" panose="020F0502020204030204" pitchFamily="34" charset="0"/>
              </a:rPr>
              <a:t>based on best practices. </a:t>
            </a:r>
          </a:p>
          <a:p>
            <a:pPr>
              <a:lnSpc>
                <a:spcPct val="100000"/>
              </a:lnSpc>
              <a:spcBef>
                <a:spcPts val="600"/>
              </a:spcBef>
              <a:spcAft>
                <a:spcPts val="300"/>
              </a:spcAft>
            </a:pPr>
            <a:r>
              <a:rPr lang="en-US" sz="1400" b="1">
                <a:solidFill>
                  <a:srgbClr val="000000"/>
                </a:solidFill>
                <a:latin typeface="Calibri" panose="020F0502020204030204" pitchFamily="34" charset="0"/>
              </a:rPr>
              <a:t>Phase-Gate Governance &amp; Milestone Management</a:t>
            </a:r>
          </a:p>
          <a:p>
            <a:pPr>
              <a:lnSpc>
                <a:spcPct val="100000"/>
              </a:lnSpc>
              <a:spcBef>
                <a:spcPts val="0"/>
              </a:spcBef>
            </a:pPr>
            <a:r>
              <a:rPr lang="en-US" sz="1200">
                <a:solidFill>
                  <a:srgbClr val="000000"/>
                </a:solidFill>
                <a:latin typeface="Calibri" panose="020F0502020204030204" pitchFamily="34" charset="0"/>
              </a:rPr>
              <a:t>Embedding milestone discipline and monitoring, leveraging the new frameworks and controls.</a:t>
            </a:r>
            <a:endParaRPr lang="en-US" sz="1200"/>
          </a:p>
        </p:txBody>
      </p:sp>
      <p:sp>
        <p:nvSpPr>
          <p:cNvPr id="7" name="TextBox 6">
            <a:extLst>
              <a:ext uri="{FF2B5EF4-FFF2-40B4-BE49-F238E27FC236}">
                <a16:creationId xmlns:a16="http://schemas.microsoft.com/office/drawing/2014/main" id="{A4E9BC31-DF39-45F7-40C9-CC648853B753}"/>
              </a:ext>
            </a:extLst>
          </p:cNvPr>
          <p:cNvSpPr txBox="1"/>
          <p:nvPr/>
        </p:nvSpPr>
        <p:spPr>
          <a:xfrm>
            <a:off x="2524948" y="2068002"/>
            <a:ext cx="2845459" cy="369332"/>
          </a:xfrm>
          <a:prstGeom prst="rect">
            <a:avLst/>
          </a:prstGeom>
        </p:spPr>
        <p:txBody>
          <a:bodyPr wrap="none" lIns="0" tIns="0" rIns="0" bIns="0" rtlCol="0">
            <a:spAutoFit/>
          </a:bodyPr>
          <a:lstStyle/>
          <a:p>
            <a:pPr algn="l"/>
            <a:r>
              <a:rPr lang="en-US" sz="2400">
                <a:gradFill>
                  <a:gsLst>
                    <a:gs pos="0">
                      <a:schemeClr val="accent2"/>
                    </a:gs>
                    <a:gs pos="65000">
                      <a:schemeClr val="accent5"/>
                    </a:gs>
                    <a:gs pos="100000">
                      <a:schemeClr val="accent4"/>
                    </a:gs>
                  </a:gsLst>
                  <a:lin ang="1800000" scaled="0"/>
                </a:gradFill>
                <a:latin typeface="Calibri Light" panose="020F0302020204030204" pitchFamily="34" charset="0"/>
                <a:ea typeface="Calibri Light" panose="020F0302020204030204" pitchFamily="34" charset="0"/>
                <a:cs typeface="Calibri Light" panose="020F0302020204030204" pitchFamily="34" charset="0"/>
              </a:rPr>
              <a:t>Areas for Improvement</a:t>
            </a:r>
          </a:p>
        </p:txBody>
      </p:sp>
      <p:sp>
        <p:nvSpPr>
          <p:cNvPr id="10" name="TextBox 9">
            <a:extLst>
              <a:ext uri="{FF2B5EF4-FFF2-40B4-BE49-F238E27FC236}">
                <a16:creationId xmlns:a16="http://schemas.microsoft.com/office/drawing/2014/main" id="{E96575D5-2C5F-F495-E2A9-C6841D6663F5}"/>
              </a:ext>
            </a:extLst>
          </p:cNvPr>
          <p:cNvSpPr txBox="1"/>
          <p:nvPr/>
        </p:nvSpPr>
        <p:spPr>
          <a:xfrm>
            <a:off x="7245111" y="2068002"/>
            <a:ext cx="2348976" cy="369332"/>
          </a:xfrm>
          <a:prstGeom prst="rect">
            <a:avLst/>
          </a:prstGeom>
        </p:spPr>
        <p:txBody>
          <a:bodyPr wrap="none" lIns="0" tIns="0" rIns="0" bIns="0" rtlCol="0">
            <a:spAutoFit/>
          </a:bodyPr>
          <a:lstStyle/>
          <a:p>
            <a:pPr algn="l"/>
            <a:r>
              <a:rPr lang="en-US" sz="2400">
                <a:gradFill>
                  <a:gsLst>
                    <a:gs pos="0">
                      <a:schemeClr val="accent2"/>
                    </a:gs>
                    <a:gs pos="65000">
                      <a:schemeClr val="accent5"/>
                    </a:gs>
                    <a:gs pos="100000">
                      <a:schemeClr val="accent4"/>
                    </a:gs>
                  </a:gsLst>
                  <a:lin ang="1800000" scaled="0"/>
                </a:gradFill>
                <a:latin typeface="Calibri Light" panose="020F0302020204030204" pitchFamily="34" charset="0"/>
                <a:ea typeface="Calibri Light" panose="020F0302020204030204" pitchFamily="34" charset="0"/>
                <a:cs typeface="Calibri Light" panose="020F0302020204030204" pitchFamily="34" charset="0"/>
              </a:rPr>
              <a:t>Proposed Solutions</a:t>
            </a:r>
          </a:p>
        </p:txBody>
      </p:sp>
      <p:sp>
        <p:nvSpPr>
          <p:cNvPr id="17" name="TextBox 16">
            <a:extLst>
              <a:ext uri="{FF2B5EF4-FFF2-40B4-BE49-F238E27FC236}">
                <a16:creationId xmlns:a16="http://schemas.microsoft.com/office/drawing/2014/main" id="{4EB42EA4-D220-29CD-C83A-DBA88880C747}"/>
              </a:ext>
            </a:extLst>
          </p:cNvPr>
          <p:cNvSpPr txBox="1"/>
          <p:nvPr/>
        </p:nvSpPr>
        <p:spPr>
          <a:xfrm>
            <a:off x="460248" y="1181100"/>
            <a:ext cx="11279127" cy="646331"/>
          </a:xfrm>
          <a:prstGeom prst="rect">
            <a:avLst/>
          </a:prstGeom>
          <a:noFill/>
        </p:spPr>
        <p:txBody>
          <a:bodyPr wrap="square" lIns="0" tIns="0" rIns="0" bIns="0">
            <a:spAutoFit/>
          </a:bodyPr>
          <a:lstStyle/>
          <a:p>
            <a:r>
              <a:rPr lang="en-US" sz="1400"/>
              <a:t>As TMNAS aims to accelerate growth and launches new products, strong Governance &amp; PM becomes critical to ensure predictable delivery, early eliminate up- and downstream dependency, build a resilient team by expanding skillsets and sharing critical knowledge, and modernize </a:t>
            </a:r>
            <a:r>
              <a:rPr lang="en-US" sz="1400" err="1"/>
              <a:t>RapidSure</a:t>
            </a:r>
            <a:r>
              <a:rPr lang="en-US" sz="1400"/>
              <a:t> without disruption. Disciplined governance </a:t>
            </a:r>
            <a:r>
              <a:rPr lang="pl-PL" sz="1400"/>
              <a:t>allows </a:t>
            </a:r>
            <a:r>
              <a:rPr lang="en-US" sz="1400"/>
              <a:t>to turn investment into faster time‑to‑market, scalable execution, and confident expansion into new business lines.</a:t>
            </a:r>
          </a:p>
        </p:txBody>
      </p:sp>
      <p:cxnSp>
        <p:nvCxnSpPr>
          <p:cNvPr id="14" name="Straight Connector 13">
            <a:extLst>
              <a:ext uri="{FF2B5EF4-FFF2-40B4-BE49-F238E27FC236}">
                <a16:creationId xmlns:a16="http://schemas.microsoft.com/office/drawing/2014/main" id="{8C5F5536-0DDA-5359-53BF-15ADB8BCB341}"/>
              </a:ext>
            </a:extLst>
          </p:cNvPr>
          <p:cNvCxnSpPr>
            <a:cxnSpLocks/>
          </p:cNvCxnSpPr>
          <p:nvPr/>
        </p:nvCxnSpPr>
        <p:spPr>
          <a:xfrm>
            <a:off x="2524948" y="2532334"/>
            <a:ext cx="420624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67B2A4DC-732C-8996-4324-8C8A2E2A7C79}"/>
              </a:ext>
            </a:extLst>
          </p:cNvPr>
          <p:cNvCxnSpPr>
            <a:cxnSpLocks/>
          </p:cNvCxnSpPr>
          <p:nvPr/>
        </p:nvCxnSpPr>
        <p:spPr>
          <a:xfrm>
            <a:off x="7245111" y="2532334"/>
            <a:ext cx="420624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6" name="Google Shape;2191;p75">
            <a:extLst>
              <a:ext uri="{FF2B5EF4-FFF2-40B4-BE49-F238E27FC236}">
                <a16:creationId xmlns:a16="http://schemas.microsoft.com/office/drawing/2014/main" id="{F90BB2C1-D4F2-7196-9F25-869522FD5422}"/>
              </a:ext>
            </a:extLst>
          </p:cNvPr>
          <p:cNvGrpSpPr/>
          <p:nvPr/>
        </p:nvGrpSpPr>
        <p:grpSpPr>
          <a:xfrm>
            <a:off x="6251121" y="2134280"/>
            <a:ext cx="480067" cy="236776"/>
            <a:chOff x="4920150" y="1977875"/>
            <a:chExt cx="68525" cy="33800"/>
          </a:xfrm>
          <a:gradFill>
            <a:gsLst>
              <a:gs pos="0">
                <a:schemeClr val="accent2"/>
              </a:gs>
              <a:gs pos="65000">
                <a:schemeClr val="accent5"/>
              </a:gs>
              <a:gs pos="100000">
                <a:schemeClr val="accent4"/>
              </a:gs>
            </a:gsLst>
            <a:lin ang="1800000" scaled="0"/>
          </a:gradFill>
        </p:grpSpPr>
        <p:sp>
          <p:nvSpPr>
            <p:cNvPr id="18" name="Google Shape;2192;p75">
              <a:extLst>
                <a:ext uri="{FF2B5EF4-FFF2-40B4-BE49-F238E27FC236}">
                  <a16:creationId xmlns:a16="http://schemas.microsoft.com/office/drawing/2014/main" id="{996A4950-DBEC-97C5-A99C-C7F0FE014647}"/>
                </a:ext>
              </a:extLst>
            </p:cNvPr>
            <p:cNvSpPr/>
            <p:nvPr/>
          </p:nvSpPr>
          <p:spPr>
            <a:xfrm>
              <a:off x="4949175" y="1977875"/>
              <a:ext cx="39500" cy="33800"/>
            </a:xfrm>
            <a:custGeom>
              <a:avLst/>
              <a:gdLst/>
              <a:ahLst/>
              <a:cxnLst/>
              <a:rect l="l" t="t" r="r" b="b"/>
              <a:pathLst>
                <a:path w="1580" h="1352" extrusionOk="0">
                  <a:moveTo>
                    <a:pt x="891" y="1"/>
                  </a:moveTo>
                  <a:cubicBezTo>
                    <a:pt x="859" y="1"/>
                    <a:pt x="828" y="12"/>
                    <a:pt x="801" y="32"/>
                  </a:cubicBezTo>
                  <a:cubicBezTo>
                    <a:pt x="743" y="89"/>
                    <a:pt x="743" y="176"/>
                    <a:pt x="801" y="226"/>
                  </a:cubicBezTo>
                  <a:lnTo>
                    <a:pt x="1039" y="472"/>
                  </a:lnTo>
                  <a:cubicBezTo>
                    <a:pt x="1068" y="493"/>
                    <a:pt x="1046" y="544"/>
                    <a:pt x="1010" y="544"/>
                  </a:cubicBezTo>
                  <a:lnTo>
                    <a:pt x="152" y="544"/>
                  </a:lnTo>
                  <a:cubicBezTo>
                    <a:pt x="147" y="543"/>
                    <a:pt x="143" y="543"/>
                    <a:pt x="139" y="543"/>
                  </a:cubicBezTo>
                  <a:cubicBezTo>
                    <a:pt x="66" y="543"/>
                    <a:pt x="14" y="598"/>
                    <a:pt x="8" y="666"/>
                  </a:cubicBezTo>
                  <a:cubicBezTo>
                    <a:pt x="0" y="746"/>
                    <a:pt x="65" y="811"/>
                    <a:pt x="145" y="811"/>
                  </a:cubicBezTo>
                  <a:lnTo>
                    <a:pt x="1010" y="811"/>
                  </a:lnTo>
                  <a:cubicBezTo>
                    <a:pt x="1046" y="811"/>
                    <a:pt x="1068" y="854"/>
                    <a:pt x="1039" y="883"/>
                  </a:cubicBezTo>
                  <a:lnTo>
                    <a:pt x="808" y="1113"/>
                  </a:lnTo>
                  <a:cubicBezTo>
                    <a:pt x="758" y="1164"/>
                    <a:pt x="751" y="1251"/>
                    <a:pt x="794" y="1308"/>
                  </a:cubicBezTo>
                  <a:cubicBezTo>
                    <a:pt x="823" y="1337"/>
                    <a:pt x="859" y="1351"/>
                    <a:pt x="895" y="1351"/>
                  </a:cubicBezTo>
                  <a:cubicBezTo>
                    <a:pt x="931" y="1351"/>
                    <a:pt x="967" y="1337"/>
                    <a:pt x="996" y="1308"/>
                  </a:cubicBezTo>
                  <a:lnTo>
                    <a:pt x="1522" y="774"/>
                  </a:lnTo>
                  <a:cubicBezTo>
                    <a:pt x="1580" y="717"/>
                    <a:pt x="1573" y="630"/>
                    <a:pt x="1522" y="573"/>
                  </a:cubicBezTo>
                  <a:lnTo>
                    <a:pt x="996" y="46"/>
                  </a:lnTo>
                  <a:cubicBezTo>
                    <a:pt x="965" y="15"/>
                    <a:pt x="928" y="1"/>
                    <a:pt x="89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2193;p75">
              <a:extLst>
                <a:ext uri="{FF2B5EF4-FFF2-40B4-BE49-F238E27FC236}">
                  <a16:creationId xmlns:a16="http://schemas.microsoft.com/office/drawing/2014/main" id="{A06D1339-2211-B3B0-A15A-E7C51DE2E025}"/>
                </a:ext>
              </a:extLst>
            </p:cNvPr>
            <p:cNvSpPr/>
            <p:nvPr/>
          </p:nvSpPr>
          <p:spPr>
            <a:xfrm>
              <a:off x="4931875" y="1991450"/>
              <a:ext cx="12825" cy="6700"/>
            </a:xfrm>
            <a:custGeom>
              <a:avLst/>
              <a:gdLst/>
              <a:ahLst/>
              <a:cxnLst/>
              <a:rect l="l" t="t" r="r" b="b"/>
              <a:pathLst>
                <a:path w="513" h="268" extrusionOk="0">
                  <a:moveTo>
                    <a:pt x="180" y="1"/>
                  </a:moveTo>
                  <a:cubicBezTo>
                    <a:pt x="0" y="1"/>
                    <a:pt x="0" y="268"/>
                    <a:pt x="180" y="268"/>
                  </a:cubicBezTo>
                  <a:lnTo>
                    <a:pt x="332" y="268"/>
                  </a:lnTo>
                  <a:cubicBezTo>
                    <a:pt x="512" y="268"/>
                    <a:pt x="512" y="1"/>
                    <a:pt x="33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194;p75">
              <a:extLst>
                <a:ext uri="{FF2B5EF4-FFF2-40B4-BE49-F238E27FC236}">
                  <a16:creationId xmlns:a16="http://schemas.microsoft.com/office/drawing/2014/main" id="{7CB74021-95F9-83D1-1106-C09A80F9DEF8}"/>
                </a:ext>
              </a:extLst>
            </p:cNvPr>
            <p:cNvSpPr/>
            <p:nvPr/>
          </p:nvSpPr>
          <p:spPr>
            <a:xfrm>
              <a:off x="4920150" y="1991450"/>
              <a:ext cx="9225" cy="6700"/>
            </a:xfrm>
            <a:custGeom>
              <a:avLst/>
              <a:gdLst/>
              <a:ahLst/>
              <a:cxnLst/>
              <a:rect l="l" t="t" r="r" b="b"/>
              <a:pathLst>
                <a:path w="369" h="268" extrusionOk="0">
                  <a:moveTo>
                    <a:pt x="181" y="1"/>
                  </a:moveTo>
                  <a:cubicBezTo>
                    <a:pt x="0" y="1"/>
                    <a:pt x="0" y="268"/>
                    <a:pt x="181" y="268"/>
                  </a:cubicBezTo>
                  <a:lnTo>
                    <a:pt x="195" y="268"/>
                  </a:lnTo>
                  <a:cubicBezTo>
                    <a:pt x="368" y="268"/>
                    <a:pt x="368" y="1"/>
                    <a:pt x="195"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 name="Google Shape;2191;p75">
            <a:extLst>
              <a:ext uri="{FF2B5EF4-FFF2-40B4-BE49-F238E27FC236}">
                <a16:creationId xmlns:a16="http://schemas.microsoft.com/office/drawing/2014/main" id="{0A824E10-BB24-69CD-1F16-C503DE0EDF59}"/>
              </a:ext>
            </a:extLst>
          </p:cNvPr>
          <p:cNvGrpSpPr/>
          <p:nvPr/>
        </p:nvGrpSpPr>
        <p:grpSpPr>
          <a:xfrm>
            <a:off x="10971284" y="2134280"/>
            <a:ext cx="480067" cy="236776"/>
            <a:chOff x="4920150" y="1977875"/>
            <a:chExt cx="68525" cy="33800"/>
          </a:xfrm>
          <a:gradFill>
            <a:gsLst>
              <a:gs pos="0">
                <a:schemeClr val="accent2"/>
              </a:gs>
              <a:gs pos="65000">
                <a:schemeClr val="accent5"/>
              </a:gs>
              <a:gs pos="100000">
                <a:schemeClr val="accent4"/>
              </a:gs>
            </a:gsLst>
            <a:lin ang="1800000" scaled="0"/>
          </a:gradFill>
        </p:grpSpPr>
        <p:sp>
          <p:nvSpPr>
            <p:cNvPr id="22" name="Google Shape;2192;p75">
              <a:extLst>
                <a:ext uri="{FF2B5EF4-FFF2-40B4-BE49-F238E27FC236}">
                  <a16:creationId xmlns:a16="http://schemas.microsoft.com/office/drawing/2014/main" id="{7B212264-7D99-BFFD-6437-23E0A93F6670}"/>
                </a:ext>
              </a:extLst>
            </p:cNvPr>
            <p:cNvSpPr/>
            <p:nvPr/>
          </p:nvSpPr>
          <p:spPr>
            <a:xfrm>
              <a:off x="4949175" y="1977875"/>
              <a:ext cx="39500" cy="33800"/>
            </a:xfrm>
            <a:custGeom>
              <a:avLst/>
              <a:gdLst/>
              <a:ahLst/>
              <a:cxnLst/>
              <a:rect l="l" t="t" r="r" b="b"/>
              <a:pathLst>
                <a:path w="1580" h="1352" extrusionOk="0">
                  <a:moveTo>
                    <a:pt x="891" y="1"/>
                  </a:moveTo>
                  <a:cubicBezTo>
                    <a:pt x="859" y="1"/>
                    <a:pt x="828" y="12"/>
                    <a:pt x="801" y="32"/>
                  </a:cubicBezTo>
                  <a:cubicBezTo>
                    <a:pt x="743" y="89"/>
                    <a:pt x="743" y="176"/>
                    <a:pt x="801" y="226"/>
                  </a:cubicBezTo>
                  <a:lnTo>
                    <a:pt x="1039" y="472"/>
                  </a:lnTo>
                  <a:cubicBezTo>
                    <a:pt x="1068" y="493"/>
                    <a:pt x="1046" y="544"/>
                    <a:pt x="1010" y="544"/>
                  </a:cubicBezTo>
                  <a:lnTo>
                    <a:pt x="152" y="544"/>
                  </a:lnTo>
                  <a:cubicBezTo>
                    <a:pt x="147" y="543"/>
                    <a:pt x="143" y="543"/>
                    <a:pt x="139" y="543"/>
                  </a:cubicBezTo>
                  <a:cubicBezTo>
                    <a:pt x="66" y="543"/>
                    <a:pt x="14" y="598"/>
                    <a:pt x="8" y="666"/>
                  </a:cubicBezTo>
                  <a:cubicBezTo>
                    <a:pt x="0" y="746"/>
                    <a:pt x="65" y="811"/>
                    <a:pt x="145" y="811"/>
                  </a:cubicBezTo>
                  <a:lnTo>
                    <a:pt x="1010" y="811"/>
                  </a:lnTo>
                  <a:cubicBezTo>
                    <a:pt x="1046" y="811"/>
                    <a:pt x="1068" y="854"/>
                    <a:pt x="1039" y="883"/>
                  </a:cubicBezTo>
                  <a:lnTo>
                    <a:pt x="808" y="1113"/>
                  </a:lnTo>
                  <a:cubicBezTo>
                    <a:pt x="758" y="1164"/>
                    <a:pt x="751" y="1251"/>
                    <a:pt x="794" y="1308"/>
                  </a:cubicBezTo>
                  <a:cubicBezTo>
                    <a:pt x="823" y="1337"/>
                    <a:pt x="859" y="1351"/>
                    <a:pt x="895" y="1351"/>
                  </a:cubicBezTo>
                  <a:cubicBezTo>
                    <a:pt x="931" y="1351"/>
                    <a:pt x="967" y="1337"/>
                    <a:pt x="996" y="1308"/>
                  </a:cubicBezTo>
                  <a:lnTo>
                    <a:pt x="1522" y="774"/>
                  </a:lnTo>
                  <a:cubicBezTo>
                    <a:pt x="1580" y="717"/>
                    <a:pt x="1573" y="630"/>
                    <a:pt x="1522" y="573"/>
                  </a:cubicBezTo>
                  <a:lnTo>
                    <a:pt x="996" y="46"/>
                  </a:lnTo>
                  <a:cubicBezTo>
                    <a:pt x="965" y="15"/>
                    <a:pt x="928" y="1"/>
                    <a:pt x="89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193;p75">
              <a:extLst>
                <a:ext uri="{FF2B5EF4-FFF2-40B4-BE49-F238E27FC236}">
                  <a16:creationId xmlns:a16="http://schemas.microsoft.com/office/drawing/2014/main" id="{852B2EE4-4682-0D2D-94F7-0C600653AE37}"/>
                </a:ext>
              </a:extLst>
            </p:cNvPr>
            <p:cNvSpPr/>
            <p:nvPr/>
          </p:nvSpPr>
          <p:spPr>
            <a:xfrm>
              <a:off x="4931875" y="1991450"/>
              <a:ext cx="12825" cy="6700"/>
            </a:xfrm>
            <a:custGeom>
              <a:avLst/>
              <a:gdLst/>
              <a:ahLst/>
              <a:cxnLst/>
              <a:rect l="l" t="t" r="r" b="b"/>
              <a:pathLst>
                <a:path w="513" h="268" extrusionOk="0">
                  <a:moveTo>
                    <a:pt x="180" y="1"/>
                  </a:moveTo>
                  <a:cubicBezTo>
                    <a:pt x="0" y="1"/>
                    <a:pt x="0" y="268"/>
                    <a:pt x="180" y="268"/>
                  </a:cubicBezTo>
                  <a:lnTo>
                    <a:pt x="332" y="268"/>
                  </a:lnTo>
                  <a:cubicBezTo>
                    <a:pt x="512" y="268"/>
                    <a:pt x="512" y="1"/>
                    <a:pt x="33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194;p75">
              <a:extLst>
                <a:ext uri="{FF2B5EF4-FFF2-40B4-BE49-F238E27FC236}">
                  <a16:creationId xmlns:a16="http://schemas.microsoft.com/office/drawing/2014/main" id="{C208AAFE-7360-1CAB-96AE-3FF3052CFC2B}"/>
                </a:ext>
              </a:extLst>
            </p:cNvPr>
            <p:cNvSpPr/>
            <p:nvPr/>
          </p:nvSpPr>
          <p:spPr>
            <a:xfrm>
              <a:off x="4920150" y="1991450"/>
              <a:ext cx="9225" cy="6700"/>
            </a:xfrm>
            <a:custGeom>
              <a:avLst/>
              <a:gdLst/>
              <a:ahLst/>
              <a:cxnLst/>
              <a:rect l="l" t="t" r="r" b="b"/>
              <a:pathLst>
                <a:path w="369" h="268" extrusionOk="0">
                  <a:moveTo>
                    <a:pt x="181" y="1"/>
                  </a:moveTo>
                  <a:cubicBezTo>
                    <a:pt x="0" y="1"/>
                    <a:pt x="0" y="268"/>
                    <a:pt x="181" y="268"/>
                  </a:cubicBezTo>
                  <a:lnTo>
                    <a:pt x="195" y="268"/>
                  </a:lnTo>
                  <a:cubicBezTo>
                    <a:pt x="368" y="268"/>
                    <a:pt x="368" y="1"/>
                    <a:pt x="195"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4280343993"/>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D3BE21-9F8B-5D0F-99DD-5D5D96F5B330}"/>
            </a:ext>
          </a:extLst>
        </p:cNvPr>
        <p:cNvGrpSpPr/>
        <p:nvPr/>
      </p:nvGrpSpPr>
      <p:grpSpPr>
        <a:xfrm>
          <a:off x="0" y="0"/>
          <a:ext cx="0" cy="0"/>
          <a:chOff x="0" y="0"/>
          <a:chExt cx="0" cy="0"/>
        </a:xfrm>
      </p:grpSpPr>
      <p:sp>
        <p:nvSpPr>
          <p:cNvPr id="27" name="Rectangle: Rounded Corners 26">
            <a:extLst>
              <a:ext uri="{FF2B5EF4-FFF2-40B4-BE49-F238E27FC236}">
                <a16:creationId xmlns:a16="http://schemas.microsoft.com/office/drawing/2014/main" id="{F195C13D-6E72-AEDF-6EEB-3795867F9620}"/>
              </a:ext>
            </a:extLst>
          </p:cNvPr>
          <p:cNvSpPr/>
          <p:nvPr/>
        </p:nvSpPr>
        <p:spPr bwMode="auto">
          <a:xfrm>
            <a:off x="458724" y="2030679"/>
            <a:ext cx="1689227" cy="4189021"/>
          </a:xfrm>
          <a:prstGeom prst="roundRect">
            <a:avLst>
              <a:gd name="adj" fmla="val 9637"/>
            </a:avLst>
          </a:prstGeom>
          <a:gradFill>
            <a:gsLst>
              <a:gs pos="0">
                <a:schemeClr val="accent2"/>
              </a:gs>
              <a:gs pos="65000">
                <a:schemeClr val="accent5"/>
              </a:gs>
              <a:gs pos="100000">
                <a:schemeClr val="accent4"/>
              </a:gs>
            </a:gsLst>
            <a:lin ang="1800000" scaled="0"/>
          </a:gradFill>
          <a:ln>
            <a:noFill/>
          </a:ln>
          <a:effectLst/>
        </p:spPr>
        <p:txBody>
          <a:bodyPr wrap="square" lIns="0" tIns="0" rIns="0" bIns="0" rtlCol="0" anchor="ctr"/>
          <a:lstStyle/>
          <a:p>
            <a:pPr algn="ctr"/>
            <a:endParaRPr lang="en-US" sz="2400">
              <a:solidFill>
                <a:schemeClr val="bg1"/>
              </a:solidFill>
              <a:latin typeface="Calibri Light" panose="020F0302020204030204" pitchFamily="34" charset="0"/>
              <a:ea typeface="Human Sans ExtraLight" charset="0"/>
              <a:cs typeface="Human Sans ExtraLight" charset="0"/>
            </a:endParaRPr>
          </a:p>
        </p:txBody>
      </p:sp>
      <p:sp>
        <p:nvSpPr>
          <p:cNvPr id="2" name="Title 1">
            <a:extLst>
              <a:ext uri="{FF2B5EF4-FFF2-40B4-BE49-F238E27FC236}">
                <a16:creationId xmlns:a16="http://schemas.microsoft.com/office/drawing/2014/main" id="{457019FB-2296-4F11-7A5F-939982C354F3}"/>
              </a:ext>
            </a:extLst>
          </p:cNvPr>
          <p:cNvSpPr>
            <a:spLocks noGrp="1"/>
          </p:cNvSpPr>
          <p:nvPr>
            <p:ph type="title"/>
          </p:nvPr>
        </p:nvSpPr>
        <p:spPr/>
        <p:txBody>
          <a:bodyPr/>
          <a:lstStyle/>
          <a:p>
            <a:r>
              <a:rPr lang="en-US" err="1"/>
              <a:t>RapidSure</a:t>
            </a:r>
            <a:r>
              <a:rPr lang="en-US"/>
              <a:t> Operating Model Analysis &amp; Recommendations</a:t>
            </a:r>
          </a:p>
        </p:txBody>
      </p:sp>
      <p:sp>
        <p:nvSpPr>
          <p:cNvPr id="40" name="Text Placeholder 39">
            <a:extLst>
              <a:ext uri="{FF2B5EF4-FFF2-40B4-BE49-F238E27FC236}">
                <a16:creationId xmlns:a16="http://schemas.microsoft.com/office/drawing/2014/main" id="{8431CD9C-4F02-7384-0245-D418551F4AB7}"/>
              </a:ext>
            </a:extLst>
          </p:cNvPr>
          <p:cNvSpPr>
            <a:spLocks noGrp="1"/>
          </p:cNvSpPr>
          <p:nvPr>
            <p:ph type="body" sz="quarter" idx="15"/>
          </p:nvPr>
        </p:nvSpPr>
        <p:spPr/>
        <p:txBody>
          <a:bodyPr/>
          <a:lstStyle/>
          <a:p>
            <a:endParaRPr lang="en-US"/>
          </a:p>
        </p:txBody>
      </p:sp>
      <p:sp>
        <p:nvSpPr>
          <p:cNvPr id="8" name="Text Placeholder 23">
            <a:extLst>
              <a:ext uri="{FF2B5EF4-FFF2-40B4-BE49-F238E27FC236}">
                <a16:creationId xmlns:a16="http://schemas.microsoft.com/office/drawing/2014/main" id="{5DE62278-942C-FAA1-0549-4E4A209CD61D}"/>
              </a:ext>
            </a:extLst>
          </p:cNvPr>
          <p:cNvSpPr txBox="1">
            <a:spLocks/>
          </p:cNvSpPr>
          <p:nvPr/>
        </p:nvSpPr>
        <p:spPr>
          <a:xfrm>
            <a:off x="558161" y="4165129"/>
            <a:ext cx="1490353" cy="492443"/>
          </a:xfrm>
          <a:prstGeom prst="rect">
            <a:avLst/>
          </a:prstGeom>
        </p:spPr>
        <p:txBody>
          <a:bodyPr wrap="square" lIns="0" tIns="0" rIns="0" bIns="0">
            <a:spAutoFit/>
          </a:bodyPr>
          <a:lstStyle>
            <a:lvl1pPr marL="0" indent="0" algn="l" defTabSz="1097280" rtl="0" eaLnBrk="1" latinLnBrk="0" hangingPunct="1">
              <a:lnSpc>
                <a:spcPct val="110000"/>
              </a:lnSpc>
              <a:spcBef>
                <a:spcPts val="720"/>
              </a:spcBef>
              <a:spcAft>
                <a:spcPct val="0"/>
              </a:spcAft>
              <a:buFont typeface="Arial" panose="020B0604020202020204" pitchFamily="34" charset="0"/>
              <a:buNone/>
              <a:defRPr sz="1920" b="0" i="0" kern="1200">
                <a:solidFill>
                  <a:schemeClr val="tx1"/>
                </a:solidFill>
                <a:latin typeface="+mn-lt"/>
                <a:ea typeface="Calibri" panose="020F0502020204030204" pitchFamily="34" charset="0"/>
                <a:cs typeface="Calibri" panose="020F0502020204030204" pitchFamily="34" charset="0"/>
              </a:defRPr>
            </a:lvl1pPr>
            <a:lvl2pPr marL="304560" indent="-302400" algn="l" defTabSz="1097280" rtl="0" eaLnBrk="1" latinLnBrk="0" hangingPunct="1">
              <a:lnSpc>
                <a:spcPct val="100000"/>
              </a:lnSpc>
              <a:spcBef>
                <a:spcPts val="720"/>
              </a:spcBef>
              <a:spcAft>
                <a:spcPts val="720"/>
              </a:spcAft>
              <a:buClr>
                <a:schemeClr val="tx1"/>
              </a:buClr>
              <a:buFont typeface="Arial" panose="020B0604020202020204" pitchFamily="34" charset="0"/>
              <a:buChar char="•"/>
              <a:defRPr sz="1920" b="0" i="0" kern="1200">
                <a:solidFill>
                  <a:schemeClr val="tx1"/>
                </a:solidFill>
                <a:latin typeface="+mn-lt"/>
                <a:ea typeface="Calibri" panose="020F0502020204030204" pitchFamily="34" charset="0"/>
                <a:cs typeface="Calibri" panose="020F0502020204030204" pitchFamily="34" charset="0"/>
              </a:defRPr>
            </a:lvl2pPr>
            <a:lvl3pPr marL="604800" indent="-302400" algn="l" defTabSz="1097280" rtl="0" eaLnBrk="1" latinLnBrk="0" hangingPunct="1">
              <a:lnSpc>
                <a:spcPct val="100000"/>
              </a:lnSpc>
              <a:spcBef>
                <a:spcPts val="720"/>
              </a:spcBef>
              <a:spcAft>
                <a:spcPts val="720"/>
              </a:spcAft>
              <a:buFont typeface="Courier New" panose="02070309020205020404" pitchFamily="49" charset="0"/>
              <a:buChar char="o"/>
              <a:defRPr sz="1680" b="0" i="0" kern="1200">
                <a:solidFill>
                  <a:schemeClr val="tx1"/>
                </a:solidFill>
                <a:latin typeface="+mn-lt"/>
                <a:ea typeface="Calibri" panose="020F0502020204030204" pitchFamily="34" charset="0"/>
                <a:cs typeface="Calibri" panose="020F0502020204030204" pitchFamily="34" charset="0"/>
              </a:defRPr>
            </a:lvl3pPr>
            <a:lvl4pPr marL="1920240" indent="-274320" algn="l" defTabSz="1097280" rtl="0" eaLnBrk="1" latinLnBrk="0" hangingPunct="1">
              <a:lnSpc>
                <a:spcPct val="110000"/>
              </a:lnSpc>
              <a:spcBef>
                <a:spcPts val="720"/>
              </a:spcBef>
              <a:spcAft>
                <a:spcPct val="0"/>
              </a:spcAft>
              <a:buFont typeface="Arial" panose="020B0604020202020204" pitchFamily="34" charset="0"/>
              <a:buChar char="•"/>
              <a:defRPr sz="1920" b="0" i="0" kern="1200">
                <a:solidFill>
                  <a:schemeClr val="tx1"/>
                </a:solidFill>
                <a:latin typeface="+mn-lt"/>
                <a:ea typeface="Calibri" panose="020F0502020204030204" pitchFamily="34" charset="0"/>
                <a:cs typeface="Calibri" panose="020F0502020204030204" pitchFamily="34" charset="0"/>
              </a:defRPr>
            </a:lvl4pPr>
            <a:lvl5pPr marL="2468880" indent="-274320" algn="l" defTabSz="1097280" rtl="0" eaLnBrk="1" latinLnBrk="0" hangingPunct="1">
              <a:lnSpc>
                <a:spcPct val="110000"/>
              </a:lnSpc>
              <a:spcBef>
                <a:spcPts val="720"/>
              </a:spcBef>
              <a:spcAft>
                <a:spcPct val="0"/>
              </a:spcAft>
              <a:buFont typeface="Arial" panose="020B0604020202020204" pitchFamily="34" charset="0"/>
              <a:buChar char="•"/>
              <a:defRPr sz="1920" b="0" i="0" kern="1200">
                <a:solidFill>
                  <a:schemeClr val="tx1"/>
                </a:solidFill>
                <a:latin typeface="+mn-lt"/>
                <a:ea typeface="Calibri" panose="020F0502020204030204" pitchFamily="34" charset="0"/>
                <a:cs typeface="Calibri" panose="020F0502020204030204" pitchFamily="34" charset="0"/>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a:lstStyle>
          <a:p>
            <a:pPr algn="ctr">
              <a:lnSpc>
                <a:spcPct val="100000"/>
              </a:lnSpc>
              <a:spcBef>
                <a:spcPts val="0"/>
              </a:spcBef>
              <a:spcAft>
                <a:spcPts val="0"/>
              </a:spcAft>
              <a:defRPr/>
            </a:pPr>
            <a:r>
              <a:rPr lang="en-US" sz="1600" b="1">
                <a:solidFill>
                  <a:schemeClr val="bg1"/>
                </a:solidFill>
              </a:rPr>
              <a:t>Requirements and Solutioning</a:t>
            </a:r>
            <a:endParaRPr lang="en-US" sz="1400" b="1">
              <a:solidFill>
                <a:schemeClr val="bg1"/>
              </a:solidFill>
            </a:endParaRPr>
          </a:p>
        </p:txBody>
      </p:sp>
      <p:sp>
        <p:nvSpPr>
          <p:cNvPr id="19" name="Text Placeholder 20">
            <a:extLst>
              <a:ext uri="{FF2B5EF4-FFF2-40B4-BE49-F238E27FC236}">
                <a16:creationId xmlns:a16="http://schemas.microsoft.com/office/drawing/2014/main" id="{E09CE979-9A18-DA50-8316-EC2B54995A42}"/>
              </a:ext>
            </a:extLst>
          </p:cNvPr>
          <p:cNvSpPr txBox="1">
            <a:spLocks/>
          </p:cNvSpPr>
          <p:nvPr/>
        </p:nvSpPr>
        <p:spPr>
          <a:xfrm>
            <a:off x="2525023" y="2720905"/>
            <a:ext cx="4206165" cy="3493264"/>
          </a:xfrm>
          <a:prstGeom prst="rect">
            <a:avLst/>
          </a:prstGeom>
        </p:spPr>
        <p:txBody>
          <a:bodyPr wrap="square" lIns="0" tIns="0" rIns="0" bIns="0">
            <a:spAutoFit/>
          </a:bodyPr>
          <a:lstStyle>
            <a:lvl1pPr marL="0" indent="0" algn="l" defTabSz="1097280" rtl="0" eaLnBrk="1" latinLnBrk="0" hangingPunct="1">
              <a:lnSpc>
                <a:spcPct val="110000"/>
              </a:lnSpc>
              <a:spcBef>
                <a:spcPts val="720"/>
              </a:spcBef>
              <a:spcAft>
                <a:spcPct val="0"/>
              </a:spcAft>
              <a:buFont typeface="Arial" panose="020B0604020202020204" pitchFamily="34" charset="0"/>
              <a:buNone/>
              <a:defRPr sz="1920" b="0" i="0" kern="1200">
                <a:solidFill>
                  <a:schemeClr val="tx1"/>
                </a:solidFill>
                <a:latin typeface="+mn-lt"/>
                <a:ea typeface="Calibri" panose="020F0502020204030204" pitchFamily="34" charset="0"/>
                <a:cs typeface="Calibri" panose="020F0502020204030204" pitchFamily="34" charset="0"/>
              </a:defRPr>
            </a:lvl1pPr>
            <a:lvl2pPr marL="304560" indent="-302400" algn="l" defTabSz="1097280" rtl="0" eaLnBrk="1" latinLnBrk="0" hangingPunct="1">
              <a:lnSpc>
                <a:spcPct val="100000"/>
              </a:lnSpc>
              <a:spcBef>
                <a:spcPts val="720"/>
              </a:spcBef>
              <a:spcAft>
                <a:spcPts val="720"/>
              </a:spcAft>
              <a:buClr>
                <a:schemeClr val="tx1"/>
              </a:buClr>
              <a:buFont typeface="Arial" panose="020B0604020202020204" pitchFamily="34" charset="0"/>
              <a:buChar char="•"/>
              <a:defRPr sz="1920" b="0" i="0" kern="1200">
                <a:solidFill>
                  <a:schemeClr val="tx1"/>
                </a:solidFill>
                <a:latin typeface="+mn-lt"/>
                <a:ea typeface="Calibri" panose="020F0502020204030204" pitchFamily="34" charset="0"/>
                <a:cs typeface="Calibri" panose="020F0502020204030204" pitchFamily="34" charset="0"/>
              </a:defRPr>
            </a:lvl2pPr>
            <a:lvl3pPr marL="604800" indent="-302400" algn="l" defTabSz="1097280" rtl="0" eaLnBrk="1" latinLnBrk="0" hangingPunct="1">
              <a:lnSpc>
                <a:spcPct val="100000"/>
              </a:lnSpc>
              <a:spcBef>
                <a:spcPts val="720"/>
              </a:spcBef>
              <a:spcAft>
                <a:spcPts val="720"/>
              </a:spcAft>
              <a:buFont typeface="Courier New" panose="02070309020205020404" pitchFamily="49" charset="0"/>
              <a:buChar char="o"/>
              <a:defRPr sz="1680" b="0" i="0" kern="1200">
                <a:solidFill>
                  <a:schemeClr val="tx1"/>
                </a:solidFill>
                <a:latin typeface="+mn-lt"/>
                <a:ea typeface="Calibri" panose="020F0502020204030204" pitchFamily="34" charset="0"/>
                <a:cs typeface="Calibri" panose="020F0502020204030204" pitchFamily="34" charset="0"/>
              </a:defRPr>
            </a:lvl3pPr>
            <a:lvl4pPr marL="1920240" indent="-274320" algn="l" defTabSz="1097280" rtl="0" eaLnBrk="1" latinLnBrk="0" hangingPunct="1">
              <a:lnSpc>
                <a:spcPct val="110000"/>
              </a:lnSpc>
              <a:spcBef>
                <a:spcPts val="720"/>
              </a:spcBef>
              <a:spcAft>
                <a:spcPct val="0"/>
              </a:spcAft>
              <a:buFont typeface="Arial" panose="020B0604020202020204" pitchFamily="34" charset="0"/>
              <a:buChar char="•"/>
              <a:defRPr sz="1920" b="0" i="0" kern="1200">
                <a:solidFill>
                  <a:schemeClr val="tx1"/>
                </a:solidFill>
                <a:latin typeface="+mn-lt"/>
                <a:ea typeface="Calibri" panose="020F0502020204030204" pitchFamily="34" charset="0"/>
                <a:cs typeface="Calibri" panose="020F0502020204030204" pitchFamily="34" charset="0"/>
              </a:defRPr>
            </a:lvl4pPr>
            <a:lvl5pPr marL="2468880" indent="-274320" algn="l" defTabSz="1097280" rtl="0" eaLnBrk="1" latinLnBrk="0" hangingPunct="1">
              <a:lnSpc>
                <a:spcPct val="110000"/>
              </a:lnSpc>
              <a:spcBef>
                <a:spcPts val="720"/>
              </a:spcBef>
              <a:spcAft>
                <a:spcPct val="0"/>
              </a:spcAft>
              <a:buFont typeface="Arial" panose="020B0604020202020204" pitchFamily="34" charset="0"/>
              <a:buChar char="•"/>
              <a:defRPr sz="1920" b="0" i="0" kern="1200">
                <a:solidFill>
                  <a:schemeClr val="tx1"/>
                </a:solidFill>
                <a:latin typeface="+mn-lt"/>
                <a:ea typeface="Calibri" panose="020F0502020204030204" pitchFamily="34" charset="0"/>
                <a:cs typeface="Calibri" panose="020F0502020204030204" pitchFamily="34" charset="0"/>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a:lstStyle>
          <a:p>
            <a:pPr marL="171450" indent="-171450">
              <a:lnSpc>
                <a:spcPct val="100000"/>
              </a:lnSpc>
              <a:spcBef>
                <a:spcPts val="0"/>
              </a:spcBef>
              <a:spcAft>
                <a:spcPts val="600"/>
              </a:spcAft>
              <a:buFont typeface="Arial" panose="020B0604020202020204" pitchFamily="34" charset="0"/>
              <a:buChar char="•"/>
            </a:pPr>
            <a:r>
              <a:rPr lang="en-US" sz="1200">
                <a:solidFill>
                  <a:srgbClr val="000000"/>
                </a:solidFill>
                <a:latin typeface="Calibri" panose="020F0502020204030204" pitchFamily="34" charset="0"/>
              </a:rPr>
              <a:t>Ensuring requirements are comprehensive and detailed will support smoother project execution.</a:t>
            </a:r>
          </a:p>
          <a:p>
            <a:pPr marL="171450" indent="-171450">
              <a:lnSpc>
                <a:spcPct val="100000"/>
              </a:lnSpc>
              <a:spcBef>
                <a:spcPts val="0"/>
              </a:spcBef>
              <a:spcAft>
                <a:spcPts val="600"/>
              </a:spcAft>
              <a:buFont typeface="Arial" panose="020B0604020202020204" pitchFamily="34" charset="0"/>
              <a:buChar char="•"/>
            </a:pPr>
            <a:r>
              <a:rPr lang="en-US" sz="1200">
                <a:solidFill>
                  <a:srgbClr val="000000"/>
                </a:solidFill>
                <a:latin typeface="Calibri" panose="020F0502020204030204" pitchFamily="34" charset="0"/>
              </a:rPr>
              <a:t>Deepening product and system knowledge among business analysts can enhance requirement quality.</a:t>
            </a:r>
          </a:p>
          <a:p>
            <a:pPr marL="171450" indent="-171450">
              <a:lnSpc>
                <a:spcPct val="100000"/>
              </a:lnSpc>
              <a:spcBef>
                <a:spcPts val="0"/>
              </a:spcBef>
              <a:spcAft>
                <a:spcPts val="600"/>
              </a:spcAft>
              <a:buFont typeface="Arial" panose="020B0604020202020204" pitchFamily="34" charset="0"/>
              <a:buChar char="•"/>
            </a:pPr>
            <a:r>
              <a:rPr lang="en-US" sz="1200">
                <a:solidFill>
                  <a:srgbClr val="000000"/>
                </a:solidFill>
                <a:latin typeface="Calibri" panose="020F0502020204030204" pitchFamily="34" charset="0"/>
              </a:rPr>
              <a:t>Early identification of state and product customizations will help minimize rework.</a:t>
            </a:r>
          </a:p>
          <a:p>
            <a:pPr marL="171450" indent="-171450">
              <a:lnSpc>
                <a:spcPct val="100000"/>
              </a:lnSpc>
              <a:spcBef>
                <a:spcPts val="0"/>
              </a:spcBef>
              <a:spcAft>
                <a:spcPts val="600"/>
              </a:spcAft>
              <a:buFont typeface="Arial" panose="020B0604020202020204" pitchFamily="34" charset="0"/>
              <a:buChar char="•"/>
            </a:pPr>
            <a:r>
              <a:rPr lang="en-US" sz="1200">
                <a:solidFill>
                  <a:srgbClr val="000000"/>
                </a:solidFill>
                <a:latin typeface="Calibri" panose="020F0502020204030204" pitchFamily="34" charset="0"/>
              </a:rPr>
              <a:t>Managing requirement changes proactively and maintaining stable priorities will reduce project disruptions.</a:t>
            </a:r>
          </a:p>
          <a:p>
            <a:pPr marL="171450" indent="-171450">
              <a:lnSpc>
                <a:spcPct val="100000"/>
              </a:lnSpc>
              <a:spcBef>
                <a:spcPts val="0"/>
              </a:spcBef>
              <a:spcAft>
                <a:spcPts val="600"/>
              </a:spcAft>
              <a:buFont typeface="Arial" panose="020B0604020202020204" pitchFamily="34" charset="0"/>
              <a:buChar char="•"/>
            </a:pPr>
            <a:r>
              <a:rPr lang="en-US" sz="1200">
                <a:solidFill>
                  <a:srgbClr val="000000"/>
                </a:solidFill>
                <a:latin typeface="Calibri" panose="020F0502020204030204" pitchFamily="34" charset="0"/>
              </a:rPr>
              <a:t>Adopting standardized templates and improving documentation practices will increase clarity and consistency.</a:t>
            </a:r>
          </a:p>
          <a:p>
            <a:pPr marL="171450" indent="-171450">
              <a:lnSpc>
                <a:spcPct val="100000"/>
              </a:lnSpc>
              <a:spcBef>
                <a:spcPts val="0"/>
              </a:spcBef>
              <a:spcAft>
                <a:spcPts val="600"/>
              </a:spcAft>
              <a:buFont typeface="Arial" panose="020B0604020202020204" pitchFamily="34" charset="0"/>
              <a:buChar char="•"/>
            </a:pPr>
            <a:r>
              <a:rPr lang="en-US" sz="1200">
                <a:solidFill>
                  <a:srgbClr val="000000"/>
                </a:solidFill>
                <a:latin typeface="Calibri" panose="020F0502020204030204" pitchFamily="34" charset="0"/>
              </a:rPr>
              <a:t>Defining clear readiness and acceptance criteria will streamline project delivery and sign-off.</a:t>
            </a:r>
          </a:p>
          <a:p>
            <a:pPr marL="171450" indent="-171450">
              <a:lnSpc>
                <a:spcPct val="100000"/>
              </a:lnSpc>
              <a:spcBef>
                <a:spcPts val="0"/>
              </a:spcBef>
              <a:spcAft>
                <a:spcPts val="600"/>
              </a:spcAft>
              <a:buFont typeface="Arial" panose="020B0604020202020204" pitchFamily="34" charset="0"/>
              <a:buChar char="•"/>
            </a:pPr>
            <a:r>
              <a:rPr lang="en-US" sz="1200">
                <a:solidFill>
                  <a:srgbClr val="000000"/>
                </a:solidFill>
                <a:latin typeface="Calibri" panose="020F0502020204030204" pitchFamily="34" charset="0"/>
              </a:rPr>
              <a:t>Strengthening end-to-end product ownership will foster holistic understanding and accountability.</a:t>
            </a:r>
          </a:p>
          <a:p>
            <a:pPr marL="171450" indent="-171450">
              <a:lnSpc>
                <a:spcPct val="100000"/>
              </a:lnSpc>
              <a:spcBef>
                <a:spcPts val="0"/>
              </a:spcBef>
              <a:spcAft>
                <a:spcPts val="600"/>
              </a:spcAft>
              <a:buFont typeface="Arial" panose="020B0604020202020204" pitchFamily="34" charset="0"/>
              <a:buChar char="•"/>
            </a:pPr>
            <a:r>
              <a:rPr lang="en-US" sz="1200">
                <a:solidFill>
                  <a:srgbClr val="000000"/>
                </a:solidFill>
                <a:latin typeface="Calibri" panose="020F0502020204030204" pitchFamily="34" charset="0"/>
              </a:rPr>
              <a:t>Building a catalog of historical estimates and reference patterns will improve future planning and estimation.</a:t>
            </a:r>
            <a:endParaRPr lang="en-US" sz="1200"/>
          </a:p>
        </p:txBody>
      </p:sp>
      <p:pic>
        <p:nvPicPr>
          <p:cNvPr id="25" name="Picture 24" descr="A blue and purple neon sign&#10;&#10;AI-generated content may be incorrect.">
            <a:extLst>
              <a:ext uri="{FF2B5EF4-FFF2-40B4-BE49-F238E27FC236}">
                <a16:creationId xmlns:a16="http://schemas.microsoft.com/office/drawing/2014/main" id="{B8973B96-EF9D-047B-194F-F7ED7877358B}"/>
              </a:ext>
            </a:extLst>
          </p:cNvPr>
          <p:cNvPicPr>
            <a:picLocks noChangeAspect="1"/>
          </p:cNvPicPr>
          <p:nvPr/>
        </p:nvPicPr>
        <p:blipFill>
          <a:blip r:embed="rId3">
            <a:extLst>
              <a:ext uri="{BEBA8EAE-BF5A-486C-A8C5-ECC9F3942E4B}">
                <a14:imgProps xmlns:a14="http://schemas.microsoft.com/office/drawing/2010/main">
                  <a14:imgLayer r:embed="rId4">
                    <a14:imgEffect>
                      <a14:brightnessContrast bright="100000"/>
                    </a14:imgEffect>
                  </a14:imgLayer>
                </a14:imgProps>
              </a:ext>
            </a:extLst>
          </a:blip>
          <a:stretch>
            <a:fillRect/>
          </a:stretch>
        </p:blipFill>
        <p:spPr>
          <a:xfrm>
            <a:off x="785177" y="3143894"/>
            <a:ext cx="1036320" cy="1036320"/>
          </a:xfrm>
          <a:prstGeom prst="rect">
            <a:avLst/>
          </a:prstGeom>
        </p:spPr>
      </p:pic>
      <p:sp>
        <p:nvSpPr>
          <p:cNvPr id="12" name="Text Placeholder 20">
            <a:extLst>
              <a:ext uri="{FF2B5EF4-FFF2-40B4-BE49-F238E27FC236}">
                <a16:creationId xmlns:a16="http://schemas.microsoft.com/office/drawing/2014/main" id="{DF8789F4-E65A-F0BE-2F82-E34ED4CB211B}"/>
              </a:ext>
            </a:extLst>
          </p:cNvPr>
          <p:cNvSpPr txBox="1">
            <a:spLocks/>
          </p:cNvSpPr>
          <p:nvPr/>
        </p:nvSpPr>
        <p:spPr>
          <a:xfrm>
            <a:off x="7258846" y="2720905"/>
            <a:ext cx="4374993" cy="3477875"/>
          </a:xfrm>
          <a:prstGeom prst="rect">
            <a:avLst/>
          </a:prstGeom>
        </p:spPr>
        <p:txBody>
          <a:bodyPr wrap="square" lIns="0" tIns="0" rIns="0" bIns="0">
            <a:spAutoFit/>
          </a:bodyPr>
          <a:lstStyle>
            <a:lvl1pPr marL="0" indent="0" algn="l" defTabSz="1097280" rtl="0" eaLnBrk="1" latinLnBrk="0" hangingPunct="1">
              <a:lnSpc>
                <a:spcPct val="110000"/>
              </a:lnSpc>
              <a:spcBef>
                <a:spcPts val="720"/>
              </a:spcBef>
              <a:spcAft>
                <a:spcPct val="0"/>
              </a:spcAft>
              <a:buFont typeface="Arial" panose="020B0604020202020204" pitchFamily="34" charset="0"/>
              <a:buNone/>
              <a:defRPr sz="1920" b="0" i="0" kern="1200">
                <a:solidFill>
                  <a:schemeClr val="tx1"/>
                </a:solidFill>
                <a:latin typeface="+mn-lt"/>
                <a:ea typeface="Calibri" panose="020F0502020204030204" pitchFamily="34" charset="0"/>
                <a:cs typeface="Calibri" panose="020F0502020204030204" pitchFamily="34" charset="0"/>
              </a:defRPr>
            </a:lvl1pPr>
            <a:lvl2pPr marL="304560" indent="-302400" algn="l" defTabSz="1097280" rtl="0" eaLnBrk="1" latinLnBrk="0" hangingPunct="1">
              <a:lnSpc>
                <a:spcPct val="100000"/>
              </a:lnSpc>
              <a:spcBef>
                <a:spcPts val="720"/>
              </a:spcBef>
              <a:spcAft>
                <a:spcPts val="720"/>
              </a:spcAft>
              <a:buClr>
                <a:schemeClr val="tx1"/>
              </a:buClr>
              <a:buFont typeface="Arial" panose="020B0604020202020204" pitchFamily="34" charset="0"/>
              <a:buChar char="•"/>
              <a:defRPr sz="1920" b="0" i="0" kern="1200">
                <a:solidFill>
                  <a:schemeClr val="tx1"/>
                </a:solidFill>
                <a:latin typeface="+mn-lt"/>
                <a:ea typeface="Calibri" panose="020F0502020204030204" pitchFamily="34" charset="0"/>
                <a:cs typeface="Calibri" panose="020F0502020204030204" pitchFamily="34" charset="0"/>
              </a:defRPr>
            </a:lvl2pPr>
            <a:lvl3pPr marL="604800" indent="-302400" algn="l" defTabSz="1097280" rtl="0" eaLnBrk="1" latinLnBrk="0" hangingPunct="1">
              <a:lnSpc>
                <a:spcPct val="100000"/>
              </a:lnSpc>
              <a:spcBef>
                <a:spcPts val="720"/>
              </a:spcBef>
              <a:spcAft>
                <a:spcPts val="720"/>
              </a:spcAft>
              <a:buFont typeface="Courier New" panose="02070309020205020404" pitchFamily="49" charset="0"/>
              <a:buChar char="o"/>
              <a:defRPr sz="1680" b="0" i="0" kern="1200">
                <a:solidFill>
                  <a:schemeClr val="tx1"/>
                </a:solidFill>
                <a:latin typeface="+mn-lt"/>
                <a:ea typeface="Calibri" panose="020F0502020204030204" pitchFamily="34" charset="0"/>
                <a:cs typeface="Calibri" panose="020F0502020204030204" pitchFamily="34" charset="0"/>
              </a:defRPr>
            </a:lvl3pPr>
            <a:lvl4pPr marL="1920240" indent="-274320" algn="l" defTabSz="1097280" rtl="0" eaLnBrk="1" latinLnBrk="0" hangingPunct="1">
              <a:lnSpc>
                <a:spcPct val="110000"/>
              </a:lnSpc>
              <a:spcBef>
                <a:spcPts val="720"/>
              </a:spcBef>
              <a:spcAft>
                <a:spcPct val="0"/>
              </a:spcAft>
              <a:buFont typeface="Arial" panose="020B0604020202020204" pitchFamily="34" charset="0"/>
              <a:buChar char="•"/>
              <a:defRPr sz="1920" b="0" i="0" kern="1200">
                <a:solidFill>
                  <a:schemeClr val="tx1"/>
                </a:solidFill>
                <a:latin typeface="+mn-lt"/>
                <a:ea typeface="Calibri" panose="020F0502020204030204" pitchFamily="34" charset="0"/>
                <a:cs typeface="Calibri" panose="020F0502020204030204" pitchFamily="34" charset="0"/>
              </a:defRPr>
            </a:lvl4pPr>
            <a:lvl5pPr marL="2468880" indent="-274320" algn="l" defTabSz="1097280" rtl="0" eaLnBrk="1" latinLnBrk="0" hangingPunct="1">
              <a:lnSpc>
                <a:spcPct val="110000"/>
              </a:lnSpc>
              <a:spcBef>
                <a:spcPts val="720"/>
              </a:spcBef>
              <a:spcAft>
                <a:spcPct val="0"/>
              </a:spcAft>
              <a:buFont typeface="Arial" panose="020B0604020202020204" pitchFamily="34" charset="0"/>
              <a:buChar char="•"/>
              <a:defRPr sz="1920" b="0" i="0" kern="1200">
                <a:solidFill>
                  <a:schemeClr val="tx1"/>
                </a:solidFill>
                <a:latin typeface="+mn-lt"/>
                <a:ea typeface="Calibri" panose="020F0502020204030204" pitchFamily="34" charset="0"/>
                <a:cs typeface="Calibri" panose="020F0502020204030204" pitchFamily="34" charset="0"/>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a:lstStyle>
          <a:p>
            <a:pPr>
              <a:lnSpc>
                <a:spcPct val="100000"/>
              </a:lnSpc>
              <a:spcBef>
                <a:spcPts val="0"/>
              </a:spcBef>
              <a:spcAft>
                <a:spcPts val="600"/>
              </a:spcAft>
            </a:pPr>
            <a:r>
              <a:rPr lang="en-US" sz="1400" b="1">
                <a:solidFill>
                  <a:srgbClr val="000000"/>
                </a:solidFill>
                <a:latin typeface="Calibri" panose="020F0502020204030204" pitchFamily="34" charset="0"/>
              </a:rPr>
              <a:t>Requirements Quality Improvement</a:t>
            </a:r>
          </a:p>
          <a:p>
            <a:pPr>
              <a:lnSpc>
                <a:spcPct val="100000"/>
              </a:lnSpc>
              <a:spcBef>
                <a:spcPts val="0"/>
              </a:spcBef>
            </a:pPr>
            <a:r>
              <a:rPr lang="en-US" sz="1200">
                <a:solidFill>
                  <a:srgbClr val="000000"/>
                </a:solidFill>
                <a:latin typeface="Calibri" panose="020F0502020204030204" pitchFamily="34" charset="0"/>
              </a:rPr>
              <a:t>Ensure requirements are clear, complete, and BAs are upskilled. </a:t>
            </a:r>
            <a:r>
              <a:rPr lang="en-US" sz="1200" b="1">
                <a:solidFill>
                  <a:schemeClr val="accent4">
                    <a:lumMod val="60000"/>
                    <a:lumOff val="40000"/>
                  </a:schemeClr>
                </a:solidFill>
                <a:latin typeface="Calibri" panose="020F0502020204030204" pitchFamily="34" charset="0"/>
              </a:rPr>
              <a:t>AI-powered tools </a:t>
            </a:r>
            <a:r>
              <a:rPr lang="en-US" sz="1200">
                <a:solidFill>
                  <a:srgbClr val="000000"/>
                </a:solidFill>
                <a:latin typeface="Calibri" panose="020F0502020204030204" pitchFamily="34" charset="0"/>
              </a:rPr>
              <a:t>can help to standardize, accelerate and increase quality of documentation.</a:t>
            </a:r>
          </a:p>
          <a:p>
            <a:pPr>
              <a:lnSpc>
                <a:spcPct val="100000"/>
              </a:lnSpc>
              <a:spcBef>
                <a:spcPts val="1200"/>
              </a:spcBef>
              <a:spcAft>
                <a:spcPts val="600"/>
              </a:spcAft>
            </a:pPr>
            <a:r>
              <a:rPr lang="en-US" sz="1400" b="1">
                <a:solidFill>
                  <a:srgbClr val="000000"/>
                </a:solidFill>
                <a:latin typeface="Calibri" panose="020F0502020204030204" pitchFamily="34" charset="0"/>
              </a:rPr>
              <a:t>Documentation &amp; Standards Centralization</a:t>
            </a:r>
          </a:p>
          <a:p>
            <a:pPr>
              <a:lnSpc>
                <a:spcPct val="100000"/>
              </a:lnSpc>
              <a:spcBef>
                <a:spcPts val="0"/>
              </a:spcBef>
            </a:pPr>
            <a:r>
              <a:rPr lang="en-US" sz="1200">
                <a:solidFill>
                  <a:srgbClr val="000000"/>
                </a:solidFill>
                <a:latin typeface="Calibri" panose="020F0502020204030204" pitchFamily="34" charset="0"/>
              </a:rPr>
              <a:t>Standardize and centralize documentation for consistency.</a:t>
            </a:r>
            <a:r>
              <a:rPr lang="ru-RU" sz="1200">
                <a:solidFill>
                  <a:srgbClr val="000000"/>
                </a:solidFill>
                <a:latin typeface="Calibri" panose="020F0502020204030204" pitchFamily="34" charset="0"/>
              </a:rPr>
              <a:t> </a:t>
            </a:r>
            <a:r>
              <a:rPr lang="pl-PL" sz="1200" b="1">
                <a:solidFill>
                  <a:schemeClr val="accent4">
                    <a:lumMod val="60000"/>
                    <a:lumOff val="40000"/>
                  </a:schemeClr>
                </a:solidFill>
                <a:latin typeface="Calibri" panose="020F0502020204030204" pitchFamily="34" charset="0"/>
              </a:rPr>
              <a:t>AI tools adoption </a:t>
            </a:r>
            <a:r>
              <a:rPr lang="pl-PL" sz="1200">
                <a:solidFill>
                  <a:srgbClr val="000000"/>
                </a:solidFill>
                <a:latin typeface="Calibri" panose="020F0502020204030204" pitchFamily="34" charset="0"/>
              </a:rPr>
              <a:t>wll benefit from presence of such Knowledge Libraries.</a:t>
            </a:r>
            <a:endParaRPr lang="en-US" sz="1200">
              <a:solidFill>
                <a:srgbClr val="000000"/>
              </a:solidFill>
              <a:latin typeface="Calibri" panose="020F0502020204030204" pitchFamily="34" charset="0"/>
            </a:endParaRPr>
          </a:p>
          <a:p>
            <a:pPr>
              <a:lnSpc>
                <a:spcPct val="100000"/>
              </a:lnSpc>
              <a:spcBef>
                <a:spcPts val="1200"/>
              </a:spcBef>
              <a:spcAft>
                <a:spcPts val="600"/>
              </a:spcAft>
            </a:pPr>
            <a:r>
              <a:rPr lang="en-US" sz="1400" b="1">
                <a:solidFill>
                  <a:srgbClr val="000000"/>
                </a:solidFill>
                <a:latin typeface="Calibri" panose="020F0502020204030204" pitchFamily="34" charset="0"/>
              </a:rPr>
              <a:t>Early Impact Analysis</a:t>
            </a:r>
          </a:p>
          <a:p>
            <a:pPr>
              <a:lnSpc>
                <a:spcPct val="100000"/>
              </a:lnSpc>
              <a:spcBef>
                <a:spcPts val="0"/>
              </a:spcBef>
            </a:pPr>
            <a:r>
              <a:rPr lang="en-US" sz="1200">
                <a:solidFill>
                  <a:srgbClr val="000000"/>
                </a:solidFill>
                <a:latin typeface="Calibri" panose="020F0502020204030204" pitchFamily="34" charset="0"/>
              </a:rPr>
              <a:t>Review Product ideation and business requirement gathering process to proactively analyze and log customizations to prevent late surprises.</a:t>
            </a:r>
          </a:p>
          <a:p>
            <a:pPr>
              <a:lnSpc>
                <a:spcPct val="100000"/>
              </a:lnSpc>
              <a:spcBef>
                <a:spcPts val="1200"/>
              </a:spcBef>
              <a:spcAft>
                <a:spcPts val="600"/>
              </a:spcAft>
            </a:pPr>
            <a:r>
              <a:rPr lang="en-US" sz="1400" b="1">
                <a:solidFill>
                  <a:srgbClr val="000000"/>
                </a:solidFill>
                <a:latin typeface="Calibri" panose="020F0502020204030204" pitchFamily="34" charset="0"/>
              </a:rPr>
              <a:t>Readiness, Acceptance, and Estimation Catalog</a:t>
            </a:r>
          </a:p>
          <a:p>
            <a:pPr>
              <a:lnSpc>
                <a:spcPct val="100000"/>
              </a:lnSpc>
              <a:spcBef>
                <a:spcPts val="0"/>
              </a:spcBef>
            </a:pPr>
            <a:r>
              <a:rPr lang="en-US" sz="1200">
                <a:solidFill>
                  <a:srgbClr val="000000"/>
                </a:solidFill>
                <a:latin typeface="Calibri" panose="020F0502020204030204" pitchFamily="34" charset="0"/>
              </a:rPr>
              <a:t>Formalize readiness/acceptance criteria and build a repository for continuous improvement. </a:t>
            </a:r>
            <a:r>
              <a:rPr lang="en-US" sz="1200" b="1">
                <a:solidFill>
                  <a:schemeClr val="accent4">
                    <a:lumMod val="60000"/>
                    <a:lumOff val="40000"/>
                  </a:schemeClr>
                </a:solidFill>
                <a:latin typeface="Calibri" panose="020F0502020204030204" pitchFamily="34" charset="0"/>
              </a:rPr>
              <a:t>AI usage for clustering past requirements and estimates </a:t>
            </a:r>
            <a:r>
              <a:rPr lang="en-US" sz="1200">
                <a:solidFill>
                  <a:srgbClr val="000000"/>
                </a:solidFill>
                <a:latin typeface="Calibri" panose="020F0502020204030204" pitchFamily="34" charset="0"/>
              </a:rPr>
              <a:t>will help to make efficient project planning.</a:t>
            </a:r>
            <a:endParaRPr lang="en-US" sz="1200"/>
          </a:p>
        </p:txBody>
      </p:sp>
      <p:sp>
        <p:nvSpPr>
          <p:cNvPr id="16" name="TextBox 15">
            <a:extLst>
              <a:ext uri="{FF2B5EF4-FFF2-40B4-BE49-F238E27FC236}">
                <a16:creationId xmlns:a16="http://schemas.microsoft.com/office/drawing/2014/main" id="{95331529-CDC3-8CB0-94F9-C76D65298F0C}"/>
              </a:ext>
            </a:extLst>
          </p:cNvPr>
          <p:cNvSpPr txBox="1"/>
          <p:nvPr/>
        </p:nvSpPr>
        <p:spPr>
          <a:xfrm>
            <a:off x="457200" y="1185963"/>
            <a:ext cx="11274552" cy="646331"/>
          </a:xfrm>
          <a:prstGeom prst="rect">
            <a:avLst/>
          </a:prstGeom>
          <a:noFill/>
        </p:spPr>
        <p:txBody>
          <a:bodyPr wrap="square" lIns="0" tIns="0" rIns="0" bIns="0">
            <a:spAutoFit/>
          </a:bodyPr>
          <a:lstStyle/>
          <a:p>
            <a:r>
              <a:rPr lang="en-US" sz="1400"/>
              <a:t>To accelerate product delivery, reduce rework, and safely scale </a:t>
            </a:r>
            <a:r>
              <a:rPr lang="en-US" sz="1400" err="1"/>
              <a:t>RapidSure</a:t>
            </a:r>
            <a:r>
              <a:rPr lang="en-US" sz="1400"/>
              <a:t> for new business lines, TMNAS must strengthen its requirements and solutioning practices. Clear, complete, and early‑validated requirements are essential to reducing time‑to‑market, minimizing dependency on scarce experts, and ensuring the platform can evolve without disruption.</a:t>
            </a:r>
          </a:p>
        </p:txBody>
      </p:sp>
      <p:sp>
        <p:nvSpPr>
          <p:cNvPr id="28" name="TextBox 27">
            <a:extLst>
              <a:ext uri="{FF2B5EF4-FFF2-40B4-BE49-F238E27FC236}">
                <a16:creationId xmlns:a16="http://schemas.microsoft.com/office/drawing/2014/main" id="{E9465995-71FE-698F-3002-8A7060EB1CEC}"/>
              </a:ext>
            </a:extLst>
          </p:cNvPr>
          <p:cNvSpPr txBox="1"/>
          <p:nvPr/>
        </p:nvSpPr>
        <p:spPr>
          <a:xfrm>
            <a:off x="2524948" y="2068002"/>
            <a:ext cx="2845459" cy="369332"/>
          </a:xfrm>
          <a:prstGeom prst="rect">
            <a:avLst/>
          </a:prstGeom>
        </p:spPr>
        <p:txBody>
          <a:bodyPr wrap="none" lIns="0" tIns="0" rIns="0" bIns="0" rtlCol="0">
            <a:spAutoFit/>
          </a:bodyPr>
          <a:lstStyle/>
          <a:p>
            <a:pPr algn="l"/>
            <a:r>
              <a:rPr lang="en-US" sz="2400">
                <a:gradFill>
                  <a:gsLst>
                    <a:gs pos="0">
                      <a:schemeClr val="accent2"/>
                    </a:gs>
                    <a:gs pos="65000">
                      <a:schemeClr val="accent5"/>
                    </a:gs>
                    <a:gs pos="100000">
                      <a:schemeClr val="accent4"/>
                    </a:gs>
                  </a:gsLst>
                  <a:lin ang="1800000" scaled="0"/>
                </a:gradFill>
                <a:latin typeface="Calibri Light" panose="020F0302020204030204" pitchFamily="34" charset="0"/>
                <a:ea typeface="Calibri Light" panose="020F0302020204030204" pitchFamily="34" charset="0"/>
                <a:cs typeface="Calibri Light" panose="020F0302020204030204" pitchFamily="34" charset="0"/>
              </a:rPr>
              <a:t>Areas for Improvement</a:t>
            </a:r>
          </a:p>
        </p:txBody>
      </p:sp>
      <p:sp>
        <p:nvSpPr>
          <p:cNvPr id="29" name="TextBox 28">
            <a:extLst>
              <a:ext uri="{FF2B5EF4-FFF2-40B4-BE49-F238E27FC236}">
                <a16:creationId xmlns:a16="http://schemas.microsoft.com/office/drawing/2014/main" id="{0583CB1C-F47A-506F-FBA5-620683871FAA}"/>
              </a:ext>
            </a:extLst>
          </p:cNvPr>
          <p:cNvSpPr txBox="1"/>
          <p:nvPr/>
        </p:nvSpPr>
        <p:spPr>
          <a:xfrm>
            <a:off x="7245111" y="2068002"/>
            <a:ext cx="2348976" cy="369332"/>
          </a:xfrm>
          <a:prstGeom prst="rect">
            <a:avLst/>
          </a:prstGeom>
        </p:spPr>
        <p:txBody>
          <a:bodyPr wrap="none" lIns="0" tIns="0" rIns="0" bIns="0" rtlCol="0">
            <a:spAutoFit/>
          </a:bodyPr>
          <a:lstStyle/>
          <a:p>
            <a:pPr algn="l"/>
            <a:r>
              <a:rPr lang="en-US" sz="2400">
                <a:gradFill>
                  <a:gsLst>
                    <a:gs pos="0">
                      <a:schemeClr val="accent2"/>
                    </a:gs>
                    <a:gs pos="65000">
                      <a:schemeClr val="accent5"/>
                    </a:gs>
                    <a:gs pos="100000">
                      <a:schemeClr val="accent4"/>
                    </a:gs>
                  </a:gsLst>
                  <a:lin ang="1800000" scaled="0"/>
                </a:gradFill>
                <a:latin typeface="Calibri Light" panose="020F0302020204030204" pitchFamily="34" charset="0"/>
                <a:ea typeface="Calibri Light" panose="020F0302020204030204" pitchFamily="34" charset="0"/>
                <a:cs typeface="Calibri Light" panose="020F0302020204030204" pitchFamily="34" charset="0"/>
              </a:rPr>
              <a:t>Proposed Solutions</a:t>
            </a:r>
          </a:p>
        </p:txBody>
      </p:sp>
      <p:cxnSp>
        <p:nvCxnSpPr>
          <p:cNvPr id="30" name="Straight Connector 29">
            <a:extLst>
              <a:ext uri="{FF2B5EF4-FFF2-40B4-BE49-F238E27FC236}">
                <a16:creationId xmlns:a16="http://schemas.microsoft.com/office/drawing/2014/main" id="{5E9D3C34-7625-5662-5BC9-C03ADF497830}"/>
              </a:ext>
            </a:extLst>
          </p:cNvPr>
          <p:cNvCxnSpPr>
            <a:cxnSpLocks/>
          </p:cNvCxnSpPr>
          <p:nvPr/>
        </p:nvCxnSpPr>
        <p:spPr>
          <a:xfrm>
            <a:off x="2524948" y="2532334"/>
            <a:ext cx="420624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C927EC6D-E10D-C213-8DE0-4977E1A92E1A}"/>
              </a:ext>
            </a:extLst>
          </p:cNvPr>
          <p:cNvCxnSpPr>
            <a:cxnSpLocks/>
          </p:cNvCxnSpPr>
          <p:nvPr/>
        </p:nvCxnSpPr>
        <p:spPr>
          <a:xfrm>
            <a:off x="7245111" y="2532334"/>
            <a:ext cx="420624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2" name="Google Shape;2191;p75">
            <a:extLst>
              <a:ext uri="{FF2B5EF4-FFF2-40B4-BE49-F238E27FC236}">
                <a16:creationId xmlns:a16="http://schemas.microsoft.com/office/drawing/2014/main" id="{3A435E59-5994-919E-12A4-0DEBDE437F1C}"/>
              </a:ext>
            </a:extLst>
          </p:cNvPr>
          <p:cNvGrpSpPr/>
          <p:nvPr/>
        </p:nvGrpSpPr>
        <p:grpSpPr>
          <a:xfrm>
            <a:off x="6251121" y="2134280"/>
            <a:ext cx="480067" cy="236776"/>
            <a:chOff x="4920150" y="1977875"/>
            <a:chExt cx="68525" cy="33800"/>
          </a:xfrm>
          <a:gradFill>
            <a:gsLst>
              <a:gs pos="0">
                <a:schemeClr val="accent2"/>
              </a:gs>
              <a:gs pos="65000">
                <a:schemeClr val="accent5"/>
              </a:gs>
              <a:gs pos="100000">
                <a:schemeClr val="accent4"/>
              </a:gs>
            </a:gsLst>
            <a:lin ang="1800000" scaled="0"/>
          </a:gradFill>
        </p:grpSpPr>
        <p:sp>
          <p:nvSpPr>
            <p:cNvPr id="33" name="Google Shape;2192;p75">
              <a:extLst>
                <a:ext uri="{FF2B5EF4-FFF2-40B4-BE49-F238E27FC236}">
                  <a16:creationId xmlns:a16="http://schemas.microsoft.com/office/drawing/2014/main" id="{3D8C4783-B551-2E00-A289-97F4F0C3DE3D}"/>
                </a:ext>
              </a:extLst>
            </p:cNvPr>
            <p:cNvSpPr/>
            <p:nvPr/>
          </p:nvSpPr>
          <p:spPr>
            <a:xfrm>
              <a:off x="4949175" y="1977875"/>
              <a:ext cx="39500" cy="33800"/>
            </a:xfrm>
            <a:custGeom>
              <a:avLst/>
              <a:gdLst/>
              <a:ahLst/>
              <a:cxnLst/>
              <a:rect l="l" t="t" r="r" b="b"/>
              <a:pathLst>
                <a:path w="1580" h="1352" extrusionOk="0">
                  <a:moveTo>
                    <a:pt x="891" y="1"/>
                  </a:moveTo>
                  <a:cubicBezTo>
                    <a:pt x="859" y="1"/>
                    <a:pt x="828" y="12"/>
                    <a:pt x="801" y="32"/>
                  </a:cubicBezTo>
                  <a:cubicBezTo>
                    <a:pt x="743" y="89"/>
                    <a:pt x="743" y="176"/>
                    <a:pt x="801" y="226"/>
                  </a:cubicBezTo>
                  <a:lnTo>
                    <a:pt x="1039" y="472"/>
                  </a:lnTo>
                  <a:cubicBezTo>
                    <a:pt x="1068" y="493"/>
                    <a:pt x="1046" y="544"/>
                    <a:pt x="1010" y="544"/>
                  </a:cubicBezTo>
                  <a:lnTo>
                    <a:pt x="152" y="544"/>
                  </a:lnTo>
                  <a:cubicBezTo>
                    <a:pt x="147" y="543"/>
                    <a:pt x="143" y="543"/>
                    <a:pt x="139" y="543"/>
                  </a:cubicBezTo>
                  <a:cubicBezTo>
                    <a:pt x="66" y="543"/>
                    <a:pt x="14" y="598"/>
                    <a:pt x="8" y="666"/>
                  </a:cubicBezTo>
                  <a:cubicBezTo>
                    <a:pt x="0" y="746"/>
                    <a:pt x="65" y="811"/>
                    <a:pt x="145" y="811"/>
                  </a:cubicBezTo>
                  <a:lnTo>
                    <a:pt x="1010" y="811"/>
                  </a:lnTo>
                  <a:cubicBezTo>
                    <a:pt x="1046" y="811"/>
                    <a:pt x="1068" y="854"/>
                    <a:pt x="1039" y="883"/>
                  </a:cubicBezTo>
                  <a:lnTo>
                    <a:pt x="808" y="1113"/>
                  </a:lnTo>
                  <a:cubicBezTo>
                    <a:pt x="758" y="1164"/>
                    <a:pt x="751" y="1251"/>
                    <a:pt x="794" y="1308"/>
                  </a:cubicBezTo>
                  <a:cubicBezTo>
                    <a:pt x="823" y="1337"/>
                    <a:pt x="859" y="1351"/>
                    <a:pt x="895" y="1351"/>
                  </a:cubicBezTo>
                  <a:cubicBezTo>
                    <a:pt x="931" y="1351"/>
                    <a:pt x="967" y="1337"/>
                    <a:pt x="996" y="1308"/>
                  </a:cubicBezTo>
                  <a:lnTo>
                    <a:pt x="1522" y="774"/>
                  </a:lnTo>
                  <a:cubicBezTo>
                    <a:pt x="1580" y="717"/>
                    <a:pt x="1573" y="630"/>
                    <a:pt x="1522" y="573"/>
                  </a:cubicBezTo>
                  <a:lnTo>
                    <a:pt x="996" y="46"/>
                  </a:lnTo>
                  <a:cubicBezTo>
                    <a:pt x="965" y="15"/>
                    <a:pt x="928" y="1"/>
                    <a:pt x="89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2193;p75">
              <a:extLst>
                <a:ext uri="{FF2B5EF4-FFF2-40B4-BE49-F238E27FC236}">
                  <a16:creationId xmlns:a16="http://schemas.microsoft.com/office/drawing/2014/main" id="{DC417675-9791-35E8-ED4E-D078647B5207}"/>
                </a:ext>
              </a:extLst>
            </p:cNvPr>
            <p:cNvSpPr/>
            <p:nvPr/>
          </p:nvSpPr>
          <p:spPr>
            <a:xfrm>
              <a:off x="4931875" y="1991450"/>
              <a:ext cx="12825" cy="6700"/>
            </a:xfrm>
            <a:custGeom>
              <a:avLst/>
              <a:gdLst/>
              <a:ahLst/>
              <a:cxnLst/>
              <a:rect l="l" t="t" r="r" b="b"/>
              <a:pathLst>
                <a:path w="513" h="268" extrusionOk="0">
                  <a:moveTo>
                    <a:pt x="180" y="1"/>
                  </a:moveTo>
                  <a:cubicBezTo>
                    <a:pt x="0" y="1"/>
                    <a:pt x="0" y="268"/>
                    <a:pt x="180" y="268"/>
                  </a:cubicBezTo>
                  <a:lnTo>
                    <a:pt x="332" y="268"/>
                  </a:lnTo>
                  <a:cubicBezTo>
                    <a:pt x="512" y="268"/>
                    <a:pt x="512" y="1"/>
                    <a:pt x="33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2194;p75">
              <a:extLst>
                <a:ext uri="{FF2B5EF4-FFF2-40B4-BE49-F238E27FC236}">
                  <a16:creationId xmlns:a16="http://schemas.microsoft.com/office/drawing/2014/main" id="{9B6CBA41-580F-A347-681F-19E24F302E38}"/>
                </a:ext>
              </a:extLst>
            </p:cNvPr>
            <p:cNvSpPr/>
            <p:nvPr/>
          </p:nvSpPr>
          <p:spPr>
            <a:xfrm>
              <a:off x="4920150" y="1991450"/>
              <a:ext cx="9225" cy="6700"/>
            </a:xfrm>
            <a:custGeom>
              <a:avLst/>
              <a:gdLst/>
              <a:ahLst/>
              <a:cxnLst/>
              <a:rect l="l" t="t" r="r" b="b"/>
              <a:pathLst>
                <a:path w="369" h="268" extrusionOk="0">
                  <a:moveTo>
                    <a:pt x="181" y="1"/>
                  </a:moveTo>
                  <a:cubicBezTo>
                    <a:pt x="0" y="1"/>
                    <a:pt x="0" y="268"/>
                    <a:pt x="181" y="268"/>
                  </a:cubicBezTo>
                  <a:lnTo>
                    <a:pt x="195" y="268"/>
                  </a:lnTo>
                  <a:cubicBezTo>
                    <a:pt x="368" y="268"/>
                    <a:pt x="368" y="1"/>
                    <a:pt x="195"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6" name="Google Shape;2191;p75">
            <a:extLst>
              <a:ext uri="{FF2B5EF4-FFF2-40B4-BE49-F238E27FC236}">
                <a16:creationId xmlns:a16="http://schemas.microsoft.com/office/drawing/2014/main" id="{B8398F28-D4FE-418D-89B8-A2714458D363}"/>
              </a:ext>
            </a:extLst>
          </p:cNvPr>
          <p:cNvGrpSpPr/>
          <p:nvPr/>
        </p:nvGrpSpPr>
        <p:grpSpPr>
          <a:xfrm>
            <a:off x="10971284" y="2134280"/>
            <a:ext cx="480067" cy="236776"/>
            <a:chOff x="4920150" y="1977875"/>
            <a:chExt cx="68525" cy="33800"/>
          </a:xfrm>
          <a:gradFill>
            <a:gsLst>
              <a:gs pos="0">
                <a:schemeClr val="accent2"/>
              </a:gs>
              <a:gs pos="65000">
                <a:schemeClr val="accent5"/>
              </a:gs>
              <a:gs pos="100000">
                <a:schemeClr val="accent4"/>
              </a:gs>
            </a:gsLst>
            <a:lin ang="1800000" scaled="0"/>
          </a:gradFill>
        </p:grpSpPr>
        <p:sp>
          <p:nvSpPr>
            <p:cNvPr id="37" name="Google Shape;2192;p75">
              <a:extLst>
                <a:ext uri="{FF2B5EF4-FFF2-40B4-BE49-F238E27FC236}">
                  <a16:creationId xmlns:a16="http://schemas.microsoft.com/office/drawing/2014/main" id="{58BDC503-7161-1536-FC11-E4E6BA1EBD98}"/>
                </a:ext>
              </a:extLst>
            </p:cNvPr>
            <p:cNvSpPr/>
            <p:nvPr/>
          </p:nvSpPr>
          <p:spPr>
            <a:xfrm>
              <a:off x="4949175" y="1977875"/>
              <a:ext cx="39500" cy="33800"/>
            </a:xfrm>
            <a:custGeom>
              <a:avLst/>
              <a:gdLst/>
              <a:ahLst/>
              <a:cxnLst/>
              <a:rect l="l" t="t" r="r" b="b"/>
              <a:pathLst>
                <a:path w="1580" h="1352" extrusionOk="0">
                  <a:moveTo>
                    <a:pt x="891" y="1"/>
                  </a:moveTo>
                  <a:cubicBezTo>
                    <a:pt x="859" y="1"/>
                    <a:pt x="828" y="12"/>
                    <a:pt x="801" y="32"/>
                  </a:cubicBezTo>
                  <a:cubicBezTo>
                    <a:pt x="743" y="89"/>
                    <a:pt x="743" y="176"/>
                    <a:pt x="801" y="226"/>
                  </a:cubicBezTo>
                  <a:lnTo>
                    <a:pt x="1039" y="472"/>
                  </a:lnTo>
                  <a:cubicBezTo>
                    <a:pt x="1068" y="493"/>
                    <a:pt x="1046" y="544"/>
                    <a:pt x="1010" y="544"/>
                  </a:cubicBezTo>
                  <a:lnTo>
                    <a:pt x="152" y="544"/>
                  </a:lnTo>
                  <a:cubicBezTo>
                    <a:pt x="147" y="543"/>
                    <a:pt x="143" y="543"/>
                    <a:pt x="139" y="543"/>
                  </a:cubicBezTo>
                  <a:cubicBezTo>
                    <a:pt x="66" y="543"/>
                    <a:pt x="14" y="598"/>
                    <a:pt x="8" y="666"/>
                  </a:cubicBezTo>
                  <a:cubicBezTo>
                    <a:pt x="0" y="746"/>
                    <a:pt x="65" y="811"/>
                    <a:pt x="145" y="811"/>
                  </a:cubicBezTo>
                  <a:lnTo>
                    <a:pt x="1010" y="811"/>
                  </a:lnTo>
                  <a:cubicBezTo>
                    <a:pt x="1046" y="811"/>
                    <a:pt x="1068" y="854"/>
                    <a:pt x="1039" y="883"/>
                  </a:cubicBezTo>
                  <a:lnTo>
                    <a:pt x="808" y="1113"/>
                  </a:lnTo>
                  <a:cubicBezTo>
                    <a:pt x="758" y="1164"/>
                    <a:pt x="751" y="1251"/>
                    <a:pt x="794" y="1308"/>
                  </a:cubicBezTo>
                  <a:cubicBezTo>
                    <a:pt x="823" y="1337"/>
                    <a:pt x="859" y="1351"/>
                    <a:pt x="895" y="1351"/>
                  </a:cubicBezTo>
                  <a:cubicBezTo>
                    <a:pt x="931" y="1351"/>
                    <a:pt x="967" y="1337"/>
                    <a:pt x="996" y="1308"/>
                  </a:cubicBezTo>
                  <a:lnTo>
                    <a:pt x="1522" y="774"/>
                  </a:lnTo>
                  <a:cubicBezTo>
                    <a:pt x="1580" y="717"/>
                    <a:pt x="1573" y="630"/>
                    <a:pt x="1522" y="573"/>
                  </a:cubicBezTo>
                  <a:lnTo>
                    <a:pt x="996" y="46"/>
                  </a:lnTo>
                  <a:cubicBezTo>
                    <a:pt x="965" y="15"/>
                    <a:pt x="928" y="1"/>
                    <a:pt x="89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2193;p75">
              <a:extLst>
                <a:ext uri="{FF2B5EF4-FFF2-40B4-BE49-F238E27FC236}">
                  <a16:creationId xmlns:a16="http://schemas.microsoft.com/office/drawing/2014/main" id="{03C3AE7D-2642-628A-A0E3-673753415CEE}"/>
                </a:ext>
              </a:extLst>
            </p:cNvPr>
            <p:cNvSpPr/>
            <p:nvPr/>
          </p:nvSpPr>
          <p:spPr>
            <a:xfrm>
              <a:off x="4931875" y="1991450"/>
              <a:ext cx="12825" cy="6700"/>
            </a:xfrm>
            <a:custGeom>
              <a:avLst/>
              <a:gdLst/>
              <a:ahLst/>
              <a:cxnLst/>
              <a:rect l="l" t="t" r="r" b="b"/>
              <a:pathLst>
                <a:path w="513" h="268" extrusionOk="0">
                  <a:moveTo>
                    <a:pt x="180" y="1"/>
                  </a:moveTo>
                  <a:cubicBezTo>
                    <a:pt x="0" y="1"/>
                    <a:pt x="0" y="268"/>
                    <a:pt x="180" y="268"/>
                  </a:cubicBezTo>
                  <a:lnTo>
                    <a:pt x="332" y="268"/>
                  </a:lnTo>
                  <a:cubicBezTo>
                    <a:pt x="512" y="268"/>
                    <a:pt x="512" y="1"/>
                    <a:pt x="33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2194;p75">
              <a:extLst>
                <a:ext uri="{FF2B5EF4-FFF2-40B4-BE49-F238E27FC236}">
                  <a16:creationId xmlns:a16="http://schemas.microsoft.com/office/drawing/2014/main" id="{0E13AF49-4969-F51C-1D4A-B1835226B874}"/>
                </a:ext>
              </a:extLst>
            </p:cNvPr>
            <p:cNvSpPr/>
            <p:nvPr/>
          </p:nvSpPr>
          <p:spPr>
            <a:xfrm>
              <a:off x="4920150" y="1991450"/>
              <a:ext cx="9225" cy="6700"/>
            </a:xfrm>
            <a:custGeom>
              <a:avLst/>
              <a:gdLst/>
              <a:ahLst/>
              <a:cxnLst/>
              <a:rect l="l" t="t" r="r" b="b"/>
              <a:pathLst>
                <a:path w="369" h="268" extrusionOk="0">
                  <a:moveTo>
                    <a:pt x="181" y="1"/>
                  </a:moveTo>
                  <a:cubicBezTo>
                    <a:pt x="0" y="1"/>
                    <a:pt x="0" y="268"/>
                    <a:pt x="181" y="268"/>
                  </a:cubicBezTo>
                  <a:lnTo>
                    <a:pt x="195" y="268"/>
                  </a:lnTo>
                  <a:cubicBezTo>
                    <a:pt x="368" y="268"/>
                    <a:pt x="368" y="1"/>
                    <a:pt x="195"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2580893965"/>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2F326B-3962-FBBF-EF1A-A302BF20E96B}"/>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EAD735EC-0831-289E-D063-8C7B5611AD1A}"/>
              </a:ext>
            </a:extLst>
          </p:cNvPr>
          <p:cNvSpPr/>
          <p:nvPr/>
        </p:nvSpPr>
        <p:spPr bwMode="auto">
          <a:xfrm>
            <a:off x="458724" y="2030679"/>
            <a:ext cx="1689227" cy="4189021"/>
          </a:xfrm>
          <a:prstGeom prst="roundRect">
            <a:avLst>
              <a:gd name="adj" fmla="val 9637"/>
            </a:avLst>
          </a:prstGeom>
          <a:gradFill>
            <a:gsLst>
              <a:gs pos="0">
                <a:schemeClr val="accent2"/>
              </a:gs>
              <a:gs pos="65000">
                <a:schemeClr val="accent5"/>
              </a:gs>
              <a:gs pos="100000">
                <a:schemeClr val="accent4"/>
              </a:gs>
            </a:gsLst>
            <a:lin ang="1800000" scaled="0"/>
          </a:gradFill>
          <a:ln>
            <a:noFill/>
          </a:ln>
          <a:effectLst/>
        </p:spPr>
        <p:txBody>
          <a:bodyPr wrap="square" lIns="0" tIns="0" rIns="0" bIns="0" rtlCol="0" anchor="ctr"/>
          <a:lstStyle/>
          <a:p>
            <a:pPr algn="ctr"/>
            <a:endParaRPr lang="en-US" sz="2400">
              <a:solidFill>
                <a:schemeClr val="bg1"/>
              </a:solidFill>
              <a:latin typeface="Calibri Light" panose="020F0302020204030204" pitchFamily="34" charset="0"/>
              <a:ea typeface="Human Sans ExtraLight" charset="0"/>
              <a:cs typeface="Human Sans ExtraLight" charset="0"/>
            </a:endParaRPr>
          </a:p>
        </p:txBody>
      </p:sp>
      <p:sp>
        <p:nvSpPr>
          <p:cNvPr id="6" name="TextBox 5">
            <a:extLst>
              <a:ext uri="{FF2B5EF4-FFF2-40B4-BE49-F238E27FC236}">
                <a16:creationId xmlns:a16="http://schemas.microsoft.com/office/drawing/2014/main" id="{A9492203-EEA5-0393-2E8C-451BA9A6CED5}"/>
              </a:ext>
            </a:extLst>
          </p:cNvPr>
          <p:cNvSpPr txBox="1"/>
          <p:nvPr/>
        </p:nvSpPr>
        <p:spPr>
          <a:xfrm>
            <a:off x="2524948" y="2068002"/>
            <a:ext cx="2845459" cy="369332"/>
          </a:xfrm>
          <a:prstGeom prst="rect">
            <a:avLst/>
          </a:prstGeom>
        </p:spPr>
        <p:txBody>
          <a:bodyPr wrap="none" lIns="0" tIns="0" rIns="0" bIns="0" rtlCol="0">
            <a:spAutoFit/>
          </a:bodyPr>
          <a:lstStyle/>
          <a:p>
            <a:pPr algn="l"/>
            <a:r>
              <a:rPr lang="en-US" sz="2400">
                <a:gradFill>
                  <a:gsLst>
                    <a:gs pos="0">
                      <a:schemeClr val="accent2"/>
                    </a:gs>
                    <a:gs pos="65000">
                      <a:schemeClr val="accent5"/>
                    </a:gs>
                    <a:gs pos="100000">
                      <a:schemeClr val="accent4"/>
                    </a:gs>
                  </a:gsLst>
                  <a:lin ang="1800000" scaled="0"/>
                </a:gradFill>
                <a:latin typeface="Calibri Light" panose="020F0302020204030204" pitchFamily="34" charset="0"/>
                <a:ea typeface="Calibri Light" panose="020F0302020204030204" pitchFamily="34" charset="0"/>
                <a:cs typeface="Calibri Light" panose="020F0302020204030204" pitchFamily="34" charset="0"/>
              </a:rPr>
              <a:t>Areas for Improvement</a:t>
            </a:r>
          </a:p>
        </p:txBody>
      </p:sp>
      <p:sp>
        <p:nvSpPr>
          <p:cNvPr id="9" name="TextBox 8">
            <a:extLst>
              <a:ext uri="{FF2B5EF4-FFF2-40B4-BE49-F238E27FC236}">
                <a16:creationId xmlns:a16="http://schemas.microsoft.com/office/drawing/2014/main" id="{20042B01-64E7-2EC3-BA3A-5C5F7B94BE04}"/>
              </a:ext>
            </a:extLst>
          </p:cNvPr>
          <p:cNvSpPr txBox="1"/>
          <p:nvPr/>
        </p:nvSpPr>
        <p:spPr>
          <a:xfrm>
            <a:off x="7245111" y="2068002"/>
            <a:ext cx="2348976" cy="369332"/>
          </a:xfrm>
          <a:prstGeom prst="rect">
            <a:avLst/>
          </a:prstGeom>
        </p:spPr>
        <p:txBody>
          <a:bodyPr wrap="none" lIns="0" tIns="0" rIns="0" bIns="0" rtlCol="0">
            <a:spAutoFit/>
          </a:bodyPr>
          <a:lstStyle/>
          <a:p>
            <a:pPr algn="l"/>
            <a:r>
              <a:rPr lang="en-US" sz="2400">
                <a:gradFill>
                  <a:gsLst>
                    <a:gs pos="0">
                      <a:schemeClr val="accent2"/>
                    </a:gs>
                    <a:gs pos="65000">
                      <a:schemeClr val="accent5"/>
                    </a:gs>
                    <a:gs pos="100000">
                      <a:schemeClr val="accent4"/>
                    </a:gs>
                  </a:gsLst>
                  <a:lin ang="1800000" scaled="0"/>
                </a:gradFill>
                <a:latin typeface="Calibri Light" panose="020F0302020204030204" pitchFamily="34" charset="0"/>
                <a:ea typeface="Calibri Light" panose="020F0302020204030204" pitchFamily="34" charset="0"/>
                <a:cs typeface="Calibri Light" panose="020F0302020204030204" pitchFamily="34" charset="0"/>
              </a:rPr>
              <a:t>Proposed Solutions</a:t>
            </a:r>
          </a:p>
        </p:txBody>
      </p:sp>
      <p:cxnSp>
        <p:nvCxnSpPr>
          <p:cNvPr id="15" name="Straight Connector 14">
            <a:extLst>
              <a:ext uri="{FF2B5EF4-FFF2-40B4-BE49-F238E27FC236}">
                <a16:creationId xmlns:a16="http://schemas.microsoft.com/office/drawing/2014/main" id="{7DEC0258-A2E2-832B-EB2F-5881DD4EA677}"/>
              </a:ext>
            </a:extLst>
          </p:cNvPr>
          <p:cNvCxnSpPr>
            <a:cxnSpLocks/>
          </p:cNvCxnSpPr>
          <p:nvPr/>
        </p:nvCxnSpPr>
        <p:spPr>
          <a:xfrm>
            <a:off x="2524948" y="2532334"/>
            <a:ext cx="420624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6A9B6339-40CF-C7DC-1F1B-BB1635F642B4}"/>
              </a:ext>
            </a:extLst>
          </p:cNvPr>
          <p:cNvCxnSpPr>
            <a:cxnSpLocks/>
          </p:cNvCxnSpPr>
          <p:nvPr/>
        </p:nvCxnSpPr>
        <p:spPr>
          <a:xfrm>
            <a:off x="7245111" y="2532334"/>
            <a:ext cx="420624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8" name="Google Shape;2191;p75">
            <a:extLst>
              <a:ext uri="{FF2B5EF4-FFF2-40B4-BE49-F238E27FC236}">
                <a16:creationId xmlns:a16="http://schemas.microsoft.com/office/drawing/2014/main" id="{9C4A7408-7768-8FD5-9C8C-B02BB4BD8896}"/>
              </a:ext>
            </a:extLst>
          </p:cNvPr>
          <p:cNvGrpSpPr/>
          <p:nvPr/>
        </p:nvGrpSpPr>
        <p:grpSpPr>
          <a:xfrm>
            <a:off x="6251121" y="2134280"/>
            <a:ext cx="480067" cy="236776"/>
            <a:chOff x="4920150" y="1977875"/>
            <a:chExt cx="68525" cy="33800"/>
          </a:xfrm>
          <a:gradFill>
            <a:gsLst>
              <a:gs pos="0">
                <a:schemeClr val="accent2"/>
              </a:gs>
              <a:gs pos="65000">
                <a:schemeClr val="accent5"/>
              </a:gs>
              <a:gs pos="100000">
                <a:schemeClr val="accent4"/>
              </a:gs>
            </a:gsLst>
            <a:lin ang="1800000" scaled="0"/>
          </a:gradFill>
        </p:grpSpPr>
        <p:sp>
          <p:nvSpPr>
            <p:cNvPr id="19" name="Google Shape;2192;p75">
              <a:extLst>
                <a:ext uri="{FF2B5EF4-FFF2-40B4-BE49-F238E27FC236}">
                  <a16:creationId xmlns:a16="http://schemas.microsoft.com/office/drawing/2014/main" id="{F77EA353-446D-3783-8A9B-8A20D87BD222}"/>
                </a:ext>
              </a:extLst>
            </p:cNvPr>
            <p:cNvSpPr/>
            <p:nvPr/>
          </p:nvSpPr>
          <p:spPr>
            <a:xfrm>
              <a:off x="4949175" y="1977875"/>
              <a:ext cx="39500" cy="33800"/>
            </a:xfrm>
            <a:custGeom>
              <a:avLst/>
              <a:gdLst/>
              <a:ahLst/>
              <a:cxnLst/>
              <a:rect l="l" t="t" r="r" b="b"/>
              <a:pathLst>
                <a:path w="1580" h="1352" extrusionOk="0">
                  <a:moveTo>
                    <a:pt x="891" y="1"/>
                  </a:moveTo>
                  <a:cubicBezTo>
                    <a:pt x="859" y="1"/>
                    <a:pt x="828" y="12"/>
                    <a:pt x="801" y="32"/>
                  </a:cubicBezTo>
                  <a:cubicBezTo>
                    <a:pt x="743" y="89"/>
                    <a:pt x="743" y="176"/>
                    <a:pt x="801" y="226"/>
                  </a:cubicBezTo>
                  <a:lnTo>
                    <a:pt x="1039" y="472"/>
                  </a:lnTo>
                  <a:cubicBezTo>
                    <a:pt x="1068" y="493"/>
                    <a:pt x="1046" y="544"/>
                    <a:pt x="1010" y="544"/>
                  </a:cubicBezTo>
                  <a:lnTo>
                    <a:pt x="152" y="544"/>
                  </a:lnTo>
                  <a:cubicBezTo>
                    <a:pt x="147" y="543"/>
                    <a:pt x="143" y="543"/>
                    <a:pt x="139" y="543"/>
                  </a:cubicBezTo>
                  <a:cubicBezTo>
                    <a:pt x="66" y="543"/>
                    <a:pt x="14" y="598"/>
                    <a:pt x="8" y="666"/>
                  </a:cubicBezTo>
                  <a:cubicBezTo>
                    <a:pt x="0" y="746"/>
                    <a:pt x="65" y="811"/>
                    <a:pt x="145" y="811"/>
                  </a:cubicBezTo>
                  <a:lnTo>
                    <a:pt x="1010" y="811"/>
                  </a:lnTo>
                  <a:cubicBezTo>
                    <a:pt x="1046" y="811"/>
                    <a:pt x="1068" y="854"/>
                    <a:pt x="1039" y="883"/>
                  </a:cubicBezTo>
                  <a:lnTo>
                    <a:pt x="808" y="1113"/>
                  </a:lnTo>
                  <a:cubicBezTo>
                    <a:pt x="758" y="1164"/>
                    <a:pt x="751" y="1251"/>
                    <a:pt x="794" y="1308"/>
                  </a:cubicBezTo>
                  <a:cubicBezTo>
                    <a:pt x="823" y="1337"/>
                    <a:pt x="859" y="1351"/>
                    <a:pt x="895" y="1351"/>
                  </a:cubicBezTo>
                  <a:cubicBezTo>
                    <a:pt x="931" y="1351"/>
                    <a:pt x="967" y="1337"/>
                    <a:pt x="996" y="1308"/>
                  </a:cubicBezTo>
                  <a:lnTo>
                    <a:pt x="1522" y="774"/>
                  </a:lnTo>
                  <a:cubicBezTo>
                    <a:pt x="1580" y="717"/>
                    <a:pt x="1573" y="630"/>
                    <a:pt x="1522" y="573"/>
                  </a:cubicBezTo>
                  <a:lnTo>
                    <a:pt x="996" y="46"/>
                  </a:lnTo>
                  <a:cubicBezTo>
                    <a:pt x="965" y="15"/>
                    <a:pt x="928" y="1"/>
                    <a:pt x="89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93;p75">
              <a:extLst>
                <a:ext uri="{FF2B5EF4-FFF2-40B4-BE49-F238E27FC236}">
                  <a16:creationId xmlns:a16="http://schemas.microsoft.com/office/drawing/2014/main" id="{0ECBBB4E-3713-41B6-68DA-7C3A253C7565}"/>
                </a:ext>
              </a:extLst>
            </p:cNvPr>
            <p:cNvSpPr/>
            <p:nvPr/>
          </p:nvSpPr>
          <p:spPr>
            <a:xfrm>
              <a:off x="4931875" y="1991450"/>
              <a:ext cx="12825" cy="6700"/>
            </a:xfrm>
            <a:custGeom>
              <a:avLst/>
              <a:gdLst/>
              <a:ahLst/>
              <a:cxnLst/>
              <a:rect l="l" t="t" r="r" b="b"/>
              <a:pathLst>
                <a:path w="513" h="268" extrusionOk="0">
                  <a:moveTo>
                    <a:pt x="180" y="1"/>
                  </a:moveTo>
                  <a:cubicBezTo>
                    <a:pt x="0" y="1"/>
                    <a:pt x="0" y="268"/>
                    <a:pt x="180" y="268"/>
                  </a:cubicBezTo>
                  <a:lnTo>
                    <a:pt x="332" y="268"/>
                  </a:lnTo>
                  <a:cubicBezTo>
                    <a:pt x="512" y="268"/>
                    <a:pt x="512" y="1"/>
                    <a:pt x="33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194;p75">
              <a:extLst>
                <a:ext uri="{FF2B5EF4-FFF2-40B4-BE49-F238E27FC236}">
                  <a16:creationId xmlns:a16="http://schemas.microsoft.com/office/drawing/2014/main" id="{56C285B7-0F50-4734-F3A9-73DE7CE1C88E}"/>
                </a:ext>
              </a:extLst>
            </p:cNvPr>
            <p:cNvSpPr/>
            <p:nvPr/>
          </p:nvSpPr>
          <p:spPr>
            <a:xfrm>
              <a:off x="4920150" y="1991450"/>
              <a:ext cx="9225" cy="6700"/>
            </a:xfrm>
            <a:custGeom>
              <a:avLst/>
              <a:gdLst/>
              <a:ahLst/>
              <a:cxnLst/>
              <a:rect l="l" t="t" r="r" b="b"/>
              <a:pathLst>
                <a:path w="369" h="268" extrusionOk="0">
                  <a:moveTo>
                    <a:pt x="181" y="1"/>
                  </a:moveTo>
                  <a:cubicBezTo>
                    <a:pt x="0" y="1"/>
                    <a:pt x="0" y="268"/>
                    <a:pt x="181" y="268"/>
                  </a:cubicBezTo>
                  <a:lnTo>
                    <a:pt x="195" y="268"/>
                  </a:lnTo>
                  <a:cubicBezTo>
                    <a:pt x="368" y="268"/>
                    <a:pt x="368" y="1"/>
                    <a:pt x="195"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 name="Google Shape;2191;p75">
            <a:extLst>
              <a:ext uri="{FF2B5EF4-FFF2-40B4-BE49-F238E27FC236}">
                <a16:creationId xmlns:a16="http://schemas.microsoft.com/office/drawing/2014/main" id="{89DDD0C8-4873-CBDF-F810-DDE00AAC3A6F}"/>
              </a:ext>
            </a:extLst>
          </p:cNvPr>
          <p:cNvGrpSpPr/>
          <p:nvPr/>
        </p:nvGrpSpPr>
        <p:grpSpPr>
          <a:xfrm>
            <a:off x="10971284" y="2134280"/>
            <a:ext cx="480067" cy="236776"/>
            <a:chOff x="4920150" y="1977875"/>
            <a:chExt cx="68525" cy="33800"/>
          </a:xfrm>
          <a:gradFill>
            <a:gsLst>
              <a:gs pos="0">
                <a:schemeClr val="accent2"/>
              </a:gs>
              <a:gs pos="65000">
                <a:schemeClr val="accent5"/>
              </a:gs>
              <a:gs pos="100000">
                <a:schemeClr val="accent4"/>
              </a:gs>
            </a:gsLst>
            <a:lin ang="1800000" scaled="0"/>
          </a:gradFill>
        </p:grpSpPr>
        <p:sp>
          <p:nvSpPr>
            <p:cNvPr id="24" name="Google Shape;2192;p75">
              <a:extLst>
                <a:ext uri="{FF2B5EF4-FFF2-40B4-BE49-F238E27FC236}">
                  <a16:creationId xmlns:a16="http://schemas.microsoft.com/office/drawing/2014/main" id="{7B03AF7C-574F-B07E-45CE-0ADCD6D8BE93}"/>
                </a:ext>
              </a:extLst>
            </p:cNvPr>
            <p:cNvSpPr/>
            <p:nvPr/>
          </p:nvSpPr>
          <p:spPr>
            <a:xfrm>
              <a:off x="4949175" y="1977875"/>
              <a:ext cx="39500" cy="33800"/>
            </a:xfrm>
            <a:custGeom>
              <a:avLst/>
              <a:gdLst/>
              <a:ahLst/>
              <a:cxnLst/>
              <a:rect l="l" t="t" r="r" b="b"/>
              <a:pathLst>
                <a:path w="1580" h="1352" extrusionOk="0">
                  <a:moveTo>
                    <a:pt x="891" y="1"/>
                  </a:moveTo>
                  <a:cubicBezTo>
                    <a:pt x="859" y="1"/>
                    <a:pt x="828" y="12"/>
                    <a:pt x="801" y="32"/>
                  </a:cubicBezTo>
                  <a:cubicBezTo>
                    <a:pt x="743" y="89"/>
                    <a:pt x="743" y="176"/>
                    <a:pt x="801" y="226"/>
                  </a:cubicBezTo>
                  <a:lnTo>
                    <a:pt x="1039" y="472"/>
                  </a:lnTo>
                  <a:cubicBezTo>
                    <a:pt x="1068" y="493"/>
                    <a:pt x="1046" y="544"/>
                    <a:pt x="1010" y="544"/>
                  </a:cubicBezTo>
                  <a:lnTo>
                    <a:pt x="152" y="544"/>
                  </a:lnTo>
                  <a:cubicBezTo>
                    <a:pt x="147" y="543"/>
                    <a:pt x="143" y="543"/>
                    <a:pt x="139" y="543"/>
                  </a:cubicBezTo>
                  <a:cubicBezTo>
                    <a:pt x="66" y="543"/>
                    <a:pt x="14" y="598"/>
                    <a:pt x="8" y="666"/>
                  </a:cubicBezTo>
                  <a:cubicBezTo>
                    <a:pt x="0" y="746"/>
                    <a:pt x="65" y="811"/>
                    <a:pt x="145" y="811"/>
                  </a:cubicBezTo>
                  <a:lnTo>
                    <a:pt x="1010" y="811"/>
                  </a:lnTo>
                  <a:cubicBezTo>
                    <a:pt x="1046" y="811"/>
                    <a:pt x="1068" y="854"/>
                    <a:pt x="1039" y="883"/>
                  </a:cubicBezTo>
                  <a:lnTo>
                    <a:pt x="808" y="1113"/>
                  </a:lnTo>
                  <a:cubicBezTo>
                    <a:pt x="758" y="1164"/>
                    <a:pt x="751" y="1251"/>
                    <a:pt x="794" y="1308"/>
                  </a:cubicBezTo>
                  <a:cubicBezTo>
                    <a:pt x="823" y="1337"/>
                    <a:pt x="859" y="1351"/>
                    <a:pt x="895" y="1351"/>
                  </a:cubicBezTo>
                  <a:cubicBezTo>
                    <a:pt x="931" y="1351"/>
                    <a:pt x="967" y="1337"/>
                    <a:pt x="996" y="1308"/>
                  </a:cubicBezTo>
                  <a:lnTo>
                    <a:pt x="1522" y="774"/>
                  </a:lnTo>
                  <a:cubicBezTo>
                    <a:pt x="1580" y="717"/>
                    <a:pt x="1573" y="630"/>
                    <a:pt x="1522" y="573"/>
                  </a:cubicBezTo>
                  <a:lnTo>
                    <a:pt x="996" y="46"/>
                  </a:lnTo>
                  <a:cubicBezTo>
                    <a:pt x="965" y="15"/>
                    <a:pt x="928" y="1"/>
                    <a:pt x="89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193;p75">
              <a:extLst>
                <a:ext uri="{FF2B5EF4-FFF2-40B4-BE49-F238E27FC236}">
                  <a16:creationId xmlns:a16="http://schemas.microsoft.com/office/drawing/2014/main" id="{6A25F3DE-03B3-1BE0-B1F8-D2445EE55545}"/>
                </a:ext>
              </a:extLst>
            </p:cNvPr>
            <p:cNvSpPr/>
            <p:nvPr/>
          </p:nvSpPr>
          <p:spPr>
            <a:xfrm>
              <a:off x="4931875" y="1991450"/>
              <a:ext cx="12825" cy="6700"/>
            </a:xfrm>
            <a:custGeom>
              <a:avLst/>
              <a:gdLst/>
              <a:ahLst/>
              <a:cxnLst/>
              <a:rect l="l" t="t" r="r" b="b"/>
              <a:pathLst>
                <a:path w="513" h="268" extrusionOk="0">
                  <a:moveTo>
                    <a:pt x="180" y="1"/>
                  </a:moveTo>
                  <a:cubicBezTo>
                    <a:pt x="0" y="1"/>
                    <a:pt x="0" y="268"/>
                    <a:pt x="180" y="268"/>
                  </a:cubicBezTo>
                  <a:lnTo>
                    <a:pt x="332" y="268"/>
                  </a:lnTo>
                  <a:cubicBezTo>
                    <a:pt x="512" y="268"/>
                    <a:pt x="512" y="1"/>
                    <a:pt x="33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194;p75">
              <a:extLst>
                <a:ext uri="{FF2B5EF4-FFF2-40B4-BE49-F238E27FC236}">
                  <a16:creationId xmlns:a16="http://schemas.microsoft.com/office/drawing/2014/main" id="{2BDBDFD8-4825-01DA-1CDC-38017BCDCE64}"/>
                </a:ext>
              </a:extLst>
            </p:cNvPr>
            <p:cNvSpPr/>
            <p:nvPr/>
          </p:nvSpPr>
          <p:spPr>
            <a:xfrm>
              <a:off x="4920150" y="1991450"/>
              <a:ext cx="9225" cy="6700"/>
            </a:xfrm>
            <a:custGeom>
              <a:avLst/>
              <a:gdLst/>
              <a:ahLst/>
              <a:cxnLst/>
              <a:rect l="l" t="t" r="r" b="b"/>
              <a:pathLst>
                <a:path w="369" h="268" extrusionOk="0">
                  <a:moveTo>
                    <a:pt x="181" y="1"/>
                  </a:moveTo>
                  <a:cubicBezTo>
                    <a:pt x="0" y="1"/>
                    <a:pt x="0" y="268"/>
                    <a:pt x="181" y="268"/>
                  </a:cubicBezTo>
                  <a:lnTo>
                    <a:pt x="195" y="268"/>
                  </a:lnTo>
                  <a:cubicBezTo>
                    <a:pt x="368" y="268"/>
                    <a:pt x="368" y="1"/>
                    <a:pt x="195"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 name="Title 1">
            <a:extLst>
              <a:ext uri="{FF2B5EF4-FFF2-40B4-BE49-F238E27FC236}">
                <a16:creationId xmlns:a16="http://schemas.microsoft.com/office/drawing/2014/main" id="{9717E7FF-9E52-E8F4-8228-C6601743662D}"/>
              </a:ext>
            </a:extLst>
          </p:cNvPr>
          <p:cNvSpPr>
            <a:spLocks noGrp="1"/>
          </p:cNvSpPr>
          <p:nvPr>
            <p:ph type="title"/>
          </p:nvPr>
        </p:nvSpPr>
        <p:spPr/>
        <p:txBody>
          <a:bodyPr/>
          <a:lstStyle/>
          <a:p>
            <a:r>
              <a:rPr lang="en-US" err="1"/>
              <a:t>RapidSure</a:t>
            </a:r>
            <a:r>
              <a:rPr lang="en-US"/>
              <a:t> Operating Model Analysis &amp; Recommendations</a:t>
            </a:r>
          </a:p>
        </p:txBody>
      </p:sp>
      <p:sp>
        <p:nvSpPr>
          <p:cNvPr id="3" name="Text Placeholder 2">
            <a:extLst>
              <a:ext uri="{FF2B5EF4-FFF2-40B4-BE49-F238E27FC236}">
                <a16:creationId xmlns:a16="http://schemas.microsoft.com/office/drawing/2014/main" id="{5D0C6E5C-2BD5-3792-7084-58D1051C36B7}"/>
              </a:ext>
            </a:extLst>
          </p:cNvPr>
          <p:cNvSpPr>
            <a:spLocks noGrp="1"/>
          </p:cNvSpPr>
          <p:nvPr>
            <p:ph type="body" sz="quarter" idx="15"/>
          </p:nvPr>
        </p:nvSpPr>
        <p:spPr/>
        <p:txBody>
          <a:bodyPr/>
          <a:lstStyle/>
          <a:p>
            <a:endParaRPr lang="en-US"/>
          </a:p>
        </p:txBody>
      </p:sp>
      <p:sp>
        <p:nvSpPr>
          <p:cNvPr id="7" name="Text Placeholder 21">
            <a:extLst>
              <a:ext uri="{FF2B5EF4-FFF2-40B4-BE49-F238E27FC236}">
                <a16:creationId xmlns:a16="http://schemas.microsoft.com/office/drawing/2014/main" id="{FBF446F3-F217-2ACA-0EA5-17639323C374}"/>
              </a:ext>
            </a:extLst>
          </p:cNvPr>
          <p:cNvSpPr txBox="1">
            <a:spLocks/>
          </p:cNvSpPr>
          <p:nvPr/>
        </p:nvSpPr>
        <p:spPr>
          <a:xfrm>
            <a:off x="525858" y="4320106"/>
            <a:ext cx="1554958" cy="528093"/>
          </a:xfrm>
          <a:prstGeom prst="rect">
            <a:avLst/>
          </a:prstGeom>
        </p:spPr>
        <p:txBody>
          <a:bodyPr lIns="0" tIns="0" rIns="0" bIns="0">
            <a:spAutoFit/>
          </a:bodyPr>
          <a:lstStyle>
            <a:lvl1pPr marL="0" indent="0" algn="l" defTabSz="1097280" rtl="0" eaLnBrk="1" latinLnBrk="0" hangingPunct="1">
              <a:lnSpc>
                <a:spcPct val="110000"/>
              </a:lnSpc>
              <a:spcBef>
                <a:spcPts val="720"/>
              </a:spcBef>
              <a:spcAft>
                <a:spcPct val="0"/>
              </a:spcAft>
              <a:buFont typeface="Arial" panose="020B0604020202020204" pitchFamily="34" charset="0"/>
              <a:buNone/>
              <a:defRPr sz="1920" b="0" i="0" kern="1200">
                <a:solidFill>
                  <a:schemeClr val="tx1"/>
                </a:solidFill>
                <a:latin typeface="+mn-lt"/>
                <a:ea typeface="Calibri" panose="020F0502020204030204" pitchFamily="34" charset="0"/>
                <a:cs typeface="Calibri" panose="020F0502020204030204" pitchFamily="34" charset="0"/>
              </a:defRPr>
            </a:lvl1pPr>
            <a:lvl2pPr marL="304560" indent="-302400" algn="l" defTabSz="1097280" rtl="0" eaLnBrk="1" latinLnBrk="0" hangingPunct="1">
              <a:lnSpc>
                <a:spcPct val="100000"/>
              </a:lnSpc>
              <a:spcBef>
                <a:spcPts val="720"/>
              </a:spcBef>
              <a:spcAft>
                <a:spcPts val="720"/>
              </a:spcAft>
              <a:buClr>
                <a:schemeClr val="tx1"/>
              </a:buClr>
              <a:buFont typeface="Arial" panose="020B0604020202020204" pitchFamily="34" charset="0"/>
              <a:buChar char="•"/>
              <a:defRPr sz="1920" b="0" i="0" kern="1200">
                <a:solidFill>
                  <a:schemeClr val="tx1"/>
                </a:solidFill>
                <a:latin typeface="+mn-lt"/>
                <a:ea typeface="Calibri" panose="020F0502020204030204" pitchFamily="34" charset="0"/>
                <a:cs typeface="Calibri" panose="020F0502020204030204" pitchFamily="34" charset="0"/>
              </a:defRPr>
            </a:lvl2pPr>
            <a:lvl3pPr marL="604800" indent="-302400" algn="l" defTabSz="1097280" rtl="0" eaLnBrk="1" latinLnBrk="0" hangingPunct="1">
              <a:lnSpc>
                <a:spcPct val="100000"/>
              </a:lnSpc>
              <a:spcBef>
                <a:spcPts val="720"/>
              </a:spcBef>
              <a:spcAft>
                <a:spcPts val="720"/>
              </a:spcAft>
              <a:buFont typeface="Courier New" panose="02070309020205020404" pitchFamily="49" charset="0"/>
              <a:buChar char="o"/>
              <a:defRPr sz="1680" b="0" i="0" kern="1200">
                <a:solidFill>
                  <a:schemeClr val="tx1"/>
                </a:solidFill>
                <a:latin typeface="+mn-lt"/>
                <a:ea typeface="Calibri" panose="020F0502020204030204" pitchFamily="34" charset="0"/>
                <a:cs typeface="Calibri" panose="020F0502020204030204" pitchFamily="34" charset="0"/>
              </a:defRPr>
            </a:lvl3pPr>
            <a:lvl4pPr marL="1920240" indent="-274320" algn="l" defTabSz="1097280" rtl="0" eaLnBrk="1" latinLnBrk="0" hangingPunct="1">
              <a:lnSpc>
                <a:spcPct val="110000"/>
              </a:lnSpc>
              <a:spcBef>
                <a:spcPts val="720"/>
              </a:spcBef>
              <a:spcAft>
                <a:spcPct val="0"/>
              </a:spcAft>
              <a:buFont typeface="Arial" panose="020B0604020202020204" pitchFamily="34" charset="0"/>
              <a:buChar char="•"/>
              <a:defRPr sz="1920" b="0" i="0" kern="1200">
                <a:solidFill>
                  <a:schemeClr val="tx1"/>
                </a:solidFill>
                <a:latin typeface="+mn-lt"/>
                <a:ea typeface="Calibri" panose="020F0502020204030204" pitchFamily="34" charset="0"/>
                <a:cs typeface="Calibri" panose="020F0502020204030204" pitchFamily="34" charset="0"/>
              </a:defRPr>
            </a:lvl4pPr>
            <a:lvl5pPr marL="2468880" indent="-274320" algn="l" defTabSz="1097280" rtl="0" eaLnBrk="1" latinLnBrk="0" hangingPunct="1">
              <a:lnSpc>
                <a:spcPct val="110000"/>
              </a:lnSpc>
              <a:spcBef>
                <a:spcPts val="720"/>
              </a:spcBef>
              <a:spcAft>
                <a:spcPct val="0"/>
              </a:spcAft>
              <a:buFont typeface="Arial" panose="020B0604020202020204" pitchFamily="34" charset="0"/>
              <a:buChar char="•"/>
              <a:defRPr sz="1920" b="0" i="0" kern="1200">
                <a:solidFill>
                  <a:schemeClr val="tx1"/>
                </a:solidFill>
                <a:latin typeface="+mn-lt"/>
                <a:ea typeface="Calibri" panose="020F0502020204030204" pitchFamily="34" charset="0"/>
                <a:cs typeface="Calibri" panose="020F0502020204030204" pitchFamily="34" charset="0"/>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a:lstStyle>
          <a:p>
            <a:pPr algn="ctr"/>
            <a:r>
              <a:rPr lang="pl-PL" sz="1600" b="1">
                <a:solidFill>
                  <a:schemeClr val="bg1"/>
                </a:solidFill>
              </a:rPr>
              <a:t>Development &amp; QA</a:t>
            </a:r>
            <a:endParaRPr lang="en-US" sz="1600" b="1">
              <a:solidFill>
                <a:schemeClr val="bg1"/>
              </a:solidFill>
            </a:endParaRPr>
          </a:p>
        </p:txBody>
      </p:sp>
      <p:pic>
        <p:nvPicPr>
          <p:cNvPr id="13" name="Picture 12" descr="A blue and purple circular arrows&#10;&#10;AI-generated content may be incorrect.">
            <a:extLst>
              <a:ext uri="{FF2B5EF4-FFF2-40B4-BE49-F238E27FC236}">
                <a16:creationId xmlns:a16="http://schemas.microsoft.com/office/drawing/2014/main" id="{B0470D1A-345C-AEF1-B454-6781B3944AED}"/>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100000"/>
                    </a14:imgEffect>
                  </a14:imgLayer>
                </a14:imgProps>
              </a:ext>
            </a:extLst>
          </a:blip>
          <a:stretch>
            <a:fillRect/>
          </a:stretch>
        </p:blipFill>
        <p:spPr>
          <a:xfrm>
            <a:off x="787163" y="3217132"/>
            <a:ext cx="1032348" cy="1032348"/>
          </a:xfrm>
          <a:prstGeom prst="rect">
            <a:avLst/>
          </a:prstGeom>
        </p:spPr>
      </p:pic>
      <p:sp>
        <p:nvSpPr>
          <p:cNvPr id="20" name="Text Placeholder 20">
            <a:extLst>
              <a:ext uri="{FF2B5EF4-FFF2-40B4-BE49-F238E27FC236}">
                <a16:creationId xmlns:a16="http://schemas.microsoft.com/office/drawing/2014/main" id="{F5928E38-4B1B-852C-7162-945841FC912A}"/>
              </a:ext>
            </a:extLst>
          </p:cNvPr>
          <p:cNvSpPr txBox="1">
            <a:spLocks/>
          </p:cNvSpPr>
          <p:nvPr/>
        </p:nvSpPr>
        <p:spPr>
          <a:xfrm>
            <a:off x="2524948" y="2718867"/>
            <a:ext cx="4206240" cy="3443122"/>
          </a:xfrm>
          <a:prstGeom prst="rect">
            <a:avLst/>
          </a:prstGeom>
        </p:spPr>
        <p:txBody>
          <a:bodyPr wrap="square" lIns="0" tIns="0" rIns="0" bIns="0">
            <a:spAutoFit/>
          </a:bodyPr>
          <a:lstStyle>
            <a:lvl1pPr marL="0" indent="0" algn="l" defTabSz="1097280" rtl="0" eaLnBrk="1" latinLnBrk="0" hangingPunct="1">
              <a:lnSpc>
                <a:spcPct val="110000"/>
              </a:lnSpc>
              <a:spcBef>
                <a:spcPts val="720"/>
              </a:spcBef>
              <a:spcAft>
                <a:spcPct val="0"/>
              </a:spcAft>
              <a:buFont typeface="Arial" panose="020B0604020202020204" pitchFamily="34" charset="0"/>
              <a:buNone/>
              <a:defRPr sz="1920" b="0" i="0" kern="1200">
                <a:solidFill>
                  <a:schemeClr val="tx1"/>
                </a:solidFill>
                <a:latin typeface="+mn-lt"/>
                <a:ea typeface="Calibri" panose="020F0502020204030204" pitchFamily="34" charset="0"/>
                <a:cs typeface="Calibri" panose="020F0502020204030204" pitchFamily="34" charset="0"/>
              </a:defRPr>
            </a:lvl1pPr>
            <a:lvl2pPr marL="304560" indent="-302400" algn="l" defTabSz="1097280" rtl="0" eaLnBrk="1" latinLnBrk="0" hangingPunct="1">
              <a:lnSpc>
                <a:spcPct val="100000"/>
              </a:lnSpc>
              <a:spcBef>
                <a:spcPts val="720"/>
              </a:spcBef>
              <a:spcAft>
                <a:spcPts val="720"/>
              </a:spcAft>
              <a:buClr>
                <a:schemeClr val="tx1"/>
              </a:buClr>
              <a:buFont typeface="Arial" panose="020B0604020202020204" pitchFamily="34" charset="0"/>
              <a:buChar char="•"/>
              <a:defRPr sz="1920" b="0" i="0" kern="1200">
                <a:solidFill>
                  <a:schemeClr val="tx1"/>
                </a:solidFill>
                <a:latin typeface="+mn-lt"/>
                <a:ea typeface="Calibri" panose="020F0502020204030204" pitchFamily="34" charset="0"/>
                <a:cs typeface="Calibri" panose="020F0502020204030204" pitchFamily="34" charset="0"/>
              </a:defRPr>
            </a:lvl2pPr>
            <a:lvl3pPr marL="604800" indent="-302400" algn="l" defTabSz="1097280" rtl="0" eaLnBrk="1" latinLnBrk="0" hangingPunct="1">
              <a:lnSpc>
                <a:spcPct val="100000"/>
              </a:lnSpc>
              <a:spcBef>
                <a:spcPts val="720"/>
              </a:spcBef>
              <a:spcAft>
                <a:spcPts val="720"/>
              </a:spcAft>
              <a:buFont typeface="Courier New" panose="02070309020205020404" pitchFamily="49" charset="0"/>
              <a:buChar char="o"/>
              <a:defRPr sz="1680" b="0" i="0" kern="1200">
                <a:solidFill>
                  <a:schemeClr val="tx1"/>
                </a:solidFill>
                <a:latin typeface="+mn-lt"/>
                <a:ea typeface="Calibri" panose="020F0502020204030204" pitchFamily="34" charset="0"/>
                <a:cs typeface="Calibri" panose="020F0502020204030204" pitchFamily="34" charset="0"/>
              </a:defRPr>
            </a:lvl3pPr>
            <a:lvl4pPr marL="1920240" indent="-274320" algn="l" defTabSz="1097280" rtl="0" eaLnBrk="1" latinLnBrk="0" hangingPunct="1">
              <a:lnSpc>
                <a:spcPct val="110000"/>
              </a:lnSpc>
              <a:spcBef>
                <a:spcPts val="720"/>
              </a:spcBef>
              <a:spcAft>
                <a:spcPct val="0"/>
              </a:spcAft>
              <a:buFont typeface="Arial" panose="020B0604020202020204" pitchFamily="34" charset="0"/>
              <a:buChar char="•"/>
              <a:defRPr sz="1920" b="0" i="0" kern="1200">
                <a:solidFill>
                  <a:schemeClr val="tx1"/>
                </a:solidFill>
                <a:latin typeface="+mn-lt"/>
                <a:ea typeface="Calibri" panose="020F0502020204030204" pitchFamily="34" charset="0"/>
                <a:cs typeface="Calibri" panose="020F0502020204030204" pitchFamily="34" charset="0"/>
              </a:defRPr>
            </a:lvl4pPr>
            <a:lvl5pPr marL="2468880" indent="-274320" algn="l" defTabSz="1097280" rtl="0" eaLnBrk="1" latinLnBrk="0" hangingPunct="1">
              <a:lnSpc>
                <a:spcPct val="110000"/>
              </a:lnSpc>
              <a:spcBef>
                <a:spcPts val="720"/>
              </a:spcBef>
              <a:spcAft>
                <a:spcPct val="0"/>
              </a:spcAft>
              <a:buFont typeface="Arial" panose="020B0604020202020204" pitchFamily="34" charset="0"/>
              <a:buChar char="•"/>
              <a:defRPr sz="1920" b="0" i="0" kern="1200">
                <a:solidFill>
                  <a:schemeClr val="tx1"/>
                </a:solidFill>
                <a:latin typeface="+mn-lt"/>
                <a:ea typeface="Calibri" panose="020F0502020204030204" pitchFamily="34" charset="0"/>
                <a:cs typeface="Calibri" panose="020F0502020204030204" pitchFamily="34" charset="0"/>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a:lstStyle>
          <a:p>
            <a:pPr marL="171450" indent="-171450">
              <a:spcBef>
                <a:spcPts val="0"/>
              </a:spcBef>
              <a:buFont typeface="Arial" panose="020B0604020202020204" pitchFamily="34" charset="0"/>
              <a:buChar char="•"/>
            </a:pPr>
            <a:r>
              <a:rPr lang="en-US" sz="1200">
                <a:solidFill>
                  <a:srgbClr val="000000"/>
                </a:solidFill>
                <a:latin typeface="Calibri" panose="020F0502020204030204" pitchFamily="34" charset="0"/>
              </a:rPr>
              <a:t>Increasing parallelization and minimizing dependencies during the initial phases can enhance project progression.</a:t>
            </a:r>
          </a:p>
          <a:p>
            <a:pPr marL="171450" indent="-171450">
              <a:spcBef>
                <a:spcPts val="0"/>
              </a:spcBef>
              <a:buFont typeface="Arial" panose="020B0604020202020204" pitchFamily="34" charset="0"/>
              <a:buChar char="•"/>
            </a:pPr>
            <a:r>
              <a:rPr lang="en-US" sz="1200">
                <a:solidFill>
                  <a:srgbClr val="000000"/>
                </a:solidFill>
                <a:latin typeface="Calibri" panose="020F0502020204030204" pitchFamily="34" charset="0"/>
              </a:rPr>
              <a:t>Fostering stronger collaboration among vendors will help dismantle silos and reduce delays.</a:t>
            </a:r>
          </a:p>
          <a:p>
            <a:pPr marL="171450" indent="-171450">
              <a:spcBef>
                <a:spcPts val="0"/>
              </a:spcBef>
              <a:buFont typeface="Arial" panose="020B0604020202020204" pitchFamily="34" charset="0"/>
              <a:buChar char="•"/>
            </a:pPr>
            <a:r>
              <a:rPr lang="en-US" sz="1200">
                <a:solidFill>
                  <a:srgbClr val="000000"/>
                </a:solidFill>
                <a:latin typeface="Calibri" panose="020F0502020204030204" pitchFamily="34" charset="0"/>
              </a:rPr>
              <a:t>Beginning quality assurance earlier and expanding automation and test coverage will improve overall quality control.</a:t>
            </a:r>
          </a:p>
          <a:p>
            <a:pPr marL="171450" indent="-171450">
              <a:spcBef>
                <a:spcPts val="0"/>
              </a:spcBef>
              <a:buFont typeface="Arial" panose="020B0604020202020204" pitchFamily="34" charset="0"/>
              <a:buChar char="•"/>
            </a:pPr>
            <a:r>
              <a:rPr lang="en-US" sz="1200">
                <a:solidFill>
                  <a:srgbClr val="000000"/>
                </a:solidFill>
                <a:latin typeface="Calibri" panose="020F0502020204030204" pitchFamily="34" charset="0"/>
              </a:rPr>
              <a:t>Ensuring build stability and proactively managing late-stage modifications will decrease defect leakage.</a:t>
            </a:r>
          </a:p>
          <a:p>
            <a:pPr marL="171450" indent="-171450">
              <a:spcBef>
                <a:spcPts val="0"/>
              </a:spcBef>
              <a:buFont typeface="Arial" panose="020B0604020202020204" pitchFamily="34" charset="0"/>
              <a:buChar char="•"/>
            </a:pPr>
            <a:r>
              <a:rPr lang="en-US" sz="1200">
                <a:solidFill>
                  <a:srgbClr val="000000"/>
                </a:solidFill>
                <a:latin typeface="Calibri" panose="020F0502020204030204" pitchFamily="34" charset="0"/>
              </a:rPr>
              <a:t>Implementing a standardized development process with consistent sprint schedules will promote alignment and predictability.</a:t>
            </a:r>
          </a:p>
          <a:p>
            <a:pPr marL="171450" indent="-171450">
              <a:spcBef>
                <a:spcPts val="0"/>
              </a:spcBef>
              <a:buFont typeface="Arial" panose="020B0604020202020204" pitchFamily="34" charset="0"/>
              <a:buChar char="•"/>
            </a:pPr>
            <a:r>
              <a:rPr lang="en-US" sz="1200">
                <a:solidFill>
                  <a:srgbClr val="000000"/>
                </a:solidFill>
                <a:latin typeface="Calibri" panose="020F0502020204030204" pitchFamily="34" charset="0"/>
              </a:rPr>
              <a:t>Monitoring technical debt and evaluating reduction strategies will contribute to the platform’s long-term sustainability.</a:t>
            </a:r>
          </a:p>
          <a:p>
            <a:pPr marL="171450" indent="-171450">
              <a:spcBef>
                <a:spcPts val="0"/>
              </a:spcBef>
              <a:buFont typeface="Arial" panose="020B0604020202020204" pitchFamily="34" charset="0"/>
              <a:buChar char="•"/>
            </a:pPr>
            <a:r>
              <a:rPr lang="en-US" sz="1200">
                <a:solidFill>
                  <a:srgbClr val="000000"/>
                </a:solidFill>
                <a:latin typeface="Calibri" panose="020F0502020204030204" pitchFamily="34" charset="0"/>
              </a:rPr>
              <a:t>Expanding architectural knowledge and estimation skills across the team will lessen reliance on key personnel.</a:t>
            </a:r>
          </a:p>
          <a:p>
            <a:pPr marL="171450" indent="-171450">
              <a:spcBef>
                <a:spcPts val="0"/>
              </a:spcBef>
              <a:buFont typeface="Arial" panose="020B0604020202020204" pitchFamily="34" charset="0"/>
              <a:buChar char="•"/>
            </a:pPr>
            <a:r>
              <a:rPr lang="en-US" sz="1200">
                <a:solidFill>
                  <a:srgbClr val="000000"/>
                </a:solidFill>
                <a:latin typeface="Calibri" panose="020F0502020204030204" pitchFamily="34" charset="0"/>
              </a:rPr>
              <a:t>Structuring task sequencing and clearly defining the critical path will optimize delivery efficiency.</a:t>
            </a:r>
            <a:endParaRPr lang="en-US" sz="1200"/>
          </a:p>
        </p:txBody>
      </p:sp>
      <p:sp>
        <p:nvSpPr>
          <p:cNvPr id="8" name="TextBox 7">
            <a:extLst>
              <a:ext uri="{FF2B5EF4-FFF2-40B4-BE49-F238E27FC236}">
                <a16:creationId xmlns:a16="http://schemas.microsoft.com/office/drawing/2014/main" id="{ED8C0DFD-779A-9FD4-4130-2C652C1EB3E7}"/>
              </a:ext>
            </a:extLst>
          </p:cNvPr>
          <p:cNvSpPr txBox="1"/>
          <p:nvPr/>
        </p:nvSpPr>
        <p:spPr>
          <a:xfrm>
            <a:off x="7245112" y="2718867"/>
            <a:ext cx="4159726" cy="3477875"/>
          </a:xfrm>
          <a:prstGeom prst="rect">
            <a:avLst/>
          </a:prstGeom>
          <a:noFill/>
        </p:spPr>
        <p:txBody>
          <a:bodyPr wrap="square" lIns="0" tIns="0" rIns="0" bIns="0">
            <a:spAutoFit/>
          </a:bodyPr>
          <a:lstStyle/>
          <a:p>
            <a:pPr defTabSz="1097280">
              <a:spcBef>
                <a:spcPts val="1200"/>
              </a:spcBef>
              <a:spcAft>
                <a:spcPts val="600"/>
              </a:spcAft>
            </a:pPr>
            <a:r>
              <a:rPr lang="en-US" sz="1400" b="1">
                <a:solidFill>
                  <a:srgbClr val="000000"/>
                </a:solidFill>
                <a:latin typeface="Calibri" panose="020F0502020204030204" pitchFamily="34" charset="0"/>
                <a:ea typeface="Calibri" panose="020F0502020204030204" pitchFamily="34" charset="0"/>
                <a:cs typeface="Calibri" panose="020F0502020204030204" pitchFamily="34" charset="0"/>
              </a:rPr>
              <a:t>Modularization &amp; Parallelization Enablement</a:t>
            </a:r>
          </a:p>
          <a:p>
            <a:r>
              <a:rPr lang="en-US" sz="1200">
                <a:solidFill>
                  <a:srgbClr val="000000"/>
                </a:solidFill>
                <a:latin typeface="Calibri" panose="020F0502020204030204" pitchFamily="34" charset="0"/>
              </a:rPr>
              <a:t>Refactor for modularity to reduce dependencies and enable parallel work.</a:t>
            </a:r>
          </a:p>
          <a:p>
            <a:pPr defTabSz="1097280">
              <a:spcBef>
                <a:spcPts val="1200"/>
              </a:spcBef>
              <a:spcAft>
                <a:spcPts val="600"/>
              </a:spcAft>
            </a:pPr>
            <a:r>
              <a:rPr lang="en-US" sz="1400" b="1">
                <a:solidFill>
                  <a:srgbClr val="000000"/>
                </a:solidFill>
                <a:latin typeface="Calibri" panose="020F0502020204030204" pitchFamily="34" charset="0"/>
                <a:ea typeface="Calibri" panose="020F0502020204030204" pitchFamily="34" charset="0"/>
                <a:cs typeface="Calibri" panose="020F0502020204030204" pitchFamily="34" charset="0"/>
              </a:rPr>
              <a:t>Cross-Functional Team Integration</a:t>
            </a:r>
          </a:p>
          <a:p>
            <a:r>
              <a:rPr lang="en-US" sz="1200">
                <a:solidFill>
                  <a:srgbClr val="000000"/>
                </a:solidFill>
                <a:latin typeface="Calibri" panose="020F0502020204030204" pitchFamily="34" charset="0"/>
              </a:rPr>
              <a:t>Integrate teams for better collaboration and faster delivery. This might include changes in Program level planning and ceremonies.</a:t>
            </a:r>
          </a:p>
          <a:p>
            <a:pPr defTabSz="1097280">
              <a:spcBef>
                <a:spcPts val="1200"/>
              </a:spcBef>
              <a:spcAft>
                <a:spcPts val="600"/>
              </a:spcAft>
            </a:pPr>
            <a:r>
              <a:rPr lang="en-US" sz="1400" b="1">
                <a:solidFill>
                  <a:srgbClr val="000000"/>
                </a:solidFill>
                <a:latin typeface="Calibri" panose="020F0502020204030204" pitchFamily="34" charset="0"/>
                <a:ea typeface="Calibri" panose="020F0502020204030204" pitchFamily="34" charset="0"/>
                <a:cs typeface="Calibri" panose="020F0502020204030204" pitchFamily="34" charset="0"/>
              </a:rPr>
              <a:t>QA Shift-Left &amp; Automation</a:t>
            </a:r>
          </a:p>
          <a:p>
            <a:r>
              <a:rPr lang="en-US" sz="1200">
                <a:solidFill>
                  <a:srgbClr val="000000"/>
                </a:solidFill>
                <a:latin typeface="Calibri" panose="020F0502020204030204" pitchFamily="34" charset="0"/>
              </a:rPr>
              <a:t>Involve QA early and automate testing to catch defects sooner. </a:t>
            </a:r>
            <a:r>
              <a:rPr lang="en-US" sz="1200" b="1">
                <a:solidFill>
                  <a:schemeClr val="accent4">
                    <a:lumMod val="60000"/>
                    <a:lumOff val="40000"/>
                  </a:schemeClr>
                </a:solidFill>
                <a:latin typeface="Calibri" panose="020F0502020204030204" pitchFamily="34" charset="0"/>
              </a:rPr>
              <a:t>AI can generate test cases</a:t>
            </a:r>
            <a:r>
              <a:rPr lang="en-US" sz="1200">
                <a:solidFill>
                  <a:srgbClr val="000000"/>
                </a:solidFill>
                <a:latin typeface="Calibri" panose="020F0502020204030204" pitchFamily="34" charset="0"/>
              </a:rPr>
              <a:t>, predict defects, and identify likely failure points early.</a:t>
            </a:r>
          </a:p>
          <a:p>
            <a:pPr defTabSz="1097280">
              <a:spcBef>
                <a:spcPts val="1200"/>
              </a:spcBef>
              <a:spcAft>
                <a:spcPts val="600"/>
              </a:spcAft>
            </a:pPr>
            <a:r>
              <a:rPr lang="en-US" sz="1400" b="1">
                <a:solidFill>
                  <a:srgbClr val="000000"/>
                </a:solidFill>
                <a:latin typeface="Calibri" panose="020F0502020204030204" pitchFamily="34" charset="0"/>
                <a:ea typeface="Calibri" panose="020F0502020204030204" pitchFamily="34" charset="0"/>
                <a:cs typeface="Calibri" panose="020F0502020204030204" pitchFamily="34" charset="0"/>
              </a:rPr>
              <a:t>Technical Debt &amp; Knowledge Management</a:t>
            </a:r>
          </a:p>
          <a:p>
            <a:r>
              <a:rPr lang="en-US" sz="1200">
                <a:solidFill>
                  <a:srgbClr val="000000"/>
                </a:solidFill>
                <a:latin typeface="Calibri" panose="020F0502020204030204" pitchFamily="34" charset="0"/>
              </a:rPr>
              <a:t>Systematically address technical debt and institutionalize knowledge sharing. </a:t>
            </a:r>
            <a:r>
              <a:rPr lang="en-US" sz="1200" b="1">
                <a:solidFill>
                  <a:schemeClr val="accent4">
                    <a:lumMod val="60000"/>
                    <a:lumOff val="40000"/>
                  </a:schemeClr>
                </a:solidFill>
                <a:latin typeface="Calibri" panose="020F0502020204030204" pitchFamily="34" charset="0"/>
              </a:rPr>
              <a:t>AI-tools scan codebases </a:t>
            </a:r>
            <a:r>
              <a:rPr lang="en-US" sz="1200">
                <a:solidFill>
                  <a:srgbClr val="000000"/>
                </a:solidFill>
                <a:latin typeface="Calibri" panose="020F0502020204030204" pitchFamily="34" charset="0"/>
              </a:rPr>
              <a:t>to detect technical debt patterns and recommend refactoring opportunities.</a:t>
            </a:r>
            <a:endParaRPr lang="en-US" sz="1200"/>
          </a:p>
        </p:txBody>
      </p:sp>
      <p:sp>
        <p:nvSpPr>
          <p:cNvPr id="16" name="TextBox 15">
            <a:extLst>
              <a:ext uri="{FF2B5EF4-FFF2-40B4-BE49-F238E27FC236}">
                <a16:creationId xmlns:a16="http://schemas.microsoft.com/office/drawing/2014/main" id="{09C2EA91-20E8-1108-A7EE-DC82EE2818F4}"/>
              </a:ext>
            </a:extLst>
          </p:cNvPr>
          <p:cNvSpPr txBox="1"/>
          <p:nvPr/>
        </p:nvSpPr>
        <p:spPr>
          <a:xfrm>
            <a:off x="457199" y="1189428"/>
            <a:ext cx="11274551" cy="646331"/>
          </a:xfrm>
          <a:prstGeom prst="rect">
            <a:avLst/>
          </a:prstGeom>
          <a:noFill/>
        </p:spPr>
        <p:txBody>
          <a:bodyPr wrap="square" lIns="0" tIns="0" rIns="0" bIns="0">
            <a:spAutoFit/>
          </a:bodyPr>
          <a:lstStyle/>
          <a:p>
            <a:r>
              <a:rPr lang="en-US" sz="1400"/>
              <a:t>To achieve faster product launches and scale </a:t>
            </a:r>
            <a:r>
              <a:rPr lang="en-US" sz="1400" err="1"/>
              <a:t>RapidSure</a:t>
            </a:r>
            <a:r>
              <a:rPr lang="en-US" sz="1400"/>
              <a:t> for new business growth, TMNAS must evolve its development and QA practices toward higher parallelization, automation, and stability. Strengthening these areas reduces bottlenecks, improves delivery predictability, and enables the team to deliver more with limited resources—while ensuring that modernization efforts do not compromise platform stability.</a:t>
            </a:r>
          </a:p>
        </p:txBody>
      </p:sp>
    </p:spTree>
    <p:extLst>
      <p:ext uri="{BB962C8B-B14F-4D97-AF65-F5344CB8AC3E}">
        <p14:creationId xmlns:p14="http://schemas.microsoft.com/office/powerpoint/2010/main" val="868507825"/>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BEF9DC-4E0F-9084-6D10-4DCFEA145C7A}"/>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DF4E834C-5BF3-8313-A842-9887639EFC38}"/>
              </a:ext>
            </a:extLst>
          </p:cNvPr>
          <p:cNvSpPr/>
          <p:nvPr/>
        </p:nvSpPr>
        <p:spPr bwMode="auto">
          <a:xfrm>
            <a:off x="457962" y="2030679"/>
            <a:ext cx="1689227" cy="4189021"/>
          </a:xfrm>
          <a:prstGeom prst="roundRect">
            <a:avLst>
              <a:gd name="adj" fmla="val 9637"/>
            </a:avLst>
          </a:prstGeom>
          <a:gradFill>
            <a:gsLst>
              <a:gs pos="0">
                <a:schemeClr val="accent2"/>
              </a:gs>
              <a:gs pos="65000">
                <a:schemeClr val="accent5"/>
              </a:gs>
              <a:gs pos="100000">
                <a:schemeClr val="accent4"/>
              </a:gs>
            </a:gsLst>
            <a:lin ang="1800000" scaled="0"/>
          </a:gradFill>
          <a:ln>
            <a:noFill/>
          </a:ln>
          <a:effectLst/>
        </p:spPr>
        <p:txBody>
          <a:bodyPr wrap="square" lIns="0" tIns="0" rIns="0" bIns="0" rtlCol="0" anchor="ctr"/>
          <a:lstStyle/>
          <a:p>
            <a:pPr algn="ctr"/>
            <a:endParaRPr lang="en-US" sz="2400">
              <a:solidFill>
                <a:schemeClr val="bg1"/>
              </a:solidFill>
              <a:latin typeface="Calibri Light" panose="020F0302020204030204" pitchFamily="34" charset="0"/>
              <a:ea typeface="Human Sans ExtraLight" charset="0"/>
              <a:cs typeface="Human Sans ExtraLight" charset="0"/>
            </a:endParaRPr>
          </a:p>
        </p:txBody>
      </p:sp>
      <p:pic>
        <p:nvPicPr>
          <p:cNvPr id="28" name="Picture 27" descr="A blue and purple rocket&#10;&#10;AI-generated content may be incorrect.">
            <a:extLst>
              <a:ext uri="{FF2B5EF4-FFF2-40B4-BE49-F238E27FC236}">
                <a16:creationId xmlns:a16="http://schemas.microsoft.com/office/drawing/2014/main" id="{F0E614C8-6A89-925B-4443-0658D8687CA0}"/>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100000"/>
                    </a14:imgEffect>
                  </a14:imgLayer>
                </a14:imgProps>
              </a:ext>
            </a:extLst>
          </a:blip>
          <a:stretch>
            <a:fillRect/>
          </a:stretch>
        </p:blipFill>
        <p:spPr>
          <a:xfrm>
            <a:off x="784415" y="2953887"/>
            <a:ext cx="1036320" cy="1036320"/>
          </a:xfrm>
          <a:prstGeom prst="rect">
            <a:avLst/>
          </a:prstGeom>
        </p:spPr>
      </p:pic>
      <p:sp>
        <p:nvSpPr>
          <p:cNvPr id="2" name="Title 1">
            <a:extLst>
              <a:ext uri="{FF2B5EF4-FFF2-40B4-BE49-F238E27FC236}">
                <a16:creationId xmlns:a16="http://schemas.microsoft.com/office/drawing/2014/main" id="{E87A2F1E-FDF8-988A-95CB-FD973B42E5D2}"/>
              </a:ext>
            </a:extLst>
          </p:cNvPr>
          <p:cNvSpPr>
            <a:spLocks noGrp="1"/>
          </p:cNvSpPr>
          <p:nvPr>
            <p:ph type="title"/>
          </p:nvPr>
        </p:nvSpPr>
        <p:spPr/>
        <p:txBody>
          <a:bodyPr/>
          <a:lstStyle/>
          <a:p>
            <a:r>
              <a:rPr lang="en-US" err="1"/>
              <a:t>RapidSure</a:t>
            </a:r>
            <a:r>
              <a:rPr lang="en-US"/>
              <a:t> Operating Model Analysis &amp; Recommendations</a:t>
            </a:r>
          </a:p>
        </p:txBody>
      </p:sp>
      <p:sp>
        <p:nvSpPr>
          <p:cNvPr id="3" name="Text Placeholder 2">
            <a:extLst>
              <a:ext uri="{FF2B5EF4-FFF2-40B4-BE49-F238E27FC236}">
                <a16:creationId xmlns:a16="http://schemas.microsoft.com/office/drawing/2014/main" id="{DD4C3655-6EFE-13F3-7334-0D446B2FD274}"/>
              </a:ext>
            </a:extLst>
          </p:cNvPr>
          <p:cNvSpPr>
            <a:spLocks noGrp="1"/>
          </p:cNvSpPr>
          <p:nvPr>
            <p:ph type="body" sz="quarter" idx="15"/>
          </p:nvPr>
        </p:nvSpPr>
        <p:spPr/>
        <p:txBody>
          <a:bodyPr/>
          <a:lstStyle/>
          <a:p>
            <a:endParaRPr lang="en-US"/>
          </a:p>
        </p:txBody>
      </p:sp>
      <p:sp>
        <p:nvSpPr>
          <p:cNvPr id="18" name="Text Placeholder 21">
            <a:extLst>
              <a:ext uri="{FF2B5EF4-FFF2-40B4-BE49-F238E27FC236}">
                <a16:creationId xmlns:a16="http://schemas.microsoft.com/office/drawing/2014/main" id="{C1058F09-963C-230B-CA3A-A03DEA4CF7D5}"/>
              </a:ext>
            </a:extLst>
          </p:cNvPr>
          <p:cNvSpPr txBox="1">
            <a:spLocks/>
          </p:cNvSpPr>
          <p:nvPr/>
        </p:nvSpPr>
        <p:spPr>
          <a:xfrm>
            <a:off x="525096" y="4069455"/>
            <a:ext cx="1554958" cy="528093"/>
          </a:xfrm>
          <a:prstGeom prst="rect">
            <a:avLst/>
          </a:prstGeom>
        </p:spPr>
        <p:txBody>
          <a:bodyPr lIns="0" tIns="0" rIns="0" bIns="0">
            <a:spAutoFit/>
          </a:bodyPr>
          <a:lstStyle>
            <a:lvl1pPr marL="0" indent="0" algn="l" defTabSz="1097280" rtl="0" eaLnBrk="1" latinLnBrk="0" hangingPunct="1">
              <a:lnSpc>
                <a:spcPct val="110000"/>
              </a:lnSpc>
              <a:spcBef>
                <a:spcPts val="720"/>
              </a:spcBef>
              <a:spcAft>
                <a:spcPct val="0"/>
              </a:spcAft>
              <a:buFont typeface="Arial" panose="020B0604020202020204" pitchFamily="34" charset="0"/>
              <a:buNone/>
              <a:defRPr sz="1920" b="0" i="0" kern="1200">
                <a:solidFill>
                  <a:schemeClr val="tx1"/>
                </a:solidFill>
                <a:latin typeface="+mn-lt"/>
                <a:ea typeface="Calibri" panose="020F0502020204030204" pitchFamily="34" charset="0"/>
                <a:cs typeface="Calibri" panose="020F0502020204030204" pitchFamily="34" charset="0"/>
              </a:defRPr>
            </a:lvl1pPr>
            <a:lvl2pPr marL="304560" indent="-302400" algn="l" defTabSz="1097280" rtl="0" eaLnBrk="1" latinLnBrk="0" hangingPunct="1">
              <a:lnSpc>
                <a:spcPct val="100000"/>
              </a:lnSpc>
              <a:spcBef>
                <a:spcPts val="720"/>
              </a:spcBef>
              <a:spcAft>
                <a:spcPts val="720"/>
              </a:spcAft>
              <a:buClr>
                <a:schemeClr val="tx1"/>
              </a:buClr>
              <a:buFont typeface="Arial" panose="020B0604020202020204" pitchFamily="34" charset="0"/>
              <a:buChar char="•"/>
              <a:defRPr sz="1920" b="0" i="0" kern="1200">
                <a:solidFill>
                  <a:schemeClr val="tx1"/>
                </a:solidFill>
                <a:latin typeface="+mn-lt"/>
                <a:ea typeface="Calibri" panose="020F0502020204030204" pitchFamily="34" charset="0"/>
                <a:cs typeface="Calibri" panose="020F0502020204030204" pitchFamily="34" charset="0"/>
              </a:defRPr>
            </a:lvl2pPr>
            <a:lvl3pPr marL="604800" indent="-302400" algn="l" defTabSz="1097280" rtl="0" eaLnBrk="1" latinLnBrk="0" hangingPunct="1">
              <a:lnSpc>
                <a:spcPct val="100000"/>
              </a:lnSpc>
              <a:spcBef>
                <a:spcPts val="720"/>
              </a:spcBef>
              <a:spcAft>
                <a:spcPts val="720"/>
              </a:spcAft>
              <a:buFont typeface="Courier New" panose="02070309020205020404" pitchFamily="49" charset="0"/>
              <a:buChar char="o"/>
              <a:defRPr sz="1680" b="0" i="0" kern="1200">
                <a:solidFill>
                  <a:schemeClr val="tx1"/>
                </a:solidFill>
                <a:latin typeface="+mn-lt"/>
                <a:ea typeface="Calibri" panose="020F0502020204030204" pitchFamily="34" charset="0"/>
                <a:cs typeface="Calibri" panose="020F0502020204030204" pitchFamily="34" charset="0"/>
              </a:defRPr>
            </a:lvl3pPr>
            <a:lvl4pPr marL="1920240" indent="-274320" algn="l" defTabSz="1097280" rtl="0" eaLnBrk="1" latinLnBrk="0" hangingPunct="1">
              <a:lnSpc>
                <a:spcPct val="110000"/>
              </a:lnSpc>
              <a:spcBef>
                <a:spcPts val="720"/>
              </a:spcBef>
              <a:spcAft>
                <a:spcPct val="0"/>
              </a:spcAft>
              <a:buFont typeface="Arial" panose="020B0604020202020204" pitchFamily="34" charset="0"/>
              <a:buChar char="•"/>
              <a:defRPr sz="1920" b="0" i="0" kern="1200">
                <a:solidFill>
                  <a:schemeClr val="tx1"/>
                </a:solidFill>
                <a:latin typeface="+mn-lt"/>
                <a:ea typeface="Calibri" panose="020F0502020204030204" pitchFamily="34" charset="0"/>
                <a:cs typeface="Calibri" panose="020F0502020204030204" pitchFamily="34" charset="0"/>
              </a:defRPr>
            </a:lvl4pPr>
            <a:lvl5pPr marL="2468880" indent="-274320" algn="l" defTabSz="1097280" rtl="0" eaLnBrk="1" latinLnBrk="0" hangingPunct="1">
              <a:lnSpc>
                <a:spcPct val="110000"/>
              </a:lnSpc>
              <a:spcBef>
                <a:spcPts val="720"/>
              </a:spcBef>
              <a:spcAft>
                <a:spcPct val="0"/>
              </a:spcAft>
              <a:buFont typeface="Arial" panose="020B0604020202020204" pitchFamily="34" charset="0"/>
              <a:buChar char="•"/>
              <a:defRPr sz="1920" b="0" i="0" kern="1200">
                <a:solidFill>
                  <a:schemeClr val="tx1"/>
                </a:solidFill>
                <a:latin typeface="+mn-lt"/>
                <a:ea typeface="Calibri" panose="020F0502020204030204" pitchFamily="34" charset="0"/>
                <a:cs typeface="Calibri" panose="020F0502020204030204" pitchFamily="34" charset="0"/>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a:lstStyle>
          <a:p>
            <a:pPr algn="ctr"/>
            <a:r>
              <a:rPr lang="pl-PL" sz="1600" b="1">
                <a:solidFill>
                  <a:schemeClr val="bg1"/>
                </a:solidFill>
              </a:rPr>
              <a:t>Deployment &amp; Infrastructure</a:t>
            </a:r>
            <a:endParaRPr lang="en-US" sz="1600" b="1">
              <a:solidFill>
                <a:schemeClr val="bg1"/>
              </a:solidFill>
            </a:endParaRPr>
          </a:p>
        </p:txBody>
      </p:sp>
      <p:sp>
        <p:nvSpPr>
          <p:cNvPr id="21" name="Text Placeholder 20">
            <a:extLst>
              <a:ext uri="{FF2B5EF4-FFF2-40B4-BE49-F238E27FC236}">
                <a16:creationId xmlns:a16="http://schemas.microsoft.com/office/drawing/2014/main" id="{AC40E29F-F968-D42E-1F4E-57C891F12153}"/>
              </a:ext>
            </a:extLst>
          </p:cNvPr>
          <p:cNvSpPr txBox="1">
            <a:spLocks/>
          </p:cNvSpPr>
          <p:nvPr/>
        </p:nvSpPr>
        <p:spPr>
          <a:xfrm>
            <a:off x="2524949" y="2763538"/>
            <a:ext cx="3929513" cy="2985433"/>
          </a:xfrm>
          <a:prstGeom prst="rect">
            <a:avLst/>
          </a:prstGeom>
        </p:spPr>
        <p:txBody>
          <a:bodyPr wrap="square" lIns="0" tIns="0" rIns="0" bIns="0">
            <a:spAutoFit/>
          </a:bodyPr>
          <a:lstStyle>
            <a:lvl1pPr marL="0" indent="0" algn="l" defTabSz="1097280" rtl="0" eaLnBrk="1" latinLnBrk="0" hangingPunct="1">
              <a:lnSpc>
                <a:spcPct val="110000"/>
              </a:lnSpc>
              <a:spcBef>
                <a:spcPts val="720"/>
              </a:spcBef>
              <a:spcAft>
                <a:spcPct val="0"/>
              </a:spcAft>
              <a:buFont typeface="Arial" panose="020B0604020202020204" pitchFamily="34" charset="0"/>
              <a:buNone/>
              <a:defRPr sz="1920" b="0" i="0" kern="1200">
                <a:solidFill>
                  <a:schemeClr val="tx1"/>
                </a:solidFill>
                <a:latin typeface="+mn-lt"/>
                <a:ea typeface="Calibri" panose="020F0502020204030204" pitchFamily="34" charset="0"/>
                <a:cs typeface="Calibri" panose="020F0502020204030204" pitchFamily="34" charset="0"/>
              </a:defRPr>
            </a:lvl1pPr>
            <a:lvl2pPr marL="304560" indent="-302400" algn="l" defTabSz="1097280" rtl="0" eaLnBrk="1" latinLnBrk="0" hangingPunct="1">
              <a:lnSpc>
                <a:spcPct val="100000"/>
              </a:lnSpc>
              <a:spcBef>
                <a:spcPts val="720"/>
              </a:spcBef>
              <a:spcAft>
                <a:spcPts val="720"/>
              </a:spcAft>
              <a:buClr>
                <a:schemeClr val="tx1"/>
              </a:buClr>
              <a:buFont typeface="Arial" panose="020B0604020202020204" pitchFamily="34" charset="0"/>
              <a:buChar char="•"/>
              <a:defRPr sz="1920" b="0" i="0" kern="1200">
                <a:solidFill>
                  <a:schemeClr val="tx1"/>
                </a:solidFill>
                <a:latin typeface="+mn-lt"/>
                <a:ea typeface="Calibri" panose="020F0502020204030204" pitchFamily="34" charset="0"/>
                <a:cs typeface="Calibri" panose="020F0502020204030204" pitchFamily="34" charset="0"/>
              </a:defRPr>
            </a:lvl2pPr>
            <a:lvl3pPr marL="604800" indent="-302400" algn="l" defTabSz="1097280" rtl="0" eaLnBrk="1" latinLnBrk="0" hangingPunct="1">
              <a:lnSpc>
                <a:spcPct val="100000"/>
              </a:lnSpc>
              <a:spcBef>
                <a:spcPts val="720"/>
              </a:spcBef>
              <a:spcAft>
                <a:spcPts val="720"/>
              </a:spcAft>
              <a:buFont typeface="Courier New" panose="02070309020205020404" pitchFamily="49" charset="0"/>
              <a:buChar char="o"/>
              <a:defRPr sz="1680" b="0" i="0" kern="1200">
                <a:solidFill>
                  <a:schemeClr val="tx1"/>
                </a:solidFill>
                <a:latin typeface="+mn-lt"/>
                <a:ea typeface="Calibri" panose="020F0502020204030204" pitchFamily="34" charset="0"/>
                <a:cs typeface="Calibri" panose="020F0502020204030204" pitchFamily="34" charset="0"/>
              </a:defRPr>
            </a:lvl3pPr>
            <a:lvl4pPr marL="1920240" indent="-274320" algn="l" defTabSz="1097280" rtl="0" eaLnBrk="1" latinLnBrk="0" hangingPunct="1">
              <a:lnSpc>
                <a:spcPct val="110000"/>
              </a:lnSpc>
              <a:spcBef>
                <a:spcPts val="720"/>
              </a:spcBef>
              <a:spcAft>
                <a:spcPct val="0"/>
              </a:spcAft>
              <a:buFont typeface="Arial" panose="020B0604020202020204" pitchFamily="34" charset="0"/>
              <a:buChar char="•"/>
              <a:defRPr sz="1920" b="0" i="0" kern="1200">
                <a:solidFill>
                  <a:schemeClr val="tx1"/>
                </a:solidFill>
                <a:latin typeface="+mn-lt"/>
                <a:ea typeface="Calibri" panose="020F0502020204030204" pitchFamily="34" charset="0"/>
                <a:cs typeface="Calibri" panose="020F0502020204030204" pitchFamily="34" charset="0"/>
              </a:defRPr>
            </a:lvl4pPr>
            <a:lvl5pPr marL="2468880" indent="-274320" algn="l" defTabSz="1097280" rtl="0" eaLnBrk="1" latinLnBrk="0" hangingPunct="1">
              <a:lnSpc>
                <a:spcPct val="110000"/>
              </a:lnSpc>
              <a:spcBef>
                <a:spcPts val="720"/>
              </a:spcBef>
              <a:spcAft>
                <a:spcPct val="0"/>
              </a:spcAft>
              <a:buFont typeface="Arial" panose="020B0604020202020204" pitchFamily="34" charset="0"/>
              <a:buChar char="•"/>
              <a:defRPr sz="1920" b="0" i="0" kern="1200">
                <a:solidFill>
                  <a:schemeClr val="tx1"/>
                </a:solidFill>
                <a:latin typeface="+mn-lt"/>
                <a:ea typeface="Calibri" panose="020F0502020204030204" pitchFamily="34" charset="0"/>
                <a:cs typeface="Calibri" panose="020F0502020204030204" pitchFamily="34" charset="0"/>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a:lstStyle>
          <a:p>
            <a:pPr marL="171450" indent="-171450">
              <a:lnSpc>
                <a:spcPct val="100000"/>
              </a:lnSpc>
              <a:spcBef>
                <a:spcPts val="600"/>
              </a:spcBef>
              <a:spcAft>
                <a:spcPts val="600"/>
              </a:spcAft>
              <a:buFont typeface="Arial" panose="020B0604020202020204" pitchFamily="34" charset="0"/>
              <a:buChar char="•"/>
            </a:pPr>
            <a:r>
              <a:rPr lang="en-US" sz="1200">
                <a:solidFill>
                  <a:srgbClr val="000000"/>
                </a:solidFill>
              </a:rPr>
              <a:t>Proactive integration planning and consistent environment management will help prevent late-stage failures.</a:t>
            </a:r>
          </a:p>
          <a:p>
            <a:pPr marL="171450" indent="-171450">
              <a:lnSpc>
                <a:spcPct val="100000"/>
              </a:lnSpc>
              <a:spcBef>
                <a:spcPts val="600"/>
              </a:spcBef>
              <a:spcAft>
                <a:spcPts val="600"/>
              </a:spcAft>
              <a:buFont typeface="Arial" panose="020B0604020202020204" pitchFamily="34" charset="0"/>
              <a:buChar char="•"/>
            </a:pPr>
            <a:r>
              <a:rPr lang="en-US" sz="1200">
                <a:solidFill>
                  <a:srgbClr val="000000"/>
                </a:solidFill>
              </a:rPr>
              <a:t>Streamlining release cycles and managing feature toggles effectively can reduce complexity.</a:t>
            </a:r>
          </a:p>
          <a:p>
            <a:pPr marL="171450" indent="-171450">
              <a:lnSpc>
                <a:spcPct val="100000"/>
              </a:lnSpc>
              <a:spcBef>
                <a:spcPts val="600"/>
              </a:spcBef>
              <a:spcAft>
                <a:spcPts val="600"/>
              </a:spcAft>
              <a:buFont typeface="Arial" panose="020B0604020202020204" pitchFamily="34" charset="0"/>
              <a:buChar char="•"/>
            </a:pPr>
            <a:r>
              <a:rPr lang="en-US" sz="1200">
                <a:solidFill>
                  <a:srgbClr val="000000"/>
                </a:solidFill>
              </a:rPr>
              <a:t>Implementing automated, stable environments will enable faster deployments and more reliable pipelines.</a:t>
            </a:r>
          </a:p>
          <a:p>
            <a:pPr marL="171450" indent="-171450">
              <a:lnSpc>
                <a:spcPct val="100000"/>
              </a:lnSpc>
              <a:spcBef>
                <a:spcPts val="600"/>
              </a:spcBef>
              <a:spcAft>
                <a:spcPts val="600"/>
              </a:spcAft>
              <a:buFont typeface="Arial" panose="020B0604020202020204" pitchFamily="34" charset="0"/>
              <a:buChar char="•"/>
            </a:pPr>
            <a:r>
              <a:rPr lang="en-US" sz="1200">
                <a:solidFill>
                  <a:srgbClr val="000000"/>
                </a:solidFill>
              </a:rPr>
              <a:t>Developing a clear environment strategy for multi-transaction workflows will enhance operational efficiency.</a:t>
            </a:r>
          </a:p>
          <a:p>
            <a:pPr marL="171450" indent="-171450">
              <a:lnSpc>
                <a:spcPct val="100000"/>
              </a:lnSpc>
              <a:spcBef>
                <a:spcPts val="600"/>
              </a:spcBef>
              <a:spcAft>
                <a:spcPts val="600"/>
              </a:spcAft>
              <a:buFont typeface="Arial" panose="020B0604020202020204" pitchFamily="34" charset="0"/>
              <a:buChar char="•"/>
            </a:pPr>
            <a:r>
              <a:rPr lang="en-US" sz="1200">
                <a:solidFill>
                  <a:srgbClr val="000000"/>
                </a:solidFill>
              </a:rPr>
              <a:t>Establishing unified integration deployment and robust dependency management will improve system stability.</a:t>
            </a:r>
          </a:p>
          <a:p>
            <a:pPr marL="171450" indent="-171450">
              <a:lnSpc>
                <a:spcPct val="100000"/>
              </a:lnSpc>
              <a:spcBef>
                <a:spcPts val="600"/>
              </a:spcBef>
              <a:spcAft>
                <a:spcPts val="600"/>
              </a:spcAft>
              <a:buFont typeface="Arial" panose="020B0604020202020204" pitchFamily="34" charset="0"/>
              <a:buChar char="•"/>
            </a:pPr>
            <a:r>
              <a:rPr lang="en-US" sz="1200">
                <a:solidFill>
                  <a:srgbClr val="000000"/>
                </a:solidFill>
              </a:rPr>
              <a:t>Strengthening quality gates and ensuring comprehensive regression testing will support higher product quality.</a:t>
            </a:r>
            <a:endParaRPr lang="en-US" sz="1200"/>
          </a:p>
        </p:txBody>
      </p:sp>
      <p:sp>
        <p:nvSpPr>
          <p:cNvPr id="9" name="Text Placeholder 20">
            <a:extLst>
              <a:ext uri="{FF2B5EF4-FFF2-40B4-BE49-F238E27FC236}">
                <a16:creationId xmlns:a16="http://schemas.microsoft.com/office/drawing/2014/main" id="{EF3761AE-F873-1458-C096-DEA32F0C40C8}"/>
              </a:ext>
            </a:extLst>
          </p:cNvPr>
          <p:cNvSpPr txBox="1">
            <a:spLocks/>
          </p:cNvSpPr>
          <p:nvPr/>
        </p:nvSpPr>
        <p:spPr>
          <a:xfrm>
            <a:off x="7245111" y="2763538"/>
            <a:ext cx="4309579" cy="3293209"/>
          </a:xfrm>
          <a:prstGeom prst="rect">
            <a:avLst/>
          </a:prstGeom>
        </p:spPr>
        <p:txBody>
          <a:bodyPr wrap="square" lIns="0" tIns="0" rIns="0" bIns="0">
            <a:spAutoFit/>
          </a:bodyPr>
          <a:lstStyle>
            <a:lvl1pPr marL="0" indent="0" algn="l" defTabSz="1097280" rtl="0" eaLnBrk="1" latinLnBrk="0" hangingPunct="1">
              <a:lnSpc>
                <a:spcPct val="110000"/>
              </a:lnSpc>
              <a:spcBef>
                <a:spcPts val="720"/>
              </a:spcBef>
              <a:spcAft>
                <a:spcPct val="0"/>
              </a:spcAft>
              <a:buFont typeface="Arial" panose="020B0604020202020204" pitchFamily="34" charset="0"/>
              <a:buNone/>
              <a:defRPr sz="1920" b="0" i="0" kern="1200">
                <a:solidFill>
                  <a:schemeClr val="tx1"/>
                </a:solidFill>
                <a:latin typeface="+mn-lt"/>
                <a:ea typeface="Calibri" panose="020F0502020204030204" pitchFamily="34" charset="0"/>
                <a:cs typeface="Calibri" panose="020F0502020204030204" pitchFamily="34" charset="0"/>
              </a:defRPr>
            </a:lvl1pPr>
            <a:lvl2pPr marL="304560" indent="-302400" algn="l" defTabSz="1097280" rtl="0" eaLnBrk="1" latinLnBrk="0" hangingPunct="1">
              <a:lnSpc>
                <a:spcPct val="100000"/>
              </a:lnSpc>
              <a:spcBef>
                <a:spcPts val="720"/>
              </a:spcBef>
              <a:spcAft>
                <a:spcPts val="720"/>
              </a:spcAft>
              <a:buClr>
                <a:schemeClr val="tx1"/>
              </a:buClr>
              <a:buFont typeface="Arial" panose="020B0604020202020204" pitchFamily="34" charset="0"/>
              <a:buChar char="•"/>
              <a:defRPr sz="1920" b="0" i="0" kern="1200">
                <a:solidFill>
                  <a:schemeClr val="tx1"/>
                </a:solidFill>
                <a:latin typeface="+mn-lt"/>
                <a:ea typeface="Calibri" panose="020F0502020204030204" pitchFamily="34" charset="0"/>
                <a:cs typeface="Calibri" panose="020F0502020204030204" pitchFamily="34" charset="0"/>
              </a:defRPr>
            </a:lvl2pPr>
            <a:lvl3pPr marL="604800" indent="-302400" algn="l" defTabSz="1097280" rtl="0" eaLnBrk="1" latinLnBrk="0" hangingPunct="1">
              <a:lnSpc>
                <a:spcPct val="100000"/>
              </a:lnSpc>
              <a:spcBef>
                <a:spcPts val="720"/>
              </a:spcBef>
              <a:spcAft>
                <a:spcPts val="720"/>
              </a:spcAft>
              <a:buFont typeface="Courier New" panose="02070309020205020404" pitchFamily="49" charset="0"/>
              <a:buChar char="o"/>
              <a:defRPr sz="1680" b="0" i="0" kern="1200">
                <a:solidFill>
                  <a:schemeClr val="tx1"/>
                </a:solidFill>
                <a:latin typeface="+mn-lt"/>
                <a:ea typeface="Calibri" panose="020F0502020204030204" pitchFamily="34" charset="0"/>
                <a:cs typeface="Calibri" panose="020F0502020204030204" pitchFamily="34" charset="0"/>
              </a:defRPr>
            </a:lvl3pPr>
            <a:lvl4pPr marL="1920240" indent="-274320" algn="l" defTabSz="1097280" rtl="0" eaLnBrk="1" latinLnBrk="0" hangingPunct="1">
              <a:lnSpc>
                <a:spcPct val="110000"/>
              </a:lnSpc>
              <a:spcBef>
                <a:spcPts val="720"/>
              </a:spcBef>
              <a:spcAft>
                <a:spcPct val="0"/>
              </a:spcAft>
              <a:buFont typeface="Arial" panose="020B0604020202020204" pitchFamily="34" charset="0"/>
              <a:buChar char="•"/>
              <a:defRPr sz="1920" b="0" i="0" kern="1200">
                <a:solidFill>
                  <a:schemeClr val="tx1"/>
                </a:solidFill>
                <a:latin typeface="+mn-lt"/>
                <a:ea typeface="Calibri" panose="020F0502020204030204" pitchFamily="34" charset="0"/>
                <a:cs typeface="Calibri" panose="020F0502020204030204" pitchFamily="34" charset="0"/>
              </a:defRPr>
            </a:lvl4pPr>
            <a:lvl5pPr marL="2468880" indent="-274320" algn="l" defTabSz="1097280" rtl="0" eaLnBrk="1" latinLnBrk="0" hangingPunct="1">
              <a:lnSpc>
                <a:spcPct val="110000"/>
              </a:lnSpc>
              <a:spcBef>
                <a:spcPts val="720"/>
              </a:spcBef>
              <a:spcAft>
                <a:spcPct val="0"/>
              </a:spcAft>
              <a:buFont typeface="Arial" panose="020B0604020202020204" pitchFamily="34" charset="0"/>
              <a:buChar char="•"/>
              <a:defRPr sz="1920" b="0" i="0" kern="1200">
                <a:solidFill>
                  <a:schemeClr val="tx1"/>
                </a:solidFill>
                <a:latin typeface="+mn-lt"/>
                <a:ea typeface="Calibri" panose="020F0502020204030204" pitchFamily="34" charset="0"/>
                <a:cs typeface="Calibri" panose="020F0502020204030204" pitchFamily="34" charset="0"/>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a:lstStyle>
          <a:p>
            <a:pPr>
              <a:lnSpc>
                <a:spcPct val="100000"/>
              </a:lnSpc>
              <a:spcBef>
                <a:spcPts val="0"/>
              </a:spcBef>
              <a:spcAft>
                <a:spcPts val="600"/>
              </a:spcAft>
            </a:pPr>
            <a:r>
              <a:rPr lang="en-US" sz="1400" b="1">
                <a:solidFill>
                  <a:srgbClr val="000000"/>
                </a:solidFill>
              </a:rPr>
              <a:t>Early Integration &amp; Environment Strategy</a:t>
            </a:r>
          </a:p>
          <a:p>
            <a:pPr>
              <a:lnSpc>
                <a:spcPct val="100000"/>
              </a:lnSpc>
              <a:spcBef>
                <a:spcPts val="0"/>
              </a:spcBef>
            </a:pPr>
            <a:r>
              <a:rPr lang="en-US" sz="1200">
                <a:solidFill>
                  <a:srgbClr val="000000"/>
                </a:solidFill>
              </a:rPr>
              <a:t>Define integration points and environment needs to avoid late-stage issues.</a:t>
            </a:r>
          </a:p>
          <a:p>
            <a:pPr>
              <a:lnSpc>
                <a:spcPct val="100000"/>
              </a:lnSpc>
              <a:spcBef>
                <a:spcPts val="1200"/>
              </a:spcBef>
              <a:spcAft>
                <a:spcPts val="600"/>
              </a:spcAft>
            </a:pPr>
            <a:r>
              <a:rPr lang="en-US" sz="1400" b="1">
                <a:solidFill>
                  <a:srgbClr val="000000"/>
                </a:solidFill>
                <a:latin typeface="Calibri" panose="020F0502020204030204" pitchFamily="34" charset="0"/>
              </a:rPr>
              <a:t>Automated Environment &amp; CI/CD Implementation</a:t>
            </a:r>
          </a:p>
          <a:p>
            <a:pPr>
              <a:lnSpc>
                <a:spcPct val="100000"/>
              </a:lnSpc>
              <a:spcBef>
                <a:spcPts val="0"/>
              </a:spcBef>
            </a:pPr>
            <a:r>
              <a:rPr lang="en-US" sz="1200">
                <a:solidFill>
                  <a:srgbClr val="000000"/>
                </a:solidFill>
              </a:rPr>
              <a:t>With strategy in place, automate environment provisioning and deployments for consistency. Use </a:t>
            </a:r>
            <a:r>
              <a:rPr lang="en-US" sz="1200" b="1">
                <a:solidFill>
                  <a:schemeClr val="accent4">
                    <a:lumMod val="60000"/>
                    <a:lumOff val="40000"/>
                  </a:schemeClr>
                </a:solidFill>
              </a:rPr>
              <a:t>AI to optimize CI/CD </a:t>
            </a:r>
            <a:r>
              <a:rPr lang="en-US" sz="1200">
                <a:solidFill>
                  <a:srgbClr val="000000"/>
                </a:solidFill>
              </a:rPr>
              <a:t>pipelines and auto-scale environments.</a:t>
            </a:r>
          </a:p>
          <a:p>
            <a:pPr>
              <a:lnSpc>
                <a:spcPct val="100000"/>
              </a:lnSpc>
              <a:spcBef>
                <a:spcPts val="1200"/>
              </a:spcBef>
              <a:spcAft>
                <a:spcPts val="600"/>
              </a:spcAft>
            </a:pPr>
            <a:r>
              <a:rPr lang="en-US" sz="1400" b="1">
                <a:solidFill>
                  <a:srgbClr val="000000"/>
                </a:solidFill>
                <a:latin typeface="Calibri" panose="020F0502020204030204" pitchFamily="34" charset="0"/>
              </a:rPr>
              <a:t>Release &amp; Feature Management Optimization</a:t>
            </a:r>
          </a:p>
          <a:p>
            <a:pPr>
              <a:lnSpc>
                <a:spcPct val="100000"/>
              </a:lnSpc>
              <a:spcBef>
                <a:spcPts val="0"/>
              </a:spcBef>
            </a:pPr>
            <a:r>
              <a:rPr lang="en-US" sz="1200">
                <a:solidFill>
                  <a:srgbClr val="000000"/>
                </a:solidFill>
              </a:rPr>
              <a:t>Optimize release cycles and feature management for smoother production flow.</a:t>
            </a:r>
          </a:p>
          <a:p>
            <a:pPr>
              <a:lnSpc>
                <a:spcPct val="100000"/>
              </a:lnSpc>
              <a:spcBef>
                <a:spcPts val="1200"/>
              </a:spcBef>
              <a:spcAft>
                <a:spcPts val="600"/>
              </a:spcAft>
            </a:pPr>
            <a:r>
              <a:rPr lang="en-US" sz="1400" b="1">
                <a:solidFill>
                  <a:srgbClr val="000000"/>
                </a:solidFill>
                <a:latin typeface="Calibri" panose="020F0502020204030204" pitchFamily="34" charset="0"/>
              </a:rPr>
              <a:t>Quality Gates &amp; Dependency Management</a:t>
            </a:r>
          </a:p>
          <a:p>
            <a:pPr>
              <a:lnSpc>
                <a:spcPct val="100000"/>
              </a:lnSpc>
              <a:spcBef>
                <a:spcPts val="0"/>
              </a:spcBef>
            </a:pPr>
            <a:r>
              <a:rPr lang="en-US" sz="1200">
                <a:solidFill>
                  <a:srgbClr val="000000"/>
                </a:solidFill>
              </a:rPr>
              <a:t>Enforce quality gates and manage dependencies to ensure robust, reliable releases. Use </a:t>
            </a:r>
            <a:r>
              <a:rPr lang="en-US" sz="1200" b="1">
                <a:solidFill>
                  <a:schemeClr val="accent4">
                    <a:lumMod val="60000"/>
                    <a:lumOff val="40000"/>
                  </a:schemeClr>
                </a:solidFill>
              </a:rPr>
              <a:t>AI to analyze deployment logs and test results</a:t>
            </a:r>
            <a:r>
              <a:rPr lang="en-US" sz="1200">
                <a:solidFill>
                  <a:srgbClr val="000000"/>
                </a:solidFill>
              </a:rPr>
              <a:t>.</a:t>
            </a:r>
            <a:endParaRPr lang="en-US" sz="1200"/>
          </a:p>
        </p:txBody>
      </p:sp>
      <p:sp>
        <p:nvSpPr>
          <p:cNvPr id="14" name="TextBox 13">
            <a:extLst>
              <a:ext uri="{FF2B5EF4-FFF2-40B4-BE49-F238E27FC236}">
                <a16:creationId xmlns:a16="http://schemas.microsoft.com/office/drawing/2014/main" id="{37B8B5FA-088C-E1F0-9D98-B0CDC03C75BE}"/>
              </a:ext>
            </a:extLst>
          </p:cNvPr>
          <p:cNvSpPr txBox="1"/>
          <p:nvPr/>
        </p:nvSpPr>
        <p:spPr>
          <a:xfrm>
            <a:off x="457199" y="1198418"/>
            <a:ext cx="11274552" cy="646331"/>
          </a:xfrm>
          <a:prstGeom prst="rect">
            <a:avLst/>
          </a:prstGeom>
          <a:noFill/>
        </p:spPr>
        <p:txBody>
          <a:bodyPr wrap="square" lIns="0" tIns="0" rIns="0" bIns="0">
            <a:spAutoFit/>
          </a:bodyPr>
          <a:lstStyle/>
          <a:p>
            <a:r>
              <a:rPr lang="en-US" sz="1400"/>
              <a:t>To support faster product rollout and ensure </a:t>
            </a:r>
            <a:r>
              <a:rPr lang="en-US" sz="1400" err="1"/>
              <a:t>RapidSure</a:t>
            </a:r>
            <a:r>
              <a:rPr lang="en-US" sz="1400"/>
              <a:t> can scale for new business lines, TMNAS must strengthen its deployment and infrastructure capabilities. Streamlined environments, stable CI/CD pipelines, and early integration planning are critical to reducing release delays, preventing late‑stage failures, and enabling safe, continuous modernization—even with limited engineering capacity.</a:t>
            </a:r>
          </a:p>
        </p:txBody>
      </p:sp>
      <p:sp>
        <p:nvSpPr>
          <p:cNvPr id="7" name="TextBox 6">
            <a:extLst>
              <a:ext uri="{FF2B5EF4-FFF2-40B4-BE49-F238E27FC236}">
                <a16:creationId xmlns:a16="http://schemas.microsoft.com/office/drawing/2014/main" id="{05875D41-01F4-56DA-9EBF-98AD2DAFA8D4}"/>
              </a:ext>
            </a:extLst>
          </p:cNvPr>
          <p:cNvSpPr txBox="1"/>
          <p:nvPr/>
        </p:nvSpPr>
        <p:spPr>
          <a:xfrm>
            <a:off x="2524948" y="2068002"/>
            <a:ext cx="2845459" cy="369332"/>
          </a:xfrm>
          <a:prstGeom prst="rect">
            <a:avLst/>
          </a:prstGeom>
        </p:spPr>
        <p:txBody>
          <a:bodyPr wrap="none" lIns="0" tIns="0" rIns="0" bIns="0" rtlCol="0">
            <a:spAutoFit/>
          </a:bodyPr>
          <a:lstStyle/>
          <a:p>
            <a:pPr algn="l"/>
            <a:r>
              <a:rPr lang="en-US" sz="2400">
                <a:gradFill>
                  <a:gsLst>
                    <a:gs pos="0">
                      <a:schemeClr val="accent2"/>
                    </a:gs>
                    <a:gs pos="65000">
                      <a:schemeClr val="accent5"/>
                    </a:gs>
                    <a:gs pos="100000">
                      <a:schemeClr val="accent4"/>
                    </a:gs>
                  </a:gsLst>
                  <a:lin ang="1800000" scaled="0"/>
                </a:gradFill>
                <a:latin typeface="Calibri Light" panose="020F0302020204030204" pitchFamily="34" charset="0"/>
                <a:ea typeface="Calibri Light" panose="020F0302020204030204" pitchFamily="34" charset="0"/>
                <a:cs typeface="Calibri Light" panose="020F0302020204030204" pitchFamily="34" charset="0"/>
              </a:rPr>
              <a:t>Areas for Improvement</a:t>
            </a:r>
          </a:p>
        </p:txBody>
      </p:sp>
      <p:sp>
        <p:nvSpPr>
          <p:cNvPr id="8" name="TextBox 7">
            <a:extLst>
              <a:ext uri="{FF2B5EF4-FFF2-40B4-BE49-F238E27FC236}">
                <a16:creationId xmlns:a16="http://schemas.microsoft.com/office/drawing/2014/main" id="{12ED83D0-CB14-ECF1-5AB6-A5E8AE1989E0}"/>
              </a:ext>
            </a:extLst>
          </p:cNvPr>
          <p:cNvSpPr txBox="1"/>
          <p:nvPr/>
        </p:nvSpPr>
        <p:spPr>
          <a:xfrm>
            <a:off x="7245111" y="2068002"/>
            <a:ext cx="2348976" cy="369332"/>
          </a:xfrm>
          <a:prstGeom prst="rect">
            <a:avLst/>
          </a:prstGeom>
        </p:spPr>
        <p:txBody>
          <a:bodyPr wrap="none" lIns="0" tIns="0" rIns="0" bIns="0" rtlCol="0">
            <a:spAutoFit/>
          </a:bodyPr>
          <a:lstStyle/>
          <a:p>
            <a:pPr algn="l"/>
            <a:r>
              <a:rPr lang="en-US" sz="2400">
                <a:gradFill>
                  <a:gsLst>
                    <a:gs pos="0">
                      <a:schemeClr val="accent2"/>
                    </a:gs>
                    <a:gs pos="65000">
                      <a:schemeClr val="accent5"/>
                    </a:gs>
                    <a:gs pos="100000">
                      <a:schemeClr val="accent4"/>
                    </a:gs>
                  </a:gsLst>
                  <a:lin ang="1800000" scaled="0"/>
                </a:gradFill>
                <a:latin typeface="Calibri Light" panose="020F0302020204030204" pitchFamily="34" charset="0"/>
                <a:ea typeface="Calibri Light" panose="020F0302020204030204" pitchFamily="34" charset="0"/>
                <a:cs typeface="Calibri Light" panose="020F0302020204030204" pitchFamily="34" charset="0"/>
              </a:rPr>
              <a:t>Proposed Solutions</a:t>
            </a:r>
          </a:p>
        </p:txBody>
      </p:sp>
      <p:cxnSp>
        <p:nvCxnSpPr>
          <p:cNvPr id="10" name="Straight Connector 9">
            <a:extLst>
              <a:ext uri="{FF2B5EF4-FFF2-40B4-BE49-F238E27FC236}">
                <a16:creationId xmlns:a16="http://schemas.microsoft.com/office/drawing/2014/main" id="{5673F67B-CA08-6B2D-76C7-BF9CAAEE442E}"/>
              </a:ext>
            </a:extLst>
          </p:cNvPr>
          <p:cNvCxnSpPr>
            <a:cxnSpLocks/>
          </p:cNvCxnSpPr>
          <p:nvPr/>
        </p:nvCxnSpPr>
        <p:spPr>
          <a:xfrm>
            <a:off x="2524948" y="2532334"/>
            <a:ext cx="420624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AB092CA9-4A30-4AD2-B30F-13A4B4538857}"/>
              </a:ext>
            </a:extLst>
          </p:cNvPr>
          <p:cNvCxnSpPr>
            <a:cxnSpLocks/>
          </p:cNvCxnSpPr>
          <p:nvPr/>
        </p:nvCxnSpPr>
        <p:spPr>
          <a:xfrm>
            <a:off x="7245111" y="2532334"/>
            <a:ext cx="420624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3" name="Google Shape;2191;p75">
            <a:extLst>
              <a:ext uri="{FF2B5EF4-FFF2-40B4-BE49-F238E27FC236}">
                <a16:creationId xmlns:a16="http://schemas.microsoft.com/office/drawing/2014/main" id="{567A4CD9-63A8-601C-64B6-5E1296AFDA47}"/>
              </a:ext>
            </a:extLst>
          </p:cNvPr>
          <p:cNvGrpSpPr/>
          <p:nvPr/>
        </p:nvGrpSpPr>
        <p:grpSpPr>
          <a:xfrm>
            <a:off x="6251121" y="2134280"/>
            <a:ext cx="480067" cy="236776"/>
            <a:chOff x="4920150" y="1977875"/>
            <a:chExt cx="68525" cy="33800"/>
          </a:xfrm>
          <a:gradFill>
            <a:gsLst>
              <a:gs pos="0">
                <a:schemeClr val="accent2"/>
              </a:gs>
              <a:gs pos="65000">
                <a:schemeClr val="accent5"/>
              </a:gs>
              <a:gs pos="100000">
                <a:schemeClr val="accent4"/>
              </a:gs>
            </a:gsLst>
            <a:lin ang="1800000" scaled="0"/>
          </a:gradFill>
        </p:grpSpPr>
        <p:sp>
          <p:nvSpPr>
            <p:cNvPr id="15" name="Google Shape;2192;p75">
              <a:extLst>
                <a:ext uri="{FF2B5EF4-FFF2-40B4-BE49-F238E27FC236}">
                  <a16:creationId xmlns:a16="http://schemas.microsoft.com/office/drawing/2014/main" id="{D78F08E2-97ED-F233-9B52-2FA2874EAC02}"/>
                </a:ext>
              </a:extLst>
            </p:cNvPr>
            <p:cNvSpPr/>
            <p:nvPr/>
          </p:nvSpPr>
          <p:spPr>
            <a:xfrm>
              <a:off x="4949175" y="1977875"/>
              <a:ext cx="39500" cy="33800"/>
            </a:xfrm>
            <a:custGeom>
              <a:avLst/>
              <a:gdLst/>
              <a:ahLst/>
              <a:cxnLst/>
              <a:rect l="l" t="t" r="r" b="b"/>
              <a:pathLst>
                <a:path w="1580" h="1352" extrusionOk="0">
                  <a:moveTo>
                    <a:pt x="891" y="1"/>
                  </a:moveTo>
                  <a:cubicBezTo>
                    <a:pt x="859" y="1"/>
                    <a:pt x="828" y="12"/>
                    <a:pt x="801" y="32"/>
                  </a:cubicBezTo>
                  <a:cubicBezTo>
                    <a:pt x="743" y="89"/>
                    <a:pt x="743" y="176"/>
                    <a:pt x="801" y="226"/>
                  </a:cubicBezTo>
                  <a:lnTo>
                    <a:pt x="1039" y="472"/>
                  </a:lnTo>
                  <a:cubicBezTo>
                    <a:pt x="1068" y="493"/>
                    <a:pt x="1046" y="544"/>
                    <a:pt x="1010" y="544"/>
                  </a:cubicBezTo>
                  <a:lnTo>
                    <a:pt x="152" y="544"/>
                  </a:lnTo>
                  <a:cubicBezTo>
                    <a:pt x="147" y="543"/>
                    <a:pt x="143" y="543"/>
                    <a:pt x="139" y="543"/>
                  </a:cubicBezTo>
                  <a:cubicBezTo>
                    <a:pt x="66" y="543"/>
                    <a:pt x="14" y="598"/>
                    <a:pt x="8" y="666"/>
                  </a:cubicBezTo>
                  <a:cubicBezTo>
                    <a:pt x="0" y="746"/>
                    <a:pt x="65" y="811"/>
                    <a:pt x="145" y="811"/>
                  </a:cubicBezTo>
                  <a:lnTo>
                    <a:pt x="1010" y="811"/>
                  </a:lnTo>
                  <a:cubicBezTo>
                    <a:pt x="1046" y="811"/>
                    <a:pt x="1068" y="854"/>
                    <a:pt x="1039" y="883"/>
                  </a:cubicBezTo>
                  <a:lnTo>
                    <a:pt x="808" y="1113"/>
                  </a:lnTo>
                  <a:cubicBezTo>
                    <a:pt x="758" y="1164"/>
                    <a:pt x="751" y="1251"/>
                    <a:pt x="794" y="1308"/>
                  </a:cubicBezTo>
                  <a:cubicBezTo>
                    <a:pt x="823" y="1337"/>
                    <a:pt x="859" y="1351"/>
                    <a:pt x="895" y="1351"/>
                  </a:cubicBezTo>
                  <a:cubicBezTo>
                    <a:pt x="931" y="1351"/>
                    <a:pt x="967" y="1337"/>
                    <a:pt x="996" y="1308"/>
                  </a:cubicBezTo>
                  <a:lnTo>
                    <a:pt x="1522" y="774"/>
                  </a:lnTo>
                  <a:cubicBezTo>
                    <a:pt x="1580" y="717"/>
                    <a:pt x="1573" y="630"/>
                    <a:pt x="1522" y="573"/>
                  </a:cubicBezTo>
                  <a:lnTo>
                    <a:pt x="996" y="46"/>
                  </a:lnTo>
                  <a:cubicBezTo>
                    <a:pt x="965" y="15"/>
                    <a:pt x="928" y="1"/>
                    <a:pt x="89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2193;p75">
              <a:extLst>
                <a:ext uri="{FF2B5EF4-FFF2-40B4-BE49-F238E27FC236}">
                  <a16:creationId xmlns:a16="http://schemas.microsoft.com/office/drawing/2014/main" id="{56ED7704-9436-694E-ACD4-6E48CBB02FE1}"/>
                </a:ext>
              </a:extLst>
            </p:cNvPr>
            <p:cNvSpPr/>
            <p:nvPr/>
          </p:nvSpPr>
          <p:spPr>
            <a:xfrm>
              <a:off x="4931875" y="1991450"/>
              <a:ext cx="12825" cy="6700"/>
            </a:xfrm>
            <a:custGeom>
              <a:avLst/>
              <a:gdLst/>
              <a:ahLst/>
              <a:cxnLst/>
              <a:rect l="l" t="t" r="r" b="b"/>
              <a:pathLst>
                <a:path w="513" h="268" extrusionOk="0">
                  <a:moveTo>
                    <a:pt x="180" y="1"/>
                  </a:moveTo>
                  <a:cubicBezTo>
                    <a:pt x="0" y="1"/>
                    <a:pt x="0" y="268"/>
                    <a:pt x="180" y="268"/>
                  </a:cubicBezTo>
                  <a:lnTo>
                    <a:pt x="332" y="268"/>
                  </a:lnTo>
                  <a:cubicBezTo>
                    <a:pt x="512" y="268"/>
                    <a:pt x="512" y="1"/>
                    <a:pt x="33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2194;p75">
              <a:extLst>
                <a:ext uri="{FF2B5EF4-FFF2-40B4-BE49-F238E27FC236}">
                  <a16:creationId xmlns:a16="http://schemas.microsoft.com/office/drawing/2014/main" id="{CF746718-077E-0E2C-D777-01E7F57563C6}"/>
                </a:ext>
              </a:extLst>
            </p:cNvPr>
            <p:cNvSpPr/>
            <p:nvPr/>
          </p:nvSpPr>
          <p:spPr>
            <a:xfrm>
              <a:off x="4920150" y="1991450"/>
              <a:ext cx="9225" cy="6700"/>
            </a:xfrm>
            <a:custGeom>
              <a:avLst/>
              <a:gdLst/>
              <a:ahLst/>
              <a:cxnLst/>
              <a:rect l="l" t="t" r="r" b="b"/>
              <a:pathLst>
                <a:path w="369" h="268" extrusionOk="0">
                  <a:moveTo>
                    <a:pt x="181" y="1"/>
                  </a:moveTo>
                  <a:cubicBezTo>
                    <a:pt x="0" y="1"/>
                    <a:pt x="0" y="268"/>
                    <a:pt x="181" y="268"/>
                  </a:cubicBezTo>
                  <a:lnTo>
                    <a:pt x="195" y="268"/>
                  </a:lnTo>
                  <a:cubicBezTo>
                    <a:pt x="368" y="268"/>
                    <a:pt x="368" y="1"/>
                    <a:pt x="195"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 name="Google Shape;2191;p75">
            <a:extLst>
              <a:ext uri="{FF2B5EF4-FFF2-40B4-BE49-F238E27FC236}">
                <a16:creationId xmlns:a16="http://schemas.microsoft.com/office/drawing/2014/main" id="{DFC0C9FC-29F4-7A78-4CE2-AB934483DD9D}"/>
              </a:ext>
            </a:extLst>
          </p:cNvPr>
          <p:cNvGrpSpPr/>
          <p:nvPr/>
        </p:nvGrpSpPr>
        <p:grpSpPr>
          <a:xfrm>
            <a:off x="10971284" y="2134280"/>
            <a:ext cx="480067" cy="236776"/>
            <a:chOff x="4920150" y="1977875"/>
            <a:chExt cx="68525" cy="33800"/>
          </a:xfrm>
          <a:gradFill>
            <a:gsLst>
              <a:gs pos="0">
                <a:schemeClr val="accent2"/>
              </a:gs>
              <a:gs pos="65000">
                <a:schemeClr val="accent5"/>
              </a:gs>
              <a:gs pos="100000">
                <a:schemeClr val="accent4"/>
              </a:gs>
            </a:gsLst>
            <a:lin ang="1800000" scaled="0"/>
          </a:gradFill>
        </p:grpSpPr>
        <p:sp>
          <p:nvSpPr>
            <p:cNvPr id="22" name="Google Shape;2192;p75">
              <a:extLst>
                <a:ext uri="{FF2B5EF4-FFF2-40B4-BE49-F238E27FC236}">
                  <a16:creationId xmlns:a16="http://schemas.microsoft.com/office/drawing/2014/main" id="{9319187F-ED9F-D25F-7E52-F1E93D5E601B}"/>
                </a:ext>
              </a:extLst>
            </p:cNvPr>
            <p:cNvSpPr/>
            <p:nvPr/>
          </p:nvSpPr>
          <p:spPr>
            <a:xfrm>
              <a:off x="4949175" y="1977875"/>
              <a:ext cx="39500" cy="33800"/>
            </a:xfrm>
            <a:custGeom>
              <a:avLst/>
              <a:gdLst/>
              <a:ahLst/>
              <a:cxnLst/>
              <a:rect l="l" t="t" r="r" b="b"/>
              <a:pathLst>
                <a:path w="1580" h="1352" extrusionOk="0">
                  <a:moveTo>
                    <a:pt x="891" y="1"/>
                  </a:moveTo>
                  <a:cubicBezTo>
                    <a:pt x="859" y="1"/>
                    <a:pt x="828" y="12"/>
                    <a:pt x="801" y="32"/>
                  </a:cubicBezTo>
                  <a:cubicBezTo>
                    <a:pt x="743" y="89"/>
                    <a:pt x="743" y="176"/>
                    <a:pt x="801" y="226"/>
                  </a:cubicBezTo>
                  <a:lnTo>
                    <a:pt x="1039" y="472"/>
                  </a:lnTo>
                  <a:cubicBezTo>
                    <a:pt x="1068" y="493"/>
                    <a:pt x="1046" y="544"/>
                    <a:pt x="1010" y="544"/>
                  </a:cubicBezTo>
                  <a:lnTo>
                    <a:pt x="152" y="544"/>
                  </a:lnTo>
                  <a:cubicBezTo>
                    <a:pt x="147" y="543"/>
                    <a:pt x="143" y="543"/>
                    <a:pt x="139" y="543"/>
                  </a:cubicBezTo>
                  <a:cubicBezTo>
                    <a:pt x="66" y="543"/>
                    <a:pt x="14" y="598"/>
                    <a:pt x="8" y="666"/>
                  </a:cubicBezTo>
                  <a:cubicBezTo>
                    <a:pt x="0" y="746"/>
                    <a:pt x="65" y="811"/>
                    <a:pt x="145" y="811"/>
                  </a:cubicBezTo>
                  <a:lnTo>
                    <a:pt x="1010" y="811"/>
                  </a:lnTo>
                  <a:cubicBezTo>
                    <a:pt x="1046" y="811"/>
                    <a:pt x="1068" y="854"/>
                    <a:pt x="1039" y="883"/>
                  </a:cubicBezTo>
                  <a:lnTo>
                    <a:pt x="808" y="1113"/>
                  </a:lnTo>
                  <a:cubicBezTo>
                    <a:pt x="758" y="1164"/>
                    <a:pt x="751" y="1251"/>
                    <a:pt x="794" y="1308"/>
                  </a:cubicBezTo>
                  <a:cubicBezTo>
                    <a:pt x="823" y="1337"/>
                    <a:pt x="859" y="1351"/>
                    <a:pt x="895" y="1351"/>
                  </a:cubicBezTo>
                  <a:cubicBezTo>
                    <a:pt x="931" y="1351"/>
                    <a:pt x="967" y="1337"/>
                    <a:pt x="996" y="1308"/>
                  </a:cubicBezTo>
                  <a:lnTo>
                    <a:pt x="1522" y="774"/>
                  </a:lnTo>
                  <a:cubicBezTo>
                    <a:pt x="1580" y="717"/>
                    <a:pt x="1573" y="630"/>
                    <a:pt x="1522" y="573"/>
                  </a:cubicBezTo>
                  <a:lnTo>
                    <a:pt x="996" y="46"/>
                  </a:lnTo>
                  <a:cubicBezTo>
                    <a:pt x="965" y="15"/>
                    <a:pt x="928" y="1"/>
                    <a:pt x="89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193;p75">
              <a:extLst>
                <a:ext uri="{FF2B5EF4-FFF2-40B4-BE49-F238E27FC236}">
                  <a16:creationId xmlns:a16="http://schemas.microsoft.com/office/drawing/2014/main" id="{5B6B8171-CD43-4400-574B-604CB471DF18}"/>
                </a:ext>
              </a:extLst>
            </p:cNvPr>
            <p:cNvSpPr/>
            <p:nvPr/>
          </p:nvSpPr>
          <p:spPr>
            <a:xfrm>
              <a:off x="4931875" y="1991450"/>
              <a:ext cx="12825" cy="6700"/>
            </a:xfrm>
            <a:custGeom>
              <a:avLst/>
              <a:gdLst/>
              <a:ahLst/>
              <a:cxnLst/>
              <a:rect l="l" t="t" r="r" b="b"/>
              <a:pathLst>
                <a:path w="513" h="268" extrusionOk="0">
                  <a:moveTo>
                    <a:pt x="180" y="1"/>
                  </a:moveTo>
                  <a:cubicBezTo>
                    <a:pt x="0" y="1"/>
                    <a:pt x="0" y="268"/>
                    <a:pt x="180" y="268"/>
                  </a:cubicBezTo>
                  <a:lnTo>
                    <a:pt x="332" y="268"/>
                  </a:lnTo>
                  <a:cubicBezTo>
                    <a:pt x="512" y="268"/>
                    <a:pt x="512" y="1"/>
                    <a:pt x="33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194;p75">
              <a:extLst>
                <a:ext uri="{FF2B5EF4-FFF2-40B4-BE49-F238E27FC236}">
                  <a16:creationId xmlns:a16="http://schemas.microsoft.com/office/drawing/2014/main" id="{E821DA28-53C4-258C-FED6-7868743EA8F7}"/>
                </a:ext>
              </a:extLst>
            </p:cNvPr>
            <p:cNvSpPr/>
            <p:nvPr/>
          </p:nvSpPr>
          <p:spPr>
            <a:xfrm>
              <a:off x="4920150" y="1991450"/>
              <a:ext cx="9225" cy="6700"/>
            </a:xfrm>
            <a:custGeom>
              <a:avLst/>
              <a:gdLst/>
              <a:ahLst/>
              <a:cxnLst/>
              <a:rect l="l" t="t" r="r" b="b"/>
              <a:pathLst>
                <a:path w="369" h="268" extrusionOk="0">
                  <a:moveTo>
                    <a:pt x="181" y="1"/>
                  </a:moveTo>
                  <a:cubicBezTo>
                    <a:pt x="0" y="1"/>
                    <a:pt x="0" y="268"/>
                    <a:pt x="181" y="268"/>
                  </a:cubicBezTo>
                  <a:lnTo>
                    <a:pt x="195" y="268"/>
                  </a:lnTo>
                  <a:cubicBezTo>
                    <a:pt x="368" y="268"/>
                    <a:pt x="368" y="1"/>
                    <a:pt x="195"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677319978"/>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AE3D83-55C3-142D-D794-1545615A7B2E}"/>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D1DB1268-86AD-DF0B-C325-E42192D8768F}"/>
              </a:ext>
            </a:extLst>
          </p:cNvPr>
          <p:cNvSpPr/>
          <p:nvPr/>
        </p:nvSpPr>
        <p:spPr bwMode="auto">
          <a:xfrm>
            <a:off x="8324603" y="723900"/>
            <a:ext cx="3407149" cy="5587926"/>
          </a:xfrm>
          <a:prstGeom prst="roundRect">
            <a:avLst>
              <a:gd name="adj" fmla="val 9696"/>
            </a:avLst>
          </a:prstGeom>
          <a:solidFill>
            <a:srgbClr val="FCFEFD"/>
          </a:solidFill>
          <a:ln w="12700">
            <a:gradFill>
              <a:gsLst>
                <a:gs pos="0">
                  <a:schemeClr val="accent2"/>
                </a:gs>
                <a:gs pos="74000">
                  <a:schemeClr val="accent5"/>
                </a:gs>
                <a:gs pos="99000">
                  <a:schemeClr val="accent4"/>
                </a:gs>
              </a:gsLst>
              <a:lin ang="5400000" scaled="1"/>
            </a:gradFill>
          </a:ln>
          <a:effectLst>
            <a:outerShdw blurRad="127000" sx="102000" sy="102000" algn="ctr" rotWithShape="0">
              <a:prstClr val="black">
                <a:alpha val="5000"/>
              </a:prstClr>
            </a:outerShdw>
          </a:effectLst>
        </p:spPr>
        <p:txBody>
          <a:bodyPr wrap="square" lIns="0" tIns="0" rIns="0" bIns="0" rtlCol="0" anchor="ctr"/>
          <a:lstStyle/>
          <a:p>
            <a:pPr algn="ctr"/>
            <a:endParaRPr lang="en-US" sz="2400">
              <a:solidFill>
                <a:schemeClr val="bg1"/>
              </a:solidFill>
              <a:latin typeface="Calibri Light" panose="020F0302020204030204" pitchFamily="34" charset="0"/>
              <a:ea typeface="Human Sans ExtraLight" charset="0"/>
              <a:cs typeface="Human Sans ExtraLight" charset="0"/>
            </a:endParaRPr>
          </a:p>
        </p:txBody>
      </p:sp>
      <p:sp>
        <p:nvSpPr>
          <p:cNvPr id="2" name="Title 1">
            <a:extLst>
              <a:ext uri="{FF2B5EF4-FFF2-40B4-BE49-F238E27FC236}">
                <a16:creationId xmlns:a16="http://schemas.microsoft.com/office/drawing/2014/main" id="{E8F06121-CB47-C332-4921-4B394C53B538}"/>
              </a:ext>
            </a:extLst>
          </p:cNvPr>
          <p:cNvSpPr>
            <a:spLocks noGrp="1"/>
          </p:cNvSpPr>
          <p:nvPr>
            <p:ph type="title"/>
          </p:nvPr>
        </p:nvSpPr>
        <p:spPr/>
        <p:txBody>
          <a:bodyPr/>
          <a:lstStyle/>
          <a:p>
            <a:r>
              <a:rPr lang="en-US"/>
              <a:t>High Level Architecture (current state)</a:t>
            </a:r>
          </a:p>
        </p:txBody>
      </p:sp>
      <p:sp>
        <p:nvSpPr>
          <p:cNvPr id="3" name="Text Placeholder 2">
            <a:extLst>
              <a:ext uri="{FF2B5EF4-FFF2-40B4-BE49-F238E27FC236}">
                <a16:creationId xmlns:a16="http://schemas.microsoft.com/office/drawing/2014/main" id="{B3FCD395-E442-F903-D3FA-DB4AC2054C94}"/>
              </a:ext>
            </a:extLst>
          </p:cNvPr>
          <p:cNvSpPr>
            <a:spLocks noGrp="1"/>
          </p:cNvSpPr>
          <p:nvPr>
            <p:ph type="body" sz="quarter" idx="15"/>
          </p:nvPr>
        </p:nvSpPr>
        <p:spPr/>
        <p:txBody>
          <a:bodyPr/>
          <a:lstStyle/>
          <a:p>
            <a:endParaRPr lang="en-US"/>
          </a:p>
        </p:txBody>
      </p:sp>
      <p:pic>
        <p:nvPicPr>
          <p:cNvPr id="5" name="Picture 4">
            <a:extLst>
              <a:ext uri="{FF2B5EF4-FFF2-40B4-BE49-F238E27FC236}">
                <a16:creationId xmlns:a16="http://schemas.microsoft.com/office/drawing/2014/main" id="{65C6D4A3-89B1-CE01-45D5-157CE170F34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443" y="1550245"/>
            <a:ext cx="7840718" cy="3834601"/>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descr="A close-up of a computer&#10;&#10;AI-generated content may be incorrect.">
            <a:extLst>
              <a:ext uri="{FF2B5EF4-FFF2-40B4-BE49-F238E27FC236}">
                <a16:creationId xmlns:a16="http://schemas.microsoft.com/office/drawing/2014/main" id="{F4CF66D7-6228-301B-699E-EE09D6123DE5}"/>
              </a:ext>
            </a:extLst>
          </p:cNvPr>
          <p:cNvPicPr>
            <a:picLocks noChangeAspect="1"/>
          </p:cNvPicPr>
          <p:nvPr/>
        </p:nvPicPr>
        <p:blipFill>
          <a:blip r:embed="rId3"/>
          <a:srcRect l="6575" r="3386"/>
          <a:stretch>
            <a:fillRect/>
          </a:stretch>
        </p:blipFill>
        <p:spPr>
          <a:xfrm>
            <a:off x="8485045" y="1018341"/>
            <a:ext cx="3086264" cy="5141509"/>
          </a:xfrm>
          <a:prstGeom prst="rect">
            <a:avLst/>
          </a:prstGeom>
        </p:spPr>
      </p:pic>
    </p:spTree>
    <p:extLst>
      <p:ext uri="{BB962C8B-B14F-4D97-AF65-F5344CB8AC3E}">
        <p14:creationId xmlns:p14="http://schemas.microsoft.com/office/powerpoint/2010/main" val="624816479"/>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5C70D7-56FA-7998-CC12-65BF4AAE0FB8}"/>
            </a:ext>
          </a:extLst>
        </p:cNvPr>
        <p:cNvGrpSpPr/>
        <p:nvPr/>
      </p:nvGrpSpPr>
      <p:grpSpPr>
        <a:xfrm>
          <a:off x="0" y="0"/>
          <a:ext cx="0" cy="0"/>
          <a:chOff x="0" y="0"/>
          <a:chExt cx="0" cy="0"/>
        </a:xfrm>
      </p:grpSpPr>
      <p:grpSp>
        <p:nvGrpSpPr>
          <p:cNvPr id="4" name="Group 3">
            <a:extLst>
              <a:ext uri="{FF2B5EF4-FFF2-40B4-BE49-F238E27FC236}">
                <a16:creationId xmlns:a16="http://schemas.microsoft.com/office/drawing/2014/main" id="{0EFEA69C-D0D1-67E3-733D-B647A26E9831}"/>
              </a:ext>
            </a:extLst>
          </p:cNvPr>
          <p:cNvGrpSpPr/>
          <p:nvPr/>
        </p:nvGrpSpPr>
        <p:grpSpPr>
          <a:xfrm>
            <a:off x="489207" y="2359942"/>
            <a:ext cx="11245593" cy="457200"/>
            <a:chOff x="489207" y="2359942"/>
            <a:chExt cx="11567303" cy="457200"/>
          </a:xfrm>
          <a:gradFill>
            <a:gsLst>
              <a:gs pos="0">
                <a:schemeClr val="accent2"/>
              </a:gs>
              <a:gs pos="74000">
                <a:schemeClr val="accent5"/>
              </a:gs>
              <a:gs pos="99000">
                <a:schemeClr val="accent4"/>
              </a:gs>
            </a:gsLst>
            <a:lin ang="2400000" scaled="0"/>
          </a:gradFill>
        </p:grpSpPr>
        <p:sp>
          <p:nvSpPr>
            <p:cNvPr id="72" name="Rectangle 71">
              <a:extLst>
                <a:ext uri="{FF2B5EF4-FFF2-40B4-BE49-F238E27FC236}">
                  <a16:creationId xmlns:a16="http://schemas.microsoft.com/office/drawing/2014/main" id="{BF00F804-C403-658E-7298-E0518533B981}"/>
                </a:ext>
              </a:extLst>
            </p:cNvPr>
            <p:cNvSpPr/>
            <p:nvPr/>
          </p:nvSpPr>
          <p:spPr bwMode="auto">
            <a:xfrm>
              <a:off x="10198402" y="2359942"/>
              <a:ext cx="1858108" cy="457200"/>
            </a:xfrm>
            <a:prstGeom prst="rect">
              <a:avLst/>
            </a:prstGeom>
            <a:grpFill/>
            <a:ln>
              <a:noFill/>
            </a:ln>
            <a:effectLst/>
          </p:spPr>
          <p:txBody>
            <a:bodyPr wrap="square" lIns="91440" tIns="0" rIns="0" bIns="0" rtlCol="0" anchor="ctr"/>
            <a:lstStyle/>
            <a:p>
              <a:r>
                <a:rPr lang="en-US" sz="1600" b="1">
                  <a:solidFill>
                    <a:schemeClr val="bg1"/>
                  </a:solidFill>
                </a:rPr>
                <a:t>External Factors</a:t>
              </a:r>
            </a:p>
          </p:txBody>
        </p:sp>
        <p:sp>
          <p:nvSpPr>
            <p:cNvPr id="71" name="Rectangle 70">
              <a:extLst>
                <a:ext uri="{FF2B5EF4-FFF2-40B4-BE49-F238E27FC236}">
                  <a16:creationId xmlns:a16="http://schemas.microsoft.com/office/drawing/2014/main" id="{D5362DC4-8CC4-44DF-E921-F1D2DB318400}"/>
                </a:ext>
              </a:extLst>
            </p:cNvPr>
            <p:cNvSpPr/>
            <p:nvPr/>
          </p:nvSpPr>
          <p:spPr bwMode="auto">
            <a:xfrm>
              <a:off x="8256563" y="2359942"/>
              <a:ext cx="1858108" cy="457200"/>
            </a:xfrm>
            <a:prstGeom prst="rect">
              <a:avLst/>
            </a:prstGeom>
            <a:grpFill/>
            <a:ln>
              <a:noFill/>
            </a:ln>
            <a:effectLst/>
          </p:spPr>
          <p:txBody>
            <a:bodyPr wrap="square" lIns="91440" tIns="0" rIns="0" bIns="0" rtlCol="0" anchor="ctr"/>
            <a:lstStyle/>
            <a:p>
              <a:r>
                <a:rPr lang="en-US" sz="1600" b="1">
                  <a:solidFill>
                    <a:schemeClr val="bg1"/>
                  </a:solidFill>
                </a:rPr>
                <a:t>Performance</a:t>
              </a:r>
            </a:p>
          </p:txBody>
        </p:sp>
        <p:sp>
          <p:nvSpPr>
            <p:cNvPr id="70" name="Rectangle 69">
              <a:extLst>
                <a:ext uri="{FF2B5EF4-FFF2-40B4-BE49-F238E27FC236}">
                  <a16:creationId xmlns:a16="http://schemas.microsoft.com/office/drawing/2014/main" id="{9BDE488B-0CD6-488B-A9E9-52FF7A1FC189}"/>
                </a:ext>
              </a:extLst>
            </p:cNvPr>
            <p:cNvSpPr/>
            <p:nvPr/>
          </p:nvSpPr>
          <p:spPr bwMode="auto">
            <a:xfrm>
              <a:off x="6314724" y="2359942"/>
              <a:ext cx="1858108" cy="457200"/>
            </a:xfrm>
            <a:prstGeom prst="rect">
              <a:avLst/>
            </a:prstGeom>
            <a:grpFill/>
            <a:ln>
              <a:noFill/>
            </a:ln>
            <a:effectLst/>
          </p:spPr>
          <p:txBody>
            <a:bodyPr wrap="square" lIns="91440" tIns="0" rIns="0" bIns="0" rtlCol="0" anchor="ctr"/>
            <a:lstStyle/>
            <a:p>
              <a:r>
                <a:rPr lang="en-US" sz="1600" b="1">
                  <a:solidFill>
                    <a:schemeClr val="bg1"/>
                  </a:solidFill>
                </a:rPr>
                <a:t>System Design</a:t>
              </a:r>
            </a:p>
          </p:txBody>
        </p:sp>
        <p:sp>
          <p:nvSpPr>
            <p:cNvPr id="68" name="Rectangle 67">
              <a:extLst>
                <a:ext uri="{FF2B5EF4-FFF2-40B4-BE49-F238E27FC236}">
                  <a16:creationId xmlns:a16="http://schemas.microsoft.com/office/drawing/2014/main" id="{5C2527D1-38D8-394B-2491-E6747515E6CE}"/>
                </a:ext>
              </a:extLst>
            </p:cNvPr>
            <p:cNvSpPr/>
            <p:nvPr/>
          </p:nvSpPr>
          <p:spPr bwMode="auto">
            <a:xfrm>
              <a:off x="489207" y="2359942"/>
              <a:ext cx="1858108" cy="457200"/>
            </a:xfrm>
            <a:prstGeom prst="rect">
              <a:avLst/>
            </a:prstGeom>
            <a:grpFill/>
            <a:ln>
              <a:noFill/>
            </a:ln>
            <a:effectLst/>
          </p:spPr>
          <p:txBody>
            <a:bodyPr wrap="square" lIns="91440" tIns="0" rIns="0" bIns="0" rtlCol="0" anchor="ctr"/>
            <a:lstStyle/>
            <a:p>
              <a:r>
                <a:rPr lang="en-US" sz="1600" b="1">
                  <a:solidFill>
                    <a:schemeClr val="bg1"/>
                  </a:solidFill>
                </a:rPr>
                <a:t>Technologies</a:t>
              </a:r>
            </a:p>
          </p:txBody>
        </p:sp>
        <p:sp>
          <p:nvSpPr>
            <p:cNvPr id="69" name="Rectangle 68">
              <a:extLst>
                <a:ext uri="{FF2B5EF4-FFF2-40B4-BE49-F238E27FC236}">
                  <a16:creationId xmlns:a16="http://schemas.microsoft.com/office/drawing/2014/main" id="{7C39FC72-0051-6728-0D06-25CB653A89F6}"/>
                </a:ext>
              </a:extLst>
            </p:cNvPr>
            <p:cNvSpPr/>
            <p:nvPr/>
          </p:nvSpPr>
          <p:spPr bwMode="auto">
            <a:xfrm>
              <a:off x="2431046" y="2359942"/>
              <a:ext cx="1858108" cy="457200"/>
            </a:xfrm>
            <a:prstGeom prst="rect">
              <a:avLst/>
            </a:prstGeom>
            <a:grpFill/>
            <a:ln>
              <a:noFill/>
            </a:ln>
            <a:effectLst/>
          </p:spPr>
          <p:txBody>
            <a:bodyPr wrap="square" lIns="91440" tIns="0" rIns="0" bIns="0" rtlCol="0" anchor="ctr"/>
            <a:lstStyle/>
            <a:p>
              <a:r>
                <a:rPr lang="en-US" sz="1600" b="1">
                  <a:solidFill>
                    <a:schemeClr val="bg1"/>
                  </a:solidFill>
                </a:rPr>
                <a:t>Business logic</a:t>
              </a:r>
            </a:p>
          </p:txBody>
        </p:sp>
        <p:sp>
          <p:nvSpPr>
            <p:cNvPr id="67" name="Rectangle 66">
              <a:extLst>
                <a:ext uri="{FF2B5EF4-FFF2-40B4-BE49-F238E27FC236}">
                  <a16:creationId xmlns:a16="http://schemas.microsoft.com/office/drawing/2014/main" id="{CEF4298A-E64C-0735-0216-BD34C1FA0914}"/>
                </a:ext>
              </a:extLst>
            </p:cNvPr>
            <p:cNvSpPr/>
            <p:nvPr/>
          </p:nvSpPr>
          <p:spPr bwMode="auto">
            <a:xfrm>
              <a:off x="4372885" y="2359942"/>
              <a:ext cx="1858108" cy="457200"/>
            </a:xfrm>
            <a:prstGeom prst="rect">
              <a:avLst/>
            </a:prstGeom>
            <a:grpFill/>
            <a:ln>
              <a:noFill/>
            </a:ln>
            <a:effectLst/>
          </p:spPr>
          <p:txBody>
            <a:bodyPr wrap="square" lIns="91440" tIns="0" rIns="0" bIns="0" rtlCol="0" anchor="ctr"/>
            <a:lstStyle/>
            <a:p>
              <a:r>
                <a:rPr lang="en-US" sz="1600" b="1">
                  <a:solidFill>
                    <a:schemeClr val="bg1"/>
                  </a:solidFill>
                </a:rPr>
                <a:t>Database</a:t>
              </a:r>
            </a:p>
          </p:txBody>
        </p:sp>
      </p:grpSp>
      <p:sp>
        <p:nvSpPr>
          <p:cNvPr id="2" name="Title 1">
            <a:extLst>
              <a:ext uri="{FF2B5EF4-FFF2-40B4-BE49-F238E27FC236}">
                <a16:creationId xmlns:a16="http://schemas.microsoft.com/office/drawing/2014/main" id="{3B982DC8-3A08-0579-4617-308E1DDC472A}"/>
              </a:ext>
            </a:extLst>
          </p:cNvPr>
          <p:cNvSpPr>
            <a:spLocks noGrp="1"/>
          </p:cNvSpPr>
          <p:nvPr>
            <p:ph type="title"/>
          </p:nvPr>
        </p:nvSpPr>
        <p:spPr/>
        <p:txBody>
          <a:bodyPr/>
          <a:lstStyle/>
          <a:p>
            <a:r>
              <a:rPr lang="en-US" noProof="0"/>
              <a:t>Technical Assessment Summary</a:t>
            </a:r>
          </a:p>
        </p:txBody>
      </p:sp>
      <p:sp>
        <p:nvSpPr>
          <p:cNvPr id="3" name="Text Placeholder 2">
            <a:extLst>
              <a:ext uri="{FF2B5EF4-FFF2-40B4-BE49-F238E27FC236}">
                <a16:creationId xmlns:a16="http://schemas.microsoft.com/office/drawing/2014/main" id="{F57A0FEC-D304-9395-860C-4CC521F4BCF2}"/>
              </a:ext>
            </a:extLst>
          </p:cNvPr>
          <p:cNvSpPr>
            <a:spLocks noGrp="1"/>
          </p:cNvSpPr>
          <p:nvPr>
            <p:ph type="body" sz="quarter" idx="15"/>
          </p:nvPr>
        </p:nvSpPr>
        <p:spPr/>
        <p:txBody>
          <a:bodyPr/>
          <a:lstStyle/>
          <a:p>
            <a:endParaRPr lang="en-US"/>
          </a:p>
        </p:txBody>
      </p:sp>
      <p:sp>
        <p:nvSpPr>
          <p:cNvPr id="30" name="TextBox 29">
            <a:extLst>
              <a:ext uri="{FF2B5EF4-FFF2-40B4-BE49-F238E27FC236}">
                <a16:creationId xmlns:a16="http://schemas.microsoft.com/office/drawing/2014/main" id="{777776CA-E562-EFFD-8D57-3819FCF6E77B}"/>
              </a:ext>
            </a:extLst>
          </p:cNvPr>
          <p:cNvSpPr txBox="1"/>
          <p:nvPr/>
        </p:nvSpPr>
        <p:spPr>
          <a:xfrm>
            <a:off x="6267385" y="755685"/>
            <a:ext cx="4156383" cy="1410322"/>
          </a:xfrm>
          <a:prstGeom prst="rect">
            <a:avLst/>
          </a:prstGeom>
          <a:noFill/>
        </p:spPr>
        <p:txBody>
          <a:bodyPr wrap="square" lIns="0" tIns="0" rIns="0" bIns="0">
            <a:spAutoFit/>
          </a:bodyPr>
          <a:lstStyle/>
          <a:p>
            <a:pPr>
              <a:spcAft>
                <a:spcPts val="600"/>
              </a:spcAft>
            </a:pPr>
            <a:r>
              <a:rPr lang="en-US" sz="2000">
                <a:gradFill>
                  <a:gsLst>
                    <a:gs pos="0">
                      <a:schemeClr val="accent2"/>
                    </a:gs>
                    <a:gs pos="74000">
                      <a:schemeClr val="accent5"/>
                    </a:gs>
                    <a:gs pos="99000">
                      <a:schemeClr val="accent4"/>
                    </a:gs>
                  </a:gsLst>
                  <a:lin ang="2400000" scaled="0"/>
                </a:gradFill>
                <a:latin typeface="Calibri Light" panose="020F0302020204030204" pitchFamily="34" charset="0"/>
                <a:ea typeface="Calibri Light" panose="020F0302020204030204" pitchFamily="34" charset="0"/>
                <a:cs typeface="Calibri Light" panose="020F0302020204030204" pitchFamily="34" charset="0"/>
              </a:rPr>
              <a:t>System Metrics</a:t>
            </a:r>
          </a:p>
          <a:p>
            <a:r>
              <a:rPr lang="en-US" sz="1333">
                <a:latin typeface="+mn-ea"/>
              </a:rPr>
              <a:t>Currently system handles:</a:t>
            </a:r>
          </a:p>
          <a:p>
            <a:r>
              <a:rPr lang="en-US" sz="1333">
                <a:latin typeface="+mn-ea"/>
              </a:rPr>
              <a:t>~155,000 active policies (~132,000 (85%) are CV policies)</a:t>
            </a:r>
          </a:p>
          <a:p>
            <a:pPr lvl="0"/>
            <a:r>
              <a:rPr lang="en-US" sz="1333">
                <a:latin typeface="+mn-ea"/>
              </a:rPr>
              <a:t>~500 manual transactions per business day</a:t>
            </a:r>
          </a:p>
          <a:p>
            <a:pPr lvl="0"/>
            <a:r>
              <a:rPr lang="en-US" sz="1333">
                <a:latin typeface="+mn-ea"/>
              </a:rPr>
              <a:t>~150 automated renewals per day (background jobs)</a:t>
            </a:r>
          </a:p>
          <a:p>
            <a:pPr lvl="0"/>
            <a:r>
              <a:rPr lang="en-US" sz="1333" b="1" i="1">
                <a:latin typeface="+mn-ea"/>
              </a:rPr>
              <a:t>Note: We assume increase of above </a:t>
            </a:r>
            <a:r>
              <a:rPr lang="en-US" sz="1333" b="1" i="1" noProof="1">
                <a:latin typeface="+mn-ea"/>
              </a:rPr>
              <a:t>Metrics</a:t>
            </a:r>
            <a:r>
              <a:rPr lang="en-US" sz="1333" b="1" i="1">
                <a:latin typeface="+mn-ea"/>
              </a:rPr>
              <a:t> by 3-5 times</a:t>
            </a:r>
          </a:p>
        </p:txBody>
      </p:sp>
      <p:grpSp>
        <p:nvGrpSpPr>
          <p:cNvPr id="6" name="Group 5">
            <a:extLst>
              <a:ext uri="{FF2B5EF4-FFF2-40B4-BE49-F238E27FC236}">
                <a16:creationId xmlns:a16="http://schemas.microsoft.com/office/drawing/2014/main" id="{564DF9F2-3811-364E-9827-AD341125C540}"/>
              </a:ext>
            </a:extLst>
          </p:cNvPr>
          <p:cNvGrpSpPr/>
          <p:nvPr/>
        </p:nvGrpSpPr>
        <p:grpSpPr>
          <a:xfrm>
            <a:off x="457200" y="2895287"/>
            <a:ext cx="11277600" cy="3385497"/>
            <a:chOff x="313620" y="2954662"/>
            <a:chExt cx="11564760" cy="3385497"/>
          </a:xfrm>
        </p:grpSpPr>
        <p:sp>
          <p:nvSpPr>
            <p:cNvPr id="60" name="Rectangle 59">
              <a:extLst>
                <a:ext uri="{FF2B5EF4-FFF2-40B4-BE49-F238E27FC236}">
                  <a16:creationId xmlns:a16="http://schemas.microsoft.com/office/drawing/2014/main" id="{9BED1F42-F642-FA31-52FB-CFDD0BB5EF61}"/>
                </a:ext>
              </a:extLst>
            </p:cNvPr>
            <p:cNvSpPr/>
            <p:nvPr/>
          </p:nvSpPr>
          <p:spPr bwMode="auto">
            <a:xfrm>
              <a:off x="8078940" y="2954662"/>
              <a:ext cx="1858108" cy="3385497"/>
            </a:xfrm>
            <a:prstGeom prst="rect">
              <a:avLst/>
            </a:prstGeom>
            <a:solidFill>
              <a:schemeClr val="accent5">
                <a:lumMod val="20000"/>
                <a:lumOff val="80000"/>
                <a:alpha val="31000"/>
              </a:schemeClr>
            </a:solidFill>
            <a:ln>
              <a:noFill/>
            </a:ln>
            <a:effectLst/>
          </p:spPr>
          <p:txBody>
            <a:bodyPr wrap="square" lIns="45720" tIns="91440" rIns="45720" bIns="0" rtlCol="0" anchor="t"/>
            <a:lstStyle/>
            <a:p>
              <a:r>
                <a:rPr lang="en-US" sz="1100">
                  <a:solidFill>
                    <a:srgbClr val="000000"/>
                  </a:solidFill>
                  <a:latin typeface="Calibri" panose="020F0502020204030204" pitchFamily="34" charset="0"/>
                </a:rPr>
                <a:t>When system load increases fivefold, processing and response times slow significantly. While the system remains operational, performance drops notably. The current architecture lacks scalability, requiring "sticky sessions" that bind users to their original server instance, preventing session sharing across instances. This complicates scaling and load balancing efforts.</a:t>
              </a:r>
              <a:endParaRPr lang="en-US" sz="1100"/>
            </a:p>
          </p:txBody>
        </p:sp>
        <p:sp>
          <p:nvSpPr>
            <p:cNvPr id="58" name="Rectangle 57">
              <a:extLst>
                <a:ext uri="{FF2B5EF4-FFF2-40B4-BE49-F238E27FC236}">
                  <a16:creationId xmlns:a16="http://schemas.microsoft.com/office/drawing/2014/main" id="{3A31A4EF-D492-A7F0-7D3B-277AEFE2A3C3}"/>
                </a:ext>
              </a:extLst>
            </p:cNvPr>
            <p:cNvSpPr/>
            <p:nvPr/>
          </p:nvSpPr>
          <p:spPr bwMode="auto">
            <a:xfrm>
              <a:off x="4196280" y="2954662"/>
              <a:ext cx="1858108" cy="3385497"/>
            </a:xfrm>
            <a:prstGeom prst="rect">
              <a:avLst/>
            </a:prstGeom>
            <a:solidFill>
              <a:schemeClr val="accent5">
                <a:lumMod val="20000"/>
                <a:lumOff val="80000"/>
                <a:alpha val="31000"/>
              </a:schemeClr>
            </a:solidFill>
            <a:ln>
              <a:noFill/>
            </a:ln>
            <a:effectLst/>
          </p:spPr>
          <p:txBody>
            <a:bodyPr wrap="square" lIns="45720" tIns="91440" rIns="45720" bIns="0" rtlCol="0" anchor="t"/>
            <a:lstStyle/>
            <a:p>
              <a:r>
                <a:rPr lang="en-US" sz="1100"/>
                <a:t>The database structure is highly decomposed (data is split across many tables).</a:t>
              </a:r>
            </a:p>
            <a:p>
              <a:r>
                <a:rPr lang="en-US" sz="1100"/>
                <a:t>This works well under low system load and when there are limited simultaneous updates.</a:t>
              </a:r>
            </a:p>
            <a:p>
              <a:r>
                <a:rPr lang="en-US" sz="1100"/>
                <a:t>However, under higher load and when multiple transactions happen at the same time, this structure becomes inefficient and impacts performance.</a:t>
              </a:r>
            </a:p>
          </p:txBody>
        </p:sp>
        <p:sp>
          <p:nvSpPr>
            <p:cNvPr id="57" name="Rectangle 56">
              <a:extLst>
                <a:ext uri="{FF2B5EF4-FFF2-40B4-BE49-F238E27FC236}">
                  <a16:creationId xmlns:a16="http://schemas.microsoft.com/office/drawing/2014/main" id="{48C084B5-9DDD-5A23-3699-788DD2A48F4A}"/>
                </a:ext>
              </a:extLst>
            </p:cNvPr>
            <p:cNvSpPr/>
            <p:nvPr/>
          </p:nvSpPr>
          <p:spPr bwMode="auto">
            <a:xfrm>
              <a:off x="2254950" y="2954662"/>
              <a:ext cx="1858108" cy="3385497"/>
            </a:xfrm>
            <a:prstGeom prst="rect">
              <a:avLst/>
            </a:prstGeom>
            <a:solidFill>
              <a:schemeClr val="accent5">
                <a:lumMod val="20000"/>
                <a:lumOff val="80000"/>
                <a:alpha val="31000"/>
              </a:schemeClr>
            </a:solidFill>
            <a:ln>
              <a:noFill/>
            </a:ln>
            <a:effectLst/>
          </p:spPr>
          <p:txBody>
            <a:bodyPr wrap="square" lIns="45720" tIns="91440" rIns="45720" bIns="0" rtlCol="0" anchor="t"/>
            <a:lstStyle/>
            <a:p>
              <a:pPr indent="-289537"/>
              <a:endParaRPr lang="en-US" sz="1100">
                <a:solidFill>
                  <a:srgbClr val="000000"/>
                </a:solidFill>
                <a:latin typeface="Calibri" panose="020F0502020204030204" pitchFamily="34" charset="0"/>
              </a:endParaRPr>
            </a:p>
          </p:txBody>
        </p:sp>
        <p:sp>
          <p:nvSpPr>
            <p:cNvPr id="43" name="Rectangle 42">
              <a:extLst>
                <a:ext uri="{FF2B5EF4-FFF2-40B4-BE49-F238E27FC236}">
                  <a16:creationId xmlns:a16="http://schemas.microsoft.com/office/drawing/2014/main" id="{17727FC9-436C-E849-BF1D-A3C3BF1E1029}"/>
                </a:ext>
              </a:extLst>
            </p:cNvPr>
            <p:cNvSpPr/>
            <p:nvPr/>
          </p:nvSpPr>
          <p:spPr bwMode="auto">
            <a:xfrm>
              <a:off x="313620" y="2954662"/>
              <a:ext cx="1858108" cy="3385497"/>
            </a:xfrm>
            <a:prstGeom prst="rect">
              <a:avLst/>
            </a:prstGeom>
            <a:solidFill>
              <a:schemeClr val="accent5">
                <a:lumMod val="20000"/>
                <a:lumOff val="80000"/>
                <a:alpha val="31000"/>
              </a:schemeClr>
            </a:solidFill>
            <a:ln>
              <a:noFill/>
            </a:ln>
            <a:effectLst/>
          </p:spPr>
          <p:txBody>
            <a:bodyPr wrap="square" lIns="45720" tIns="91440" rIns="45720" bIns="0" rtlCol="0" anchor="t"/>
            <a:lstStyle/>
            <a:p>
              <a:r>
                <a:rPr lang="en-US" sz="1100">
                  <a:latin typeface="+mn-ea"/>
                </a:rPr>
                <a:t>At first introduced the technologies were modern and appropriate.</a:t>
              </a:r>
            </a:p>
            <a:p>
              <a:r>
                <a:rPr lang="en-US" sz="1100">
                  <a:latin typeface="+mn-ea"/>
                </a:rPr>
                <a:t>However, key presentation technologies such as </a:t>
              </a:r>
              <a:r>
                <a:rPr lang="en-US" sz="1100" b="1" err="1">
                  <a:latin typeface="+mn-ea"/>
                </a:rPr>
                <a:t>JavaServer</a:t>
              </a:r>
              <a:r>
                <a:rPr lang="en-US" sz="1100" b="1">
                  <a:latin typeface="+mn-ea"/>
                </a:rPr>
                <a:t> Faces (JSF)</a:t>
              </a:r>
              <a:r>
                <a:rPr lang="en-US" sz="1100">
                  <a:latin typeface="+mn-ea"/>
                </a:rPr>
                <a:t> and </a:t>
              </a:r>
              <a:r>
                <a:rPr lang="en-US" sz="1100" b="1" err="1">
                  <a:latin typeface="+mn-ea"/>
                </a:rPr>
                <a:t>ICEfaces</a:t>
              </a:r>
              <a:r>
                <a:rPr lang="en-US" sz="1100">
                  <a:latin typeface="+mn-ea"/>
                </a:rPr>
                <a:t> have not had major updates for nearly 10 years and are no longer actively developed.</a:t>
              </a:r>
            </a:p>
            <a:p>
              <a:r>
                <a:rPr lang="en-US" sz="1100">
                  <a:latin typeface="+mn-ea"/>
                </a:rPr>
                <a:t>While some parts of the system were upgraded over time, the core UI technology is outdated, which limits further improvements and modernization.</a:t>
              </a:r>
              <a:endParaRPr lang="en-US" sz="1100">
                <a:solidFill>
                  <a:srgbClr val="FFFFFF"/>
                </a:solidFill>
                <a:latin typeface="+mn-ea"/>
                <a:cs typeface="Human Sans ExtraLight" charset="0"/>
              </a:endParaRPr>
            </a:p>
          </p:txBody>
        </p:sp>
        <p:sp>
          <p:nvSpPr>
            <p:cNvPr id="59" name="Rectangle 58">
              <a:extLst>
                <a:ext uri="{FF2B5EF4-FFF2-40B4-BE49-F238E27FC236}">
                  <a16:creationId xmlns:a16="http://schemas.microsoft.com/office/drawing/2014/main" id="{92346901-8DF2-590C-6C74-D964BFD0B2F2}"/>
                </a:ext>
              </a:extLst>
            </p:cNvPr>
            <p:cNvSpPr/>
            <p:nvPr/>
          </p:nvSpPr>
          <p:spPr bwMode="auto">
            <a:xfrm>
              <a:off x="6137610" y="2954662"/>
              <a:ext cx="1858108" cy="3385497"/>
            </a:xfrm>
            <a:prstGeom prst="rect">
              <a:avLst/>
            </a:prstGeom>
            <a:solidFill>
              <a:schemeClr val="accent5">
                <a:lumMod val="20000"/>
                <a:lumOff val="80000"/>
                <a:alpha val="31000"/>
              </a:schemeClr>
            </a:solidFill>
            <a:ln>
              <a:noFill/>
            </a:ln>
            <a:effectLst/>
          </p:spPr>
          <p:txBody>
            <a:bodyPr wrap="square" lIns="45720" tIns="91440" rIns="45720" bIns="0" rtlCol="0" anchor="t"/>
            <a:lstStyle/>
            <a:p>
              <a:r>
                <a:rPr lang="en-US" sz="1100">
                  <a:solidFill>
                    <a:srgbClr val="000000"/>
                  </a:solidFill>
                  <a:latin typeface="Calibri" panose="020F0502020204030204" pitchFamily="34" charset="0"/>
                </a:rPr>
                <a:t>The system was suitable initially, but since then, user numbers, functional needs, integrations, and transaction volumes have all increased significantly. Its UI-driven architecture tightly couples functionality to the interface, limiting flexibility and independent development. Moreover, the absence of an entity locking mechanism in both business logic and database makes concurrent operations unsafe and inconsistent.</a:t>
              </a:r>
              <a:endParaRPr lang="en-US" sz="1100"/>
            </a:p>
          </p:txBody>
        </p:sp>
        <p:sp>
          <p:nvSpPr>
            <p:cNvPr id="61" name="Rectangle 60">
              <a:extLst>
                <a:ext uri="{FF2B5EF4-FFF2-40B4-BE49-F238E27FC236}">
                  <a16:creationId xmlns:a16="http://schemas.microsoft.com/office/drawing/2014/main" id="{37C05E8B-CAE6-5ACC-254F-12969D0AFAE2}"/>
                </a:ext>
              </a:extLst>
            </p:cNvPr>
            <p:cNvSpPr/>
            <p:nvPr/>
          </p:nvSpPr>
          <p:spPr bwMode="auto">
            <a:xfrm>
              <a:off x="10020272" y="2954662"/>
              <a:ext cx="1858108" cy="3385497"/>
            </a:xfrm>
            <a:prstGeom prst="rect">
              <a:avLst/>
            </a:prstGeom>
            <a:solidFill>
              <a:schemeClr val="accent5">
                <a:lumMod val="20000"/>
                <a:lumOff val="80000"/>
                <a:alpha val="31000"/>
              </a:schemeClr>
            </a:solidFill>
            <a:ln>
              <a:noFill/>
            </a:ln>
            <a:effectLst/>
          </p:spPr>
          <p:txBody>
            <a:bodyPr wrap="square" lIns="45720" tIns="91440" rIns="45720" bIns="0" rtlCol="0" anchor="t"/>
            <a:lstStyle/>
            <a:p>
              <a:endParaRPr lang="en-US" sz="1100"/>
            </a:p>
          </p:txBody>
        </p:sp>
      </p:grpSp>
      <p:sp>
        <p:nvSpPr>
          <p:cNvPr id="17" name="Graphic 12">
            <a:extLst>
              <a:ext uri="{FF2B5EF4-FFF2-40B4-BE49-F238E27FC236}">
                <a16:creationId xmlns:a16="http://schemas.microsoft.com/office/drawing/2014/main" id="{15A9E247-7B73-1218-7238-CB98383E27A7}"/>
              </a:ext>
            </a:extLst>
          </p:cNvPr>
          <p:cNvSpPr/>
          <p:nvPr/>
        </p:nvSpPr>
        <p:spPr>
          <a:xfrm>
            <a:off x="5246836" y="1437692"/>
            <a:ext cx="641365" cy="559879"/>
          </a:xfrm>
          <a:custGeom>
            <a:avLst/>
            <a:gdLst>
              <a:gd name="csX0" fmla="*/ 639008 w 641365"/>
              <a:gd name="csY0" fmla="*/ 534162 h 559879"/>
              <a:gd name="csX1" fmla="*/ 335542 w 641365"/>
              <a:gd name="csY1" fmla="*/ 8573 h 559879"/>
              <a:gd name="csX2" fmla="*/ 320683 w 641365"/>
              <a:gd name="csY2" fmla="*/ 0 h 559879"/>
              <a:gd name="csX3" fmla="*/ 305824 w 641365"/>
              <a:gd name="csY3" fmla="*/ 8573 h 559879"/>
              <a:gd name="csX4" fmla="*/ 2357 w 641365"/>
              <a:gd name="csY4" fmla="*/ 534162 h 559879"/>
              <a:gd name="csX5" fmla="*/ 2357 w 641365"/>
              <a:gd name="csY5" fmla="*/ 551307 h 559879"/>
              <a:gd name="csX6" fmla="*/ 17216 w 641365"/>
              <a:gd name="csY6" fmla="*/ 559880 h 559879"/>
              <a:gd name="csX7" fmla="*/ 624149 w 641365"/>
              <a:gd name="csY7" fmla="*/ 559880 h 559879"/>
              <a:gd name="csX8" fmla="*/ 639008 w 641365"/>
              <a:gd name="csY8" fmla="*/ 551307 h 559879"/>
              <a:gd name="csX9" fmla="*/ 639008 w 641365"/>
              <a:gd name="csY9" fmla="*/ 534162 h 559879"/>
              <a:gd name="csX10" fmla="*/ 627483 w 641365"/>
              <a:gd name="csY10" fmla="*/ 544640 h 559879"/>
              <a:gd name="csX11" fmla="*/ 624149 w 641365"/>
              <a:gd name="csY11" fmla="*/ 546545 h 559879"/>
              <a:gd name="csX12" fmla="*/ 17216 w 641365"/>
              <a:gd name="csY12" fmla="*/ 546545 h 559879"/>
              <a:gd name="csX13" fmla="*/ 13883 w 641365"/>
              <a:gd name="csY13" fmla="*/ 544640 h 559879"/>
              <a:gd name="csX14" fmla="*/ 13883 w 641365"/>
              <a:gd name="csY14" fmla="*/ 540830 h 559879"/>
              <a:gd name="csX15" fmla="*/ 317349 w 641365"/>
              <a:gd name="csY15" fmla="*/ 15240 h 559879"/>
              <a:gd name="csX16" fmla="*/ 320683 w 641365"/>
              <a:gd name="csY16" fmla="*/ 13335 h 559879"/>
              <a:gd name="csX17" fmla="*/ 324017 w 641365"/>
              <a:gd name="csY17" fmla="*/ 15240 h 559879"/>
              <a:gd name="csX18" fmla="*/ 627483 w 641365"/>
              <a:gd name="csY18" fmla="*/ 540830 h 559879"/>
              <a:gd name="csX19" fmla="*/ 627483 w 641365"/>
              <a:gd name="csY19" fmla="*/ 544640 h 559879"/>
              <a:gd name="csX20" fmla="*/ 295251 w 641365"/>
              <a:gd name="csY20" fmla="*/ 293084 h 559879"/>
              <a:gd name="csX21" fmla="*/ 288584 w 641365"/>
              <a:gd name="csY21" fmla="*/ 286417 h 559879"/>
              <a:gd name="csX22" fmla="*/ 272963 w 641365"/>
              <a:gd name="csY22" fmla="*/ 286988 h 559879"/>
              <a:gd name="csX23" fmla="*/ 266771 w 641365"/>
              <a:gd name="csY23" fmla="*/ 294037 h 559879"/>
              <a:gd name="csX24" fmla="*/ 273439 w 641365"/>
              <a:gd name="csY24" fmla="*/ 300323 h 559879"/>
              <a:gd name="csX25" fmla="*/ 273820 w 641365"/>
              <a:gd name="csY25" fmla="*/ 300323 h 559879"/>
              <a:gd name="csX26" fmla="*/ 288584 w 641365"/>
              <a:gd name="csY26" fmla="*/ 299847 h 559879"/>
              <a:gd name="csX27" fmla="*/ 295251 w 641365"/>
              <a:gd name="csY27" fmla="*/ 293180 h 559879"/>
              <a:gd name="csX28" fmla="*/ 214384 w 641365"/>
              <a:gd name="csY28" fmla="*/ 399955 h 559879"/>
              <a:gd name="csX29" fmla="*/ 182570 w 641365"/>
              <a:gd name="csY29" fmla="*/ 390335 h 559879"/>
              <a:gd name="csX30" fmla="*/ 174093 w 641365"/>
              <a:gd name="csY30" fmla="*/ 394526 h 559879"/>
              <a:gd name="csX31" fmla="*/ 178284 w 641365"/>
              <a:gd name="csY31" fmla="*/ 403003 h 559879"/>
              <a:gd name="csX32" fmla="*/ 210955 w 641365"/>
              <a:gd name="csY32" fmla="*/ 412909 h 559879"/>
              <a:gd name="csX33" fmla="*/ 212669 w 641365"/>
              <a:gd name="csY33" fmla="*/ 413099 h 559879"/>
              <a:gd name="csX34" fmla="*/ 219146 w 641365"/>
              <a:gd name="csY34" fmla="*/ 408146 h 559879"/>
              <a:gd name="csX35" fmla="*/ 214479 w 641365"/>
              <a:gd name="csY35" fmla="*/ 399955 h 559879"/>
              <a:gd name="csX36" fmla="*/ 209145 w 641365"/>
              <a:gd name="csY36" fmla="*/ 309372 h 559879"/>
              <a:gd name="csX37" fmla="*/ 210574 w 641365"/>
              <a:gd name="csY37" fmla="*/ 309182 h 559879"/>
              <a:gd name="csX38" fmla="*/ 242102 w 641365"/>
              <a:gd name="csY38" fmla="*/ 303562 h 559879"/>
              <a:gd name="csX39" fmla="*/ 247721 w 641365"/>
              <a:gd name="csY39" fmla="*/ 296037 h 559879"/>
              <a:gd name="csX40" fmla="*/ 240197 w 641365"/>
              <a:gd name="csY40" fmla="*/ 290417 h 559879"/>
              <a:gd name="csX41" fmla="*/ 207907 w 641365"/>
              <a:gd name="csY41" fmla="*/ 296132 h 559879"/>
              <a:gd name="csX42" fmla="*/ 202763 w 641365"/>
              <a:gd name="csY42" fmla="*/ 304038 h 559879"/>
              <a:gd name="csX43" fmla="*/ 209240 w 641365"/>
              <a:gd name="csY43" fmla="*/ 309372 h 559879"/>
              <a:gd name="csX44" fmla="*/ 183999 w 641365"/>
              <a:gd name="csY44" fmla="*/ 308610 h 559879"/>
              <a:gd name="csX45" fmla="*/ 175712 w 641365"/>
              <a:gd name="csY45" fmla="*/ 304133 h 559879"/>
              <a:gd name="csX46" fmla="*/ 160472 w 641365"/>
              <a:gd name="csY46" fmla="*/ 309753 h 559879"/>
              <a:gd name="csX47" fmla="*/ 157329 w 641365"/>
              <a:gd name="csY47" fmla="*/ 318611 h 559879"/>
              <a:gd name="csX48" fmla="*/ 163330 w 641365"/>
              <a:gd name="csY48" fmla="*/ 322421 h 559879"/>
              <a:gd name="csX49" fmla="*/ 166187 w 641365"/>
              <a:gd name="csY49" fmla="*/ 321755 h 559879"/>
              <a:gd name="csX50" fmla="*/ 179522 w 641365"/>
              <a:gd name="csY50" fmla="*/ 316897 h 559879"/>
              <a:gd name="csX51" fmla="*/ 183999 w 641365"/>
              <a:gd name="csY51" fmla="*/ 308610 h 559879"/>
              <a:gd name="csX52" fmla="*/ 152281 w 641365"/>
              <a:gd name="csY52" fmla="*/ 377952 h 559879"/>
              <a:gd name="csX53" fmla="*/ 142089 w 641365"/>
              <a:gd name="csY53" fmla="*/ 370904 h 559879"/>
              <a:gd name="csX54" fmla="*/ 132755 w 641365"/>
              <a:gd name="csY54" fmla="*/ 369856 h 559879"/>
              <a:gd name="csX55" fmla="*/ 131707 w 641365"/>
              <a:gd name="csY55" fmla="*/ 379190 h 559879"/>
              <a:gd name="csX56" fmla="*/ 146090 w 641365"/>
              <a:gd name="csY56" fmla="*/ 389763 h 559879"/>
              <a:gd name="csX57" fmla="*/ 149233 w 641365"/>
              <a:gd name="csY57" fmla="*/ 390525 h 559879"/>
              <a:gd name="csX58" fmla="*/ 155138 w 641365"/>
              <a:gd name="csY58" fmla="*/ 387001 h 559879"/>
              <a:gd name="csX59" fmla="*/ 152376 w 641365"/>
              <a:gd name="csY59" fmla="*/ 377952 h 559879"/>
              <a:gd name="csX60" fmla="*/ 261437 w 641365"/>
              <a:gd name="csY60" fmla="*/ 410718 h 559879"/>
              <a:gd name="csX61" fmla="*/ 246769 w 641365"/>
              <a:gd name="csY61" fmla="*/ 407765 h 559879"/>
              <a:gd name="csX62" fmla="*/ 238863 w 641365"/>
              <a:gd name="csY62" fmla="*/ 412909 h 559879"/>
              <a:gd name="csX63" fmla="*/ 244007 w 641365"/>
              <a:gd name="csY63" fmla="*/ 420815 h 559879"/>
              <a:gd name="csX64" fmla="*/ 259151 w 641365"/>
              <a:gd name="csY64" fmla="*/ 423767 h 559879"/>
              <a:gd name="csX65" fmla="*/ 260294 w 641365"/>
              <a:gd name="csY65" fmla="*/ 423863 h 559879"/>
              <a:gd name="csX66" fmla="*/ 266867 w 641365"/>
              <a:gd name="csY66" fmla="*/ 418338 h 559879"/>
              <a:gd name="csX67" fmla="*/ 261533 w 641365"/>
              <a:gd name="csY67" fmla="*/ 410623 h 559879"/>
              <a:gd name="csX68" fmla="*/ 457176 w 641365"/>
              <a:gd name="csY68" fmla="*/ 389858 h 559879"/>
              <a:gd name="csX69" fmla="*/ 426601 w 641365"/>
              <a:gd name="csY69" fmla="*/ 399193 h 559879"/>
              <a:gd name="csX70" fmla="*/ 421934 w 641365"/>
              <a:gd name="csY70" fmla="*/ 407384 h 559879"/>
              <a:gd name="csX71" fmla="*/ 428315 w 641365"/>
              <a:gd name="csY71" fmla="*/ 412337 h 559879"/>
              <a:gd name="csX72" fmla="*/ 430030 w 641365"/>
              <a:gd name="csY72" fmla="*/ 412052 h 559879"/>
              <a:gd name="csX73" fmla="*/ 461367 w 641365"/>
              <a:gd name="csY73" fmla="*/ 402527 h 559879"/>
              <a:gd name="csX74" fmla="*/ 465558 w 641365"/>
              <a:gd name="csY74" fmla="*/ 394049 h 559879"/>
              <a:gd name="csX75" fmla="*/ 457081 w 641365"/>
              <a:gd name="csY75" fmla="*/ 389858 h 559879"/>
              <a:gd name="csX76" fmla="*/ 485275 w 641365"/>
              <a:gd name="csY76" fmla="*/ 321278 h 559879"/>
              <a:gd name="csX77" fmla="*/ 482513 w 641365"/>
              <a:gd name="csY77" fmla="*/ 312230 h 559879"/>
              <a:gd name="csX78" fmla="*/ 467082 w 641365"/>
              <a:gd name="csY78" fmla="*/ 306324 h 559879"/>
              <a:gd name="csX79" fmla="*/ 458795 w 641365"/>
              <a:gd name="csY79" fmla="*/ 310801 h 559879"/>
              <a:gd name="csX80" fmla="*/ 463272 w 641365"/>
              <a:gd name="csY80" fmla="*/ 319088 h 559879"/>
              <a:gd name="csX81" fmla="*/ 476321 w 641365"/>
              <a:gd name="csY81" fmla="*/ 324041 h 559879"/>
              <a:gd name="csX82" fmla="*/ 479465 w 641365"/>
              <a:gd name="csY82" fmla="*/ 324803 h 559879"/>
              <a:gd name="csX83" fmla="*/ 485370 w 641365"/>
              <a:gd name="csY83" fmla="*/ 321278 h 559879"/>
              <a:gd name="csX84" fmla="*/ 496229 w 641365"/>
              <a:gd name="csY84" fmla="*/ 370999 h 559879"/>
              <a:gd name="csX85" fmla="*/ 486227 w 641365"/>
              <a:gd name="csY85" fmla="*/ 378047 h 559879"/>
              <a:gd name="csX86" fmla="*/ 483465 w 641365"/>
              <a:gd name="csY86" fmla="*/ 387096 h 559879"/>
              <a:gd name="csX87" fmla="*/ 489371 w 641365"/>
              <a:gd name="csY87" fmla="*/ 390620 h 559879"/>
              <a:gd name="csX88" fmla="*/ 492514 w 641365"/>
              <a:gd name="csY88" fmla="*/ 389858 h 559879"/>
              <a:gd name="csX89" fmla="*/ 506992 w 641365"/>
              <a:gd name="csY89" fmla="*/ 379095 h 559879"/>
              <a:gd name="csX90" fmla="*/ 505754 w 641365"/>
              <a:gd name="csY90" fmla="*/ 369761 h 559879"/>
              <a:gd name="csX91" fmla="*/ 496419 w 641365"/>
              <a:gd name="csY91" fmla="*/ 370999 h 559879"/>
              <a:gd name="csX92" fmla="*/ 377071 w 641365"/>
              <a:gd name="csY92" fmla="*/ 302895 h 559879"/>
              <a:gd name="csX93" fmla="*/ 383738 w 641365"/>
              <a:gd name="csY93" fmla="*/ 296799 h 559879"/>
              <a:gd name="csX94" fmla="*/ 377642 w 641365"/>
              <a:gd name="csY94" fmla="*/ 289560 h 559879"/>
              <a:gd name="csX95" fmla="*/ 361926 w 641365"/>
              <a:gd name="csY95" fmla="*/ 288798 h 559879"/>
              <a:gd name="csX96" fmla="*/ 355259 w 641365"/>
              <a:gd name="csY96" fmla="*/ 295466 h 559879"/>
              <a:gd name="csX97" fmla="*/ 361926 w 641365"/>
              <a:gd name="csY97" fmla="*/ 302133 h 559879"/>
              <a:gd name="csX98" fmla="*/ 376595 w 641365"/>
              <a:gd name="csY98" fmla="*/ 302895 h 559879"/>
              <a:gd name="csX99" fmla="*/ 377166 w 641365"/>
              <a:gd name="csY99" fmla="*/ 302895 h 559879"/>
              <a:gd name="csX100" fmla="*/ 395454 w 641365"/>
              <a:gd name="csY100" fmla="*/ 406908 h 559879"/>
              <a:gd name="csX101" fmla="*/ 380786 w 641365"/>
              <a:gd name="csY101" fmla="*/ 409956 h 559879"/>
              <a:gd name="csX102" fmla="*/ 375452 w 641365"/>
              <a:gd name="csY102" fmla="*/ 417767 h 559879"/>
              <a:gd name="csX103" fmla="*/ 382024 w 641365"/>
              <a:gd name="csY103" fmla="*/ 423196 h 559879"/>
              <a:gd name="csX104" fmla="*/ 383262 w 641365"/>
              <a:gd name="csY104" fmla="*/ 423101 h 559879"/>
              <a:gd name="csX105" fmla="*/ 398407 w 641365"/>
              <a:gd name="csY105" fmla="*/ 419957 h 559879"/>
              <a:gd name="csX106" fmla="*/ 403455 w 641365"/>
              <a:gd name="csY106" fmla="*/ 411956 h 559879"/>
              <a:gd name="csX107" fmla="*/ 395454 w 641365"/>
              <a:gd name="csY107" fmla="*/ 406908 h 559879"/>
              <a:gd name="csX108" fmla="*/ 436126 w 641365"/>
              <a:gd name="csY108" fmla="*/ 312134 h 559879"/>
              <a:gd name="csX109" fmla="*/ 442603 w 641365"/>
              <a:gd name="csY109" fmla="*/ 306896 h 559879"/>
              <a:gd name="csX110" fmla="*/ 437459 w 641365"/>
              <a:gd name="csY110" fmla="*/ 298990 h 559879"/>
              <a:gd name="csX111" fmla="*/ 407741 w 641365"/>
              <a:gd name="csY111" fmla="*/ 293465 h 559879"/>
              <a:gd name="csX112" fmla="*/ 400121 w 641365"/>
              <a:gd name="csY112" fmla="*/ 298990 h 559879"/>
              <a:gd name="csX113" fmla="*/ 405646 w 641365"/>
              <a:gd name="csY113" fmla="*/ 306610 h 559879"/>
              <a:gd name="csX114" fmla="*/ 434697 w 641365"/>
              <a:gd name="csY114" fmla="*/ 312039 h 559879"/>
              <a:gd name="csX115" fmla="*/ 436126 w 641365"/>
              <a:gd name="csY115" fmla="*/ 312230 h 559879"/>
              <a:gd name="csX116" fmla="*/ 323540 w 641365"/>
              <a:gd name="csY116" fmla="*/ 344329 h 559879"/>
              <a:gd name="csX117" fmla="*/ 330208 w 641365"/>
              <a:gd name="csY117" fmla="*/ 337661 h 559879"/>
              <a:gd name="csX118" fmla="*/ 330208 w 641365"/>
              <a:gd name="csY118" fmla="*/ 187928 h 559879"/>
              <a:gd name="csX119" fmla="*/ 323540 w 641365"/>
              <a:gd name="csY119" fmla="*/ 181261 h 559879"/>
              <a:gd name="csX120" fmla="*/ 316873 w 641365"/>
              <a:gd name="csY120" fmla="*/ 187928 h 559879"/>
              <a:gd name="csX121" fmla="*/ 316873 w 641365"/>
              <a:gd name="csY121" fmla="*/ 337661 h 559879"/>
              <a:gd name="csX122" fmla="*/ 323540 w 641365"/>
              <a:gd name="csY122" fmla="*/ 344329 h 559879"/>
              <a:gd name="csX123" fmla="*/ 322016 w 641365"/>
              <a:gd name="csY123" fmla="*/ 383381 h 559879"/>
              <a:gd name="csX124" fmla="*/ 288393 w 641365"/>
              <a:gd name="csY124" fmla="*/ 417005 h 559879"/>
              <a:gd name="csX125" fmla="*/ 322016 w 641365"/>
              <a:gd name="csY125" fmla="*/ 450628 h 559879"/>
              <a:gd name="csX126" fmla="*/ 355640 w 641365"/>
              <a:gd name="csY126" fmla="*/ 417005 h 559879"/>
              <a:gd name="csX127" fmla="*/ 322016 w 641365"/>
              <a:gd name="csY127" fmla="*/ 383381 h 559879"/>
              <a:gd name="csX128" fmla="*/ 322016 w 641365"/>
              <a:gd name="csY128" fmla="*/ 437293 h 559879"/>
              <a:gd name="csX129" fmla="*/ 301728 w 641365"/>
              <a:gd name="csY129" fmla="*/ 417005 h 559879"/>
              <a:gd name="csX130" fmla="*/ 322016 w 641365"/>
              <a:gd name="csY130" fmla="*/ 396716 h 559879"/>
              <a:gd name="csX131" fmla="*/ 342305 w 641365"/>
              <a:gd name="csY131" fmla="*/ 417005 h 559879"/>
              <a:gd name="csX132" fmla="*/ 322016 w 641365"/>
              <a:gd name="csY132" fmla="*/ 437293 h 55987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Lst>
            <a:rect l="l" t="t" r="r" b="b"/>
            <a:pathLst>
              <a:path w="641365" h="559879">
                <a:moveTo>
                  <a:pt x="639008" y="534162"/>
                </a:moveTo>
                <a:lnTo>
                  <a:pt x="335542" y="8573"/>
                </a:lnTo>
                <a:cubicBezTo>
                  <a:pt x="332399" y="3239"/>
                  <a:pt x="326874" y="0"/>
                  <a:pt x="320683" y="0"/>
                </a:cubicBezTo>
                <a:cubicBezTo>
                  <a:pt x="314492" y="0"/>
                  <a:pt x="308967" y="3239"/>
                  <a:pt x="305824" y="8573"/>
                </a:cubicBezTo>
                <a:lnTo>
                  <a:pt x="2357" y="534162"/>
                </a:lnTo>
                <a:cubicBezTo>
                  <a:pt x="-786" y="539496"/>
                  <a:pt x="-786" y="545973"/>
                  <a:pt x="2357" y="551307"/>
                </a:cubicBezTo>
                <a:cubicBezTo>
                  <a:pt x="5501" y="556641"/>
                  <a:pt x="11025" y="559880"/>
                  <a:pt x="17216" y="559880"/>
                </a:cubicBezTo>
                <a:lnTo>
                  <a:pt x="624149" y="559880"/>
                </a:lnTo>
                <a:cubicBezTo>
                  <a:pt x="630341" y="559880"/>
                  <a:pt x="635865" y="556641"/>
                  <a:pt x="639008" y="551307"/>
                </a:cubicBezTo>
                <a:cubicBezTo>
                  <a:pt x="642152" y="545973"/>
                  <a:pt x="642152" y="539496"/>
                  <a:pt x="639008" y="534162"/>
                </a:cubicBezTo>
                <a:close/>
                <a:moveTo>
                  <a:pt x="627483" y="544640"/>
                </a:moveTo>
                <a:cubicBezTo>
                  <a:pt x="627197" y="545211"/>
                  <a:pt x="626150" y="546545"/>
                  <a:pt x="624149" y="546545"/>
                </a:cubicBezTo>
                <a:lnTo>
                  <a:pt x="17216" y="546545"/>
                </a:lnTo>
                <a:cubicBezTo>
                  <a:pt x="15216" y="546545"/>
                  <a:pt x="14264" y="545211"/>
                  <a:pt x="13883" y="544640"/>
                </a:cubicBezTo>
                <a:cubicBezTo>
                  <a:pt x="13597" y="544068"/>
                  <a:pt x="12930" y="542544"/>
                  <a:pt x="13883" y="540830"/>
                </a:cubicBezTo>
                <a:lnTo>
                  <a:pt x="317349" y="15240"/>
                </a:lnTo>
                <a:cubicBezTo>
                  <a:pt x="318302" y="13526"/>
                  <a:pt x="320016" y="13335"/>
                  <a:pt x="320683" y="13335"/>
                </a:cubicBezTo>
                <a:cubicBezTo>
                  <a:pt x="321350" y="13335"/>
                  <a:pt x="322969" y="13526"/>
                  <a:pt x="324017" y="15240"/>
                </a:cubicBezTo>
                <a:lnTo>
                  <a:pt x="627483" y="540830"/>
                </a:lnTo>
                <a:cubicBezTo>
                  <a:pt x="628436" y="542544"/>
                  <a:pt x="627864" y="544068"/>
                  <a:pt x="627483" y="544640"/>
                </a:cubicBezTo>
                <a:close/>
                <a:moveTo>
                  <a:pt x="295251" y="293084"/>
                </a:moveTo>
                <a:cubicBezTo>
                  <a:pt x="295251" y="289370"/>
                  <a:pt x="292298" y="286417"/>
                  <a:pt x="288584" y="286417"/>
                </a:cubicBezTo>
                <a:cubicBezTo>
                  <a:pt x="283631" y="286417"/>
                  <a:pt x="278392" y="286607"/>
                  <a:pt x="272963" y="286988"/>
                </a:cubicBezTo>
                <a:cubicBezTo>
                  <a:pt x="269248" y="287179"/>
                  <a:pt x="266486" y="290417"/>
                  <a:pt x="266771" y="294037"/>
                </a:cubicBezTo>
                <a:cubicBezTo>
                  <a:pt x="266962" y="297561"/>
                  <a:pt x="269915" y="300323"/>
                  <a:pt x="273439" y="300323"/>
                </a:cubicBezTo>
                <a:cubicBezTo>
                  <a:pt x="273629" y="300323"/>
                  <a:pt x="273725" y="300323"/>
                  <a:pt x="273820" y="300323"/>
                </a:cubicBezTo>
                <a:cubicBezTo>
                  <a:pt x="278963" y="300038"/>
                  <a:pt x="283916" y="299847"/>
                  <a:pt x="288584" y="299847"/>
                </a:cubicBezTo>
                <a:cubicBezTo>
                  <a:pt x="292298" y="299847"/>
                  <a:pt x="295251" y="296894"/>
                  <a:pt x="295251" y="293180"/>
                </a:cubicBezTo>
                <a:close/>
                <a:moveTo>
                  <a:pt x="214384" y="399955"/>
                </a:moveTo>
                <a:cubicBezTo>
                  <a:pt x="202859" y="396812"/>
                  <a:pt x="192191" y="393573"/>
                  <a:pt x="182570" y="390335"/>
                </a:cubicBezTo>
                <a:cubicBezTo>
                  <a:pt x="179046" y="389096"/>
                  <a:pt x="175331" y="391001"/>
                  <a:pt x="174093" y="394526"/>
                </a:cubicBezTo>
                <a:cubicBezTo>
                  <a:pt x="172950" y="398050"/>
                  <a:pt x="174760" y="401765"/>
                  <a:pt x="178284" y="403003"/>
                </a:cubicBezTo>
                <a:cubicBezTo>
                  <a:pt x="188190" y="406337"/>
                  <a:pt x="199144" y="409670"/>
                  <a:pt x="210955" y="412909"/>
                </a:cubicBezTo>
                <a:cubicBezTo>
                  <a:pt x="211526" y="413099"/>
                  <a:pt x="212098" y="413099"/>
                  <a:pt x="212669" y="413099"/>
                </a:cubicBezTo>
                <a:cubicBezTo>
                  <a:pt x="215622" y="413099"/>
                  <a:pt x="218289" y="411099"/>
                  <a:pt x="219146" y="408146"/>
                </a:cubicBezTo>
                <a:cubicBezTo>
                  <a:pt x="220099" y="404622"/>
                  <a:pt x="218003" y="400907"/>
                  <a:pt x="214479" y="399955"/>
                </a:cubicBezTo>
                <a:close/>
                <a:moveTo>
                  <a:pt x="209145" y="309372"/>
                </a:moveTo>
                <a:cubicBezTo>
                  <a:pt x="209145" y="309372"/>
                  <a:pt x="210098" y="309372"/>
                  <a:pt x="210574" y="309182"/>
                </a:cubicBezTo>
                <a:cubicBezTo>
                  <a:pt x="221051" y="306991"/>
                  <a:pt x="231624" y="305086"/>
                  <a:pt x="242102" y="303562"/>
                </a:cubicBezTo>
                <a:cubicBezTo>
                  <a:pt x="245721" y="302990"/>
                  <a:pt x="248293" y="299657"/>
                  <a:pt x="247721" y="296037"/>
                </a:cubicBezTo>
                <a:cubicBezTo>
                  <a:pt x="247245" y="292418"/>
                  <a:pt x="243911" y="289846"/>
                  <a:pt x="240197" y="290417"/>
                </a:cubicBezTo>
                <a:cubicBezTo>
                  <a:pt x="229433" y="291941"/>
                  <a:pt x="218575" y="293942"/>
                  <a:pt x="207907" y="296132"/>
                </a:cubicBezTo>
                <a:cubicBezTo>
                  <a:pt x="204287" y="296894"/>
                  <a:pt x="202001" y="300419"/>
                  <a:pt x="202763" y="304038"/>
                </a:cubicBezTo>
                <a:cubicBezTo>
                  <a:pt x="203430" y="307181"/>
                  <a:pt x="206192" y="309372"/>
                  <a:pt x="209240" y="309372"/>
                </a:cubicBezTo>
                <a:close/>
                <a:moveTo>
                  <a:pt x="183999" y="308610"/>
                </a:moveTo>
                <a:cubicBezTo>
                  <a:pt x="182951" y="305086"/>
                  <a:pt x="179237" y="303086"/>
                  <a:pt x="175712" y="304133"/>
                </a:cubicBezTo>
                <a:cubicBezTo>
                  <a:pt x="169140" y="306134"/>
                  <a:pt x="163997" y="308039"/>
                  <a:pt x="160472" y="309753"/>
                </a:cubicBezTo>
                <a:cubicBezTo>
                  <a:pt x="157139" y="311372"/>
                  <a:pt x="155805" y="315373"/>
                  <a:pt x="157329" y="318611"/>
                </a:cubicBezTo>
                <a:cubicBezTo>
                  <a:pt x="158472" y="320993"/>
                  <a:pt x="160853" y="322421"/>
                  <a:pt x="163330" y="322421"/>
                </a:cubicBezTo>
                <a:cubicBezTo>
                  <a:pt x="164282" y="322421"/>
                  <a:pt x="165330" y="322231"/>
                  <a:pt x="166187" y="321755"/>
                </a:cubicBezTo>
                <a:cubicBezTo>
                  <a:pt x="168188" y="320802"/>
                  <a:pt x="172188" y="319183"/>
                  <a:pt x="179522" y="316897"/>
                </a:cubicBezTo>
                <a:cubicBezTo>
                  <a:pt x="183047" y="315849"/>
                  <a:pt x="185047" y="312134"/>
                  <a:pt x="183999" y="308610"/>
                </a:cubicBezTo>
                <a:close/>
                <a:moveTo>
                  <a:pt x="152281" y="377952"/>
                </a:moveTo>
                <a:cubicBezTo>
                  <a:pt x="145423" y="374333"/>
                  <a:pt x="142946" y="371951"/>
                  <a:pt x="142089" y="370904"/>
                </a:cubicBezTo>
                <a:cubicBezTo>
                  <a:pt x="139803" y="368046"/>
                  <a:pt x="135612" y="367570"/>
                  <a:pt x="132755" y="369856"/>
                </a:cubicBezTo>
                <a:cubicBezTo>
                  <a:pt x="129897" y="372142"/>
                  <a:pt x="129421" y="376333"/>
                  <a:pt x="131707" y="379190"/>
                </a:cubicBezTo>
                <a:cubicBezTo>
                  <a:pt x="134469" y="382619"/>
                  <a:pt x="139136" y="386144"/>
                  <a:pt x="146090" y="389763"/>
                </a:cubicBezTo>
                <a:cubicBezTo>
                  <a:pt x="147042" y="390239"/>
                  <a:pt x="148185" y="390525"/>
                  <a:pt x="149233" y="390525"/>
                </a:cubicBezTo>
                <a:cubicBezTo>
                  <a:pt x="151614" y="390525"/>
                  <a:pt x="153995" y="389192"/>
                  <a:pt x="155138" y="387001"/>
                </a:cubicBezTo>
                <a:cubicBezTo>
                  <a:pt x="156853" y="383762"/>
                  <a:pt x="155615" y="379762"/>
                  <a:pt x="152376" y="377952"/>
                </a:cubicBezTo>
                <a:close/>
                <a:moveTo>
                  <a:pt x="261437" y="410718"/>
                </a:moveTo>
                <a:cubicBezTo>
                  <a:pt x="256865" y="409861"/>
                  <a:pt x="251912" y="408908"/>
                  <a:pt x="246769" y="407765"/>
                </a:cubicBezTo>
                <a:cubicBezTo>
                  <a:pt x="243149" y="407003"/>
                  <a:pt x="239625" y="409289"/>
                  <a:pt x="238863" y="412909"/>
                </a:cubicBezTo>
                <a:cubicBezTo>
                  <a:pt x="238101" y="416528"/>
                  <a:pt x="240387" y="420053"/>
                  <a:pt x="244007" y="420815"/>
                </a:cubicBezTo>
                <a:cubicBezTo>
                  <a:pt x="249341" y="421958"/>
                  <a:pt x="254389" y="423005"/>
                  <a:pt x="259151" y="423767"/>
                </a:cubicBezTo>
                <a:cubicBezTo>
                  <a:pt x="259532" y="423767"/>
                  <a:pt x="259913" y="423863"/>
                  <a:pt x="260294" y="423863"/>
                </a:cubicBezTo>
                <a:cubicBezTo>
                  <a:pt x="263438" y="423863"/>
                  <a:pt x="266295" y="421577"/>
                  <a:pt x="266867" y="418338"/>
                </a:cubicBezTo>
                <a:cubicBezTo>
                  <a:pt x="267533" y="414719"/>
                  <a:pt x="265152" y="411290"/>
                  <a:pt x="261533" y="410623"/>
                </a:cubicBezTo>
                <a:close/>
                <a:moveTo>
                  <a:pt x="457176" y="389858"/>
                </a:moveTo>
                <a:cubicBezTo>
                  <a:pt x="448032" y="393002"/>
                  <a:pt x="437745" y="396145"/>
                  <a:pt x="426601" y="399193"/>
                </a:cubicBezTo>
                <a:cubicBezTo>
                  <a:pt x="423077" y="400145"/>
                  <a:pt x="420981" y="403860"/>
                  <a:pt x="421934" y="407384"/>
                </a:cubicBezTo>
                <a:cubicBezTo>
                  <a:pt x="422696" y="410337"/>
                  <a:pt x="425458" y="412337"/>
                  <a:pt x="428315" y="412337"/>
                </a:cubicBezTo>
                <a:cubicBezTo>
                  <a:pt x="428887" y="412337"/>
                  <a:pt x="429458" y="412337"/>
                  <a:pt x="430030" y="412052"/>
                </a:cubicBezTo>
                <a:cubicBezTo>
                  <a:pt x="441460" y="408908"/>
                  <a:pt x="451937" y="405765"/>
                  <a:pt x="461367" y="402527"/>
                </a:cubicBezTo>
                <a:cubicBezTo>
                  <a:pt x="464891" y="401384"/>
                  <a:pt x="466701" y="397574"/>
                  <a:pt x="465558" y="394049"/>
                </a:cubicBezTo>
                <a:cubicBezTo>
                  <a:pt x="464415" y="390525"/>
                  <a:pt x="460605" y="388715"/>
                  <a:pt x="457081" y="389858"/>
                </a:cubicBezTo>
                <a:close/>
                <a:moveTo>
                  <a:pt x="485275" y="321278"/>
                </a:moveTo>
                <a:cubicBezTo>
                  <a:pt x="486989" y="318040"/>
                  <a:pt x="485751" y="313944"/>
                  <a:pt x="482513" y="312230"/>
                </a:cubicBezTo>
                <a:cubicBezTo>
                  <a:pt x="478988" y="310420"/>
                  <a:pt x="473845" y="308420"/>
                  <a:pt x="467082" y="306324"/>
                </a:cubicBezTo>
                <a:cubicBezTo>
                  <a:pt x="463558" y="305276"/>
                  <a:pt x="459843" y="307277"/>
                  <a:pt x="458795" y="310801"/>
                </a:cubicBezTo>
                <a:cubicBezTo>
                  <a:pt x="457748" y="314325"/>
                  <a:pt x="459748" y="318040"/>
                  <a:pt x="463272" y="319088"/>
                </a:cubicBezTo>
                <a:cubicBezTo>
                  <a:pt x="470702" y="321374"/>
                  <a:pt x="474416" y="322993"/>
                  <a:pt x="476321" y="324041"/>
                </a:cubicBezTo>
                <a:cubicBezTo>
                  <a:pt x="477274" y="324612"/>
                  <a:pt x="478417" y="324803"/>
                  <a:pt x="479465" y="324803"/>
                </a:cubicBezTo>
                <a:cubicBezTo>
                  <a:pt x="481846" y="324803"/>
                  <a:pt x="484132" y="323564"/>
                  <a:pt x="485370" y="321278"/>
                </a:cubicBezTo>
                <a:close/>
                <a:moveTo>
                  <a:pt x="496229" y="370999"/>
                </a:moveTo>
                <a:cubicBezTo>
                  <a:pt x="495371" y="372047"/>
                  <a:pt x="492990" y="374428"/>
                  <a:pt x="486227" y="378047"/>
                </a:cubicBezTo>
                <a:cubicBezTo>
                  <a:pt x="482989" y="379762"/>
                  <a:pt x="481751" y="383762"/>
                  <a:pt x="483465" y="387096"/>
                </a:cubicBezTo>
                <a:cubicBezTo>
                  <a:pt x="484608" y="389382"/>
                  <a:pt x="486989" y="390620"/>
                  <a:pt x="489371" y="390620"/>
                </a:cubicBezTo>
                <a:cubicBezTo>
                  <a:pt x="490418" y="390620"/>
                  <a:pt x="491466" y="390335"/>
                  <a:pt x="492514" y="389858"/>
                </a:cubicBezTo>
                <a:cubicBezTo>
                  <a:pt x="499562" y="386144"/>
                  <a:pt x="504325" y="382619"/>
                  <a:pt x="506992" y="379095"/>
                </a:cubicBezTo>
                <a:cubicBezTo>
                  <a:pt x="509183" y="376142"/>
                  <a:pt x="508611" y="371951"/>
                  <a:pt x="505754" y="369761"/>
                </a:cubicBezTo>
                <a:cubicBezTo>
                  <a:pt x="502801" y="367570"/>
                  <a:pt x="498610" y="368141"/>
                  <a:pt x="496419" y="370999"/>
                </a:cubicBezTo>
                <a:close/>
                <a:moveTo>
                  <a:pt x="377071" y="302895"/>
                </a:moveTo>
                <a:cubicBezTo>
                  <a:pt x="380500" y="302895"/>
                  <a:pt x="383453" y="300228"/>
                  <a:pt x="383738" y="296799"/>
                </a:cubicBezTo>
                <a:cubicBezTo>
                  <a:pt x="384024" y="293180"/>
                  <a:pt x="381357" y="289941"/>
                  <a:pt x="377642" y="289560"/>
                </a:cubicBezTo>
                <a:cubicBezTo>
                  <a:pt x="371642" y="289084"/>
                  <a:pt x="366308" y="288798"/>
                  <a:pt x="361926" y="288798"/>
                </a:cubicBezTo>
                <a:cubicBezTo>
                  <a:pt x="358211" y="288798"/>
                  <a:pt x="355259" y="291751"/>
                  <a:pt x="355259" y="295466"/>
                </a:cubicBezTo>
                <a:cubicBezTo>
                  <a:pt x="355259" y="299180"/>
                  <a:pt x="358211" y="302133"/>
                  <a:pt x="361926" y="302133"/>
                </a:cubicBezTo>
                <a:cubicBezTo>
                  <a:pt x="365927" y="302133"/>
                  <a:pt x="370880" y="302419"/>
                  <a:pt x="376595" y="302895"/>
                </a:cubicBezTo>
                <a:cubicBezTo>
                  <a:pt x="376785" y="302895"/>
                  <a:pt x="376976" y="302895"/>
                  <a:pt x="377166" y="302895"/>
                </a:cubicBezTo>
                <a:close/>
                <a:moveTo>
                  <a:pt x="395454" y="406908"/>
                </a:moveTo>
                <a:cubicBezTo>
                  <a:pt x="390311" y="408051"/>
                  <a:pt x="385358" y="409099"/>
                  <a:pt x="380786" y="409956"/>
                </a:cubicBezTo>
                <a:cubicBezTo>
                  <a:pt x="377166" y="410623"/>
                  <a:pt x="374785" y="414147"/>
                  <a:pt x="375452" y="417767"/>
                </a:cubicBezTo>
                <a:cubicBezTo>
                  <a:pt x="376023" y="421005"/>
                  <a:pt x="378881" y="423196"/>
                  <a:pt x="382024" y="423196"/>
                </a:cubicBezTo>
                <a:cubicBezTo>
                  <a:pt x="382405" y="423196"/>
                  <a:pt x="382881" y="423196"/>
                  <a:pt x="383262" y="423101"/>
                </a:cubicBezTo>
                <a:cubicBezTo>
                  <a:pt x="387929" y="422243"/>
                  <a:pt x="392978" y="421196"/>
                  <a:pt x="398407" y="419957"/>
                </a:cubicBezTo>
                <a:cubicBezTo>
                  <a:pt x="402026" y="419195"/>
                  <a:pt x="404217" y="415576"/>
                  <a:pt x="403455" y="411956"/>
                </a:cubicBezTo>
                <a:cubicBezTo>
                  <a:pt x="402693" y="408337"/>
                  <a:pt x="399074" y="406146"/>
                  <a:pt x="395454" y="406908"/>
                </a:cubicBezTo>
                <a:close/>
                <a:moveTo>
                  <a:pt x="436126" y="312134"/>
                </a:moveTo>
                <a:cubicBezTo>
                  <a:pt x="439174" y="312134"/>
                  <a:pt x="441936" y="309944"/>
                  <a:pt x="442603" y="306896"/>
                </a:cubicBezTo>
                <a:cubicBezTo>
                  <a:pt x="443365" y="303276"/>
                  <a:pt x="441079" y="299752"/>
                  <a:pt x="437459" y="298990"/>
                </a:cubicBezTo>
                <a:cubicBezTo>
                  <a:pt x="427839" y="296990"/>
                  <a:pt x="417552" y="294989"/>
                  <a:pt x="407741" y="293465"/>
                </a:cubicBezTo>
                <a:cubicBezTo>
                  <a:pt x="404122" y="292894"/>
                  <a:pt x="400693" y="295370"/>
                  <a:pt x="400121" y="298990"/>
                </a:cubicBezTo>
                <a:cubicBezTo>
                  <a:pt x="399550" y="302609"/>
                  <a:pt x="402026" y="306038"/>
                  <a:pt x="405646" y="306610"/>
                </a:cubicBezTo>
                <a:cubicBezTo>
                  <a:pt x="415266" y="308134"/>
                  <a:pt x="425363" y="310039"/>
                  <a:pt x="434697" y="312039"/>
                </a:cubicBezTo>
                <a:cubicBezTo>
                  <a:pt x="435173" y="312134"/>
                  <a:pt x="435650" y="312230"/>
                  <a:pt x="436126" y="312230"/>
                </a:cubicBezTo>
                <a:close/>
                <a:moveTo>
                  <a:pt x="323540" y="344329"/>
                </a:moveTo>
                <a:cubicBezTo>
                  <a:pt x="327255" y="344329"/>
                  <a:pt x="330208" y="341376"/>
                  <a:pt x="330208" y="337661"/>
                </a:cubicBezTo>
                <a:lnTo>
                  <a:pt x="330208" y="187928"/>
                </a:lnTo>
                <a:cubicBezTo>
                  <a:pt x="330208" y="184214"/>
                  <a:pt x="327255" y="181261"/>
                  <a:pt x="323540" y="181261"/>
                </a:cubicBezTo>
                <a:cubicBezTo>
                  <a:pt x="319826" y="181261"/>
                  <a:pt x="316873" y="184214"/>
                  <a:pt x="316873" y="187928"/>
                </a:cubicBezTo>
                <a:lnTo>
                  <a:pt x="316873" y="337661"/>
                </a:lnTo>
                <a:cubicBezTo>
                  <a:pt x="316873" y="341376"/>
                  <a:pt x="319826" y="344329"/>
                  <a:pt x="323540" y="344329"/>
                </a:cubicBezTo>
                <a:close/>
                <a:moveTo>
                  <a:pt x="322016" y="383381"/>
                </a:moveTo>
                <a:cubicBezTo>
                  <a:pt x="303443" y="383381"/>
                  <a:pt x="288393" y="398431"/>
                  <a:pt x="288393" y="417005"/>
                </a:cubicBezTo>
                <a:cubicBezTo>
                  <a:pt x="288393" y="435578"/>
                  <a:pt x="303443" y="450628"/>
                  <a:pt x="322016" y="450628"/>
                </a:cubicBezTo>
                <a:cubicBezTo>
                  <a:pt x="340590" y="450628"/>
                  <a:pt x="355640" y="435578"/>
                  <a:pt x="355640" y="417005"/>
                </a:cubicBezTo>
                <a:cubicBezTo>
                  <a:pt x="355640" y="398431"/>
                  <a:pt x="340590" y="383381"/>
                  <a:pt x="322016" y="383381"/>
                </a:cubicBezTo>
                <a:close/>
                <a:moveTo>
                  <a:pt x="322016" y="437293"/>
                </a:moveTo>
                <a:cubicBezTo>
                  <a:pt x="310872" y="437293"/>
                  <a:pt x="301728" y="428149"/>
                  <a:pt x="301728" y="417005"/>
                </a:cubicBezTo>
                <a:cubicBezTo>
                  <a:pt x="301728" y="405860"/>
                  <a:pt x="310872" y="396716"/>
                  <a:pt x="322016" y="396716"/>
                </a:cubicBezTo>
                <a:cubicBezTo>
                  <a:pt x="333161" y="396716"/>
                  <a:pt x="342305" y="405860"/>
                  <a:pt x="342305" y="417005"/>
                </a:cubicBezTo>
                <a:cubicBezTo>
                  <a:pt x="342305" y="428149"/>
                  <a:pt x="333161" y="437293"/>
                  <a:pt x="322016" y="437293"/>
                </a:cubicBezTo>
                <a:close/>
              </a:path>
            </a:pathLst>
          </a:custGeom>
          <a:gradFill>
            <a:gsLst>
              <a:gs pos="0">
                <a:schemeClr val="accent2">
                  <a:lumMod val="20000"/>
                  <a:lumOff val="80000"/>
                </a:schemeClr>
              </a:gs>
              <a:gs pos="65000">
                <a:schemeClr val="accent5">
                  <a:lumMod val="20000"/>
                  <a:lumOff val="80000"/>
                </a:schemeClr>
              </a:gs>
              <a:gs pos="100000">
                <a:schemeClr val="accent4">
                  <a:lumMod val="20000"/>
                  <a:lumOff val="80000"/>
                </a:schemeClr>
              </a:gs>
            </a:gsLst>
            <a:lin ang="2399775" scaled="1"/>
          </a:gradFill>
          <a:ln w="9525" cap="flat">
            <a:noFill/>
            <a:prstDash val="solid"/>
            <a:miter/>
          </a:ln>
        </p:spPr>
        <p:txBody>
          <a:bodyPr/>
          <a:lstStyle/>
          <a:p>
            <a:endParaRPr lang="en-US"/>
          </a:p>
        </p:txBody>
      </p:sp>
      <p:sp>
        <p:nvSpPr>
          <p:cNvPr id="18" name="Graphic 13">
            <a:extLst>
              <a:ext uri="{FF2B5EF4-FFF2-40B4-BE49-F238E27FC236}">
                <a16:creationId xmlns:a16="http://schemas.microsoft.com/office/drawing/2014/main" id="{850496DE-B56F-82D1-6DDF-66A363C29E2C}"/>
              </a:ext>
            </a:extLst>
          </p:cNvPr>
          <p:cNvSpPr/>
          <p:nvPr/>
        </p:nvSpPr>
        <p:spPr>
          <a:xfrm>
            <a:off x="10800907" y="1134701"/>
            <a:ext cx="645834" cy="652376"/>
          </a:xfrm>
          <a:custGeom>
            <a:avLst/>
            <a:gdLst>
              <a:gd name="csX0" fmla="*/ 214713 w 645834"/>
              <a:gd name="csY0" fmla="*/ 228895 h 652376"/>
              <a:gd name="csX1" fmla="*/ 214713 w 645834"/>
              <a:gd name="csY1" fmla="*/ 462733 h 652376"/>
              <a:gd name="csX2" fmla="*/ 221381 w 645834"/>
              <a:gd name="csY2" fmla="*/ 469401 h 652376"/>
              <a:gd name="csX3" fmla="*/ 420358 w 645834"/>
              <a:gd name="csY3" fmla="*/ 469401 h 652376"/>
              <a:gd name="csX4" fmla="*/ 427026 w 645834"/>
              <a:gd name="csY4" fmla="*/ 462733 h 652376"/>
              <a:gd name="csX5" fmla="*/ 427026 w 645834"/>
              <a:gd name="csY5" fmla="*/ 180603 h 652376"/>
              <a:gd name="csX6" fmla="*/ 420358 w 645834"/>
              <a:gd name="csY6" fmla="*/ 173935 h 652376"/>
              <a:gd name="csX7" fmla="*/ 268911 w 645834"/>
              <a:gd name="csY7" fmla="*/ 173935 h 652376"/>
              <a:gd name="csX8" fmla="*/ 264148 w 645834"/>
              <a:gd name="csY8" fmla="*/ 175936 h 652376"/>
              <a:gd name="csX9" fmla="*/ 216714 w 645834"/>
              <a:gd name="csY9" fmla="*/ 224227 h 652376"/>
              <a:gd name="csX10" fmla="*/ 214809 w 645834"/>
              <a:gd name="csY10" fmla="*/ 228895 h 652376"/>
              <a:gd name="csX11" fmla="*/ 262243 w 645834"/>
              <a:gd name="csY11" fmla="*/ 196891 h 652376"/>
              <a:gd name="csX12" fmla="*/ 262243 w 645834"/>
              <a:gd name="csY12" fmla="*/ 227371 h 652376"/>
              <a:gd name="csX13" fmla="*/ 232239 w 645834"/>
              <a:gd name="csY13" fmla="*/ 227371 h 652376"/>
              <a:gd name="csX14" fmla="*/ 262243 w 645834"/>
              <a:gd name="csY14" fmla="*/ 196891 h 652376"/>
              <a:gd name="csX15" fmla="*/ 228048 w 645834"/>
              <a:gd name="csY15" fmla="*/ 240801 h 652376"/>
              <a:gd name="csX16" fmla="*/ 268911 w 645834"/>
              <a:gd name="csY16" fmla="*/ 240801 h 652376"/>
              <a:gd name="csX17" fmla="*/ 275578 w 645834"/>
              <a:gd name="csY17" fmla="*/ 234133 h 652376"/>
              <a:gd name="csX18" fmla="*/ 275578 w 645834"/>
              <a:gd name="csY18" fmla="*/ 187366 h 652376"/>
              <a:gd name="csX19" fmla="*/ 413691 w 645834"/>
              <a:gd name="csY19" fmla="*/ 187366 h 652376"/>
              <a:gd name="csX20" fmla="*/ 413691 w 645834"/>
              <a:gd name="csY20" fmla="*/ 456161 h 652376"/>
              <a:gd name="csX21" fmla="*/ 228048 w 645834"/>
              <a:gd name="csY21" fmla="*/ 456161 h 652376"/>
              <a:gd name="csX22" fmla="*/ 228048 w 645834"/>
              <a:gd name="csY22" fmla="*/ 240896 h 652376"/>
              <a:gd name="csX23" fmla="*/ 362256 w 645834"/>
              <a:gd name="csY23" fmla="*/ 53920 h 652376"/>
              <a:gd name="csX24" fmla="*/ 376924 w 645834"/>
              <a:gd name="csY24" fmla="*/ 56397 h 652376"/>
              <a:gd name="csX25" fmla="*/ 378258 w 645834"/>
              <a:gd name="csY25" fmla="*/ 56492 h 652376"/>
              <a:gd name="csX26" fmla="*/ 384830 w 645834"/>
              <a:gd name="csY26" fmla="*/ 51158 h 652376"/>
              <a:gd name="csX27" fmla="*/ 379591 w 645834"/>
              <a:gd name="csY27" fmla="*/ 43348 h 652376"/>
              <a:gd name="csX28" fmla="*/ 364161 w 645834"/>
              <a:gd name="csY28" fmla="*/ 40681 h 652376"/>
              <a:gd name="csX29" fmla="*/ 356636 w 645834"/>
              <a:gd name="csY29" fmla="*/ 46300 h 652376"/>
              <a:gd name="csX30" fmla="*/ 362256 w 645834"/>
              <a:gd name="csY30" fmla="*/ 53825 h 652376"/>
              <a:gd name="csX31" fmla="*/ 643529 w 645834"/>
              <a:gd name="csY31" fmla="*/ 224799 h 652376"/>
              <a:gd name="csX32" fmla="*/ 634099 w 645834"/>
              <a:gd name="csY32" fmla="*/ 225275 h 652376"/>
              <a:gd name="csX33" fmla="*/ 598095 w 645834"/>
              <a:gd name="csY33" fmla="*/ 265090 h 652376"/>
              <a:gd name="csX34" fmla="*/ 597237 w 645834"/>
              <a:gd name="csY34" fmla="*/ 259660 h 652376"/>
              <a:gd name="csX35" fmla="*/ 595618 w 645834"/>
              <a:gd name="csY35" fmla="*/ 252326 h 652376"/>
              <a:gd name="csX36" fmla="*/ 587617 w 645834"/>
              <a:gd name="csY36" fmla="*/ 247373 h 652376"/>
              <a:gd name="csX37" fmla="*/ 582664 w 645834"/>
              <a:gd name="csY37" fmla="*/ 255374 h 652376"/>
              <a:gd name="csX38" fmla="*/ 584188 w 645834"/>
              <a:gd name="csY38" fmla="*/ 262042 h 652376"/>
              <a:gd name="csX39" fmla="*/ 585045 w 645834"/>
              <a:gd name="csY39" fmla="*/ 267471 h 652376"/>
              <a:gd name="csX40" fmla="*/ 533420 w 645834"/>
              <a:gd name="csY40" fmla="*/ 256517 h 652376"/>
              <a:gd name="csX41" fmla="*/ 525514 w 645834"/>
              <a:gd name="csY41" fmla="*/ 261661 h 652376"/>
              <a:gd name="csX42" fmla="*/ 530658 w 645834"/>
              <a:gd name="csY42" fmla="*/ 269566 h 652376"/>
              <a:gd name="csX43" fmla="*/ 595237 w 645834"/>
              <a:gd name="csY43" fmla="*/ 283282 h 652376"/>
              <a:gd name="csX44" fmla="*/ 596666 w 645834"/>
              <a:gd name="csY44" fmla="*/ 283473 h 652376"/>
              <a:gd name="csX45" fmla="*/ 601619 w 645834"/>
              <a:gd name="csY45" fmla="*/ 281282 h 652376"/>
              <a:gd name="csX46" fmla="*/ 644100 w 645834"/>
              <a:gd name="csY46" fmla="*/ 234324 h 652376"/>
              <a:gd name="csX47" fmla="*/ 643624 w 645834"/>
              <a:gd name="csY47" fmla="*/ 224894 h 652376"/>
              <a:gd name="csX48" fmla="*/ 403594 w 645834"/>
              <a:gd name="csY48" fmla="*/ 63255 h 652376"/>
              <a:gd name="csX49" fmla="*/ 429407 w 645834"/>
              <a:gd name="csY49" fmla="*/ 72780 h 652376"/>
              <a:gd name="csX50" fmla="*/ 432074 w 645834"/>
              <a:gd name="csY50" fmla="*/ 73351 h 652376"/>
              <a:gd name="csX51" fmla="*/ 438170 w 645834"/>
              <a:gd name="csY51" fmla="*/ 69351 h 652376"/>
              <a:gd name="csX52" fmla="*/ 434646 w 645834"/>
              <a:gd name="csY52" fmla="*/ 60588 h 652376"/>
              <a:gd name="csX53" fmla="*/ 407595 w 645834"/>
              <a:gd name="csY53" fmla="*/ 50587 h 652376"/>
              <a:gd name="csX54" fmla="*/ 399213 w 645834"/>
              <a:gd name="csY54" fmla="*/ 54968 h 652376"/>
              <a:gd name="csX55" fmla="*/ 403594 w 645834"/>
              <a:gd name="csY55" fmla="*/ 63350 h 652376"/>
              <a:gd name="csX56" fmla="*/ 518561 w 645834"/>
              <a:gd name="csY56" fmla="*/ 135550 h 652376"/>
              <a:gd name="csX57" fmla="*/ 523419 w 645834"/>
              <a:gd name="csY57" fmla="*/ 137645 h 652376"/>
              <a:gd name="csX58" fmla="*/ 527991 w 645834"/>
              <a:gd name="csY58" fmla="*/ 135835 h 652376"/>
              <a:gd name="csX59" fmla="*/ 528372 w 645834"/>
              <a:gd name="csY59" fmla="*/ 126406 h 652376"/>
              <a:gd name="csX60" fmla="*/ 507702 w 645834"/>
              <a:gd name="csY60" fmla="*/ 106308 h 652376"/>
              <a:gd name="csX61" fmla="*/ 498273 w 645834"/>
              <a:gd name="csY61" fmla="*/ 106975 h 652376"/>
              <a:gd name="csX62" fmla="*/ 498939 w 645834"/>
              <a:gd name="csY62" fmla="*/ 116404 h 652376"/>
              <a:gd name="csX63" fmla="*/ 518656 w 645834"/>
              <a:gd name="csY63" fmla="*/ 135550 h 652376"/>
              <a:gd name="csX64" fmla="*/ 453981 w 645834"/>
              <a:gd name="csY64" fmla="*/ 84877 h 652376"/>
              <a:gd name="csX65" fmla="*/ 477222 w 645834"/>
              <a:gd name="csY65" fmla="*/ 99545 h 652376"/>
              <a:gd name="csX66" fmla="*/ 481032 w 645834"/>
              <a:gd name="csY66" fmla="*/ 100783 h 652376"/>
              <a:gd name="csX67" fmla="*/ 486462 w 645834"/>
              <a:gd name="csY67" fmla="*/ 97926 h 652376"/>
              <a:gd name="csX68" fmla="*/ 484842 w 645834"/>
              <a:gd name="csY68" fmla="*/ 88591 h 652376"/>
              <a:gd name="csX69" fmla="*/ 460458 w 645834"/>
              <a:gd name="csY69" fmla="*/ 73256 h 652376"/>
              <a:gd name="csX70" fmla="*/ 451410 w 645834"/>
              <a:gd name="csY70" fmla="*/ 75828 h 652376"/>
              <a:gd name="csX71" fmla="*/ 453981 w 645834"/>
              <a:gd name="csY71" fmla="*/ 84877 h 652376"/>
              <a:gd name="csX72" fmla="*/ 574949 w 645834"/>
              <a:gd name="csY72" fmla="*/ 228990 h 652376"/>
              <a:gd name="csX73" fmla="*/ 581235 w 645834"/>
              <a:gd name="csY73" fmla="*/ 233467 h 652376"/>
              <a:gd name="csX74" fmla="*/ 583426 w 645834"/>
              <a:gd name="csY74" fmla="*/ 233086 h 652376"/>
              <a:gd name="csX75" fmla="*/ 587522 w 645834"/>
              <a:gd name="csY75" fmla="*/ 224608 h 652376"/>
              <a:gd name="csX76" fmla="*/ 576568 w 645834"/>
              <a:gd name="csY76" fmla="*/ 197938 h 652376"/>
              <a:gd name="csX77" fmla="*/ 567710 w 645834"/>
              <a:gd name="csY77" fmla="*/ 194795 h 652376"/>
              <a:gd name="csX78" fmla="*/ 564567 w 645834"/>
              <a:gd name="csY78" fmla="*/ 203653 h 652376"/>
              <a:gd name="csX79" fmla="*/ 574949 w 645834"/>
              <a:gd name="csY79" fmla="*/ 229085 h 652376"/>
              <a:gd name="csX80" fmla="*/ 551613 w 645834"/>
              <a:gd name="csY80" fmla="*/ 179365 h 652376"/>
              <a:gd name="csX81" fmla="*/ 557328 w 645834"/>
              <a:gd name="csY81" fmla="*/ 182603 h 652376"/>
              <a:gd name="csX82" fmla="*/ 560757 w 645834"/>
              <a:gd name="csY82" fmla="*/ 181651 h 652376"/>
              <a:gd name="csX83" fmla="*/ 563043 w 645834"/>
              <a:gd name="csY83" fmla="*/ 172507 h 652376"/>
              <a:gd name="csX84" fmla="*/ 546850 w 645834"/>
              <a:gd name="csY84" fmla="*/ 148599 h 652376"/>
              <a:gd name="csX85" fmla="*/ 537516 w 645834"/>
              <a:gd name="csY85" fmla="*/ 147265 h 652376"/>
              <a:gd name="csX86" fmla="*/ 536182 w 645834"/>
              <a:gd name="csY86" fmla="*/ 156600 h 652376"/>
              <a:gd name="csX87" fmla="*/ 551613 w 645834"/>
              <a:gd name="csY87" fmla="*/ 179365 h 652376"/>
              <a:gd name="csX88" fmla="*/ 80601 w 645834"/>
              <a:gd name="csY88" fmla="*/ 440064 h 652376"/>
              <a:gd name="csX89" fmla="*/ 70314 w 645834"/>
              <a:gd name="csY89" fmla="*/ 414537 h 652376"/>
              <a:gd name="csX90" fmla="*/ 61837 w 645834"/>
              <a:gd name="csY90" fmla="*/ 410441 h 652376"/>
              <a:gd name="csX91" fmla="*/ 57741 w 645834"/>
              <a:gd name="csY91" fmla="*/ 418919 h 652376"/>
              <a:gd name="csX92" fmla="*/ 68600 w 645834"/>
              <a:gd name="csY92" fmla="*/ 445779 h 652376"/>
              <a:gd name="csX93" fmla="*/ 74601 w 645834"/>
              <a:gd name="csY93" fmla="*/ 449589 h 652376"/>
              <a:gd name="csX94" fmla="*/ 77458 w 645834"/>
              <a:gd name="csY94" fmla="*/ 448922 h 652376"/>
              <a:gd name="csX95" fmla="*/ 80697 w 645834"/>
              <a:gd name="csY95" fmla="*/ 440064 h 652376"/>
              <a:gd name="csX96" fmla="*/ 126607 w 645834"/>
              <a:gd name="csY96" fmla="*/ 508453 h 652376"/>
              <a:gd name="csX97" fmla="*/ 117177 w 645834"/>
              <a:gd name="csY97" fmla="*/ 508072 h 652376"/>
              <a:gd name="csX98" fmla="*/ 116796 w 645834"/>
              <a:gd name="csY98" fmla="*/ 517502 h 652376"/>
              <a:gd name="csX99" fmla="*/ 137561 w 645834"/>
              <a:gd name="csY99" fmla="*/ 537695 h 652376"/>
              <a:gd name="csX100" fmla="*/ 141942 w 645834"/>
              <a:gd name="csY100" fmla="*/ 539315 h 652376"/>
              <a:gd name="csX101" fmla="*/ 146991 w 645834"/>
              <a:gd name="csY101" fmla="*/ 537028 h 652376"/>
              <a:gd name="csX102" fmla="*/ 146419 w 645834"/>
              <a:gd name="csY102" fmla="*/ 527599 h 652376"/>
              <a:gd name="csX103" fmla="*/ 126702 w 645834"/>
              <a:gd name="csY103" fmla="*/ 508358 h 652376"/>
              <a:gd name="csX104" fmla="*/ 48788 w 645834"/>
              <a:gd name="csY104" fmla="*/ 295284 h 652376"/>
              <a:gd name="csX105" fmla="*/ 49264 w 645834"/>
              <a:gd name="csY105" fmla="*/ 295284 h 652376"/>
              <a:gd name="csX106" fmla="*/ 55932 w 645834"/>
              <a:gd name="csY106" fmla="*/ 289093 h 652376"/>
              <a:gd name="csX107" fmla="*/ 248051 w 645834"/>
              <a:gd name="csY107" fmla="*/ 54492 h 652376"/>
              <a:gd name="csX108" fmla="*/ 245384 w 645834"/>
              <a:gd name="csY108" fmla="*/ 106117 h 652376"/>
              <a:gd name="csX109" fmla="*/ 251670 w 645834"/>
              <a:gd name="csY109" fmla="*/ 113166 h 652376"/>
              <a:gd name="csX110" fmla="*/ 252051 w 645834"/>
              <a:gd name="csY110" fmla="*/ 113166 h 652376"/>
              <a:gd name="csX111" fmla="*/ 258719 w 645834"/>
              <a:gd name="csY111" fmla="*/ 106879 h 652376"/>
              <a:gd name="csX112" fmla="*/ 262148 w 645834"/>
              <a:gd name="csY112" fmla="*/ 41443 h 652376"/>
              <a:gd name="csX113" fmla="*/ 259195 w 645834"/>
              <a:gd name="csY113" fmla="*/ 35537 h 652376"/>
              <a:gd name="csX114" fmla="*/ 207855 w 645834"/>
              <a:gd name="csY114" fmla="*/ 1152 h 652376"/>
              <a:gd name="csX115" fmla="*/ 198616 w 645834"/>
              <a:gd name="csY115" fmla="*/ 2962 h 652376"/>
              <a:gd name="csX116" fmla="*/ 200426 w 645834"/>
              <a:gd name="csY116" fmla="*/ 12201 h 652376"/>
              <a:gd name="csX117" fmla="*/ 244431 w 645834"/>
              <a:gd name="csY117" fmla="*/ 41728 h 652376"/>
              <a:gd name="csX118" fmla="*/ 42597 w 645834"/>
              <a:gd name="csY118" fmla="*/ 288140 h 652376"/>
              <a:gd name="csX119" fmla="*/ 48693 w 645834"/>
              <a:gd name="csY119" fmla="*/ 295284 h 652376"/>
              <a:gd name="csX120" fmla="*/ 191377 w 645834"/>
              <a:gd name="csY120" fmla="*/ 559508 h 652376"/>
              <a:gd name="csX121" fmla="*/ 168041 w 645834"/>
              <a:gd name="csY121" fmla="*/ 544744 h 652376"/>
              <a:gd name="csX122" fmla="*/ 158706 w 645834"/>
              <a:gd name="csY122" fmla="*/ 546363 h 652376"/>
              <a:gd name="csX123" fmla="*/ 160326 w 645834"/>
              <a:gd name="csY123" fmla="*/ 555697 h 652376"/>
              <a:gd name="csX124" fmla="*/ 184805 w 645834"/>
              <a:gd name="csY124" fmla="*/ 571128 h 652376"/>
              <a:gd name="csX125" fmla="*/ 188043 w 645834"/>
              <a:gd name="csY125" fmla="*/ 571985 h 652376"/>
              <a:gd name="csX126" fmla="*/ 193854 w 645834"/>
              <a:gd name="csY126" fmla="*/ 568556 h 652376"/>
              <a:gd name="csX127" fmla="*/ 191282 w 645834"/>
              <a:gd name="csY127" fmla="*/ 559508 h 652376"/>
              <a:gd name="csX128" fmla="*/ 283389 w 645834"/>
              <a:gd name="csY128" fmla="*/ 590559 h 652376"/>
              <a:gd name="csX129" fmla="*/ 268720 w 645834"/>
              <a:gd name="csY129" fmla="*/ 588083 h 652376"/>
              <a:gd name="csX130" fmla="*/ 260910 w 645834"/>
              <a:gd name="csY130" fmla="*/ 593321 h 652376"/>
              <a:gd name="csX131" fmla="*/ 266148 w 645834"/>
              <a:gd name="csY131" fmla="*/ 601132 h 652376"/>
              <a:gd name="csX132" fmla="*/ 281579 w 645834"/>
              <a:gd name="csY132" fmla="*/ 603799 h 652376"/>
              <a:gd name="csX133" fmla="*/ 282531 w 645834"/>
              <a:gd name="csY133" fmla="*/ 603799 h 652376"/>
              <a:gd name="csX134" fmla="*/ 289104 w 645834"/>
              <a:gd name="csY134" fmla="*/ 598084 h 652376"/>
              <a:gd name="csX135" fmla="*/ 283484 w 645834"/>
              <a:gd name="csY135" fmla="*/ 590559 h 652376"/>
              <a:gd name="csX136" fmla="*/ 241955 w 645834"/>
              <a:gd name="csY136" fmla="*/ 581224 h 652376"/>
              <a:gd name="csX137" fmla="*/ 216047 w 645834"/>
              <a:gd name="csY137" fmla="*/ 571699 h 652376"/>
              <a:gd name="csX138" fmla="*/ 207284 w 645834"/>
              <a:gd name="csY138" fmla="*/ 575224 h 652376"/>
              <a:gd name="csX139" fmla="*/ 210808 w 645834"/>
              <a:gd name="csY139" fmla="*/ 583987 h 652376"/>
              <a:gd name="csX140" fmla="*/ 237954 w 645834"/>
              <a:gd name="csY140" fmla="*/ 593988 h 652376"/>
              <a:gd name="csX141" fmla="*/ 239955 w 645834"/>
              <a:gd name="csY141" fmla="*/ 594274 h 652376"/>
              <a:gd name="csX142" fmla="*/ 246336 w 645834"/>
              <a:gd name="csY142" fmla="*/ 589607 h 652376"/>
              <a:gd name="csX143" fmla="*/ 241955 w 645834"/>
              <a:gd name="csY143" fmla="*/ 581224 h 652376"/>
              <a:gd name="csX144" fmla="*/ 120225 w 645834"/>
              <a:gd name="csY144" fmla="*/ 382914 h 652376"/>
              <a:gd name="csX145" fmla="*/ 115082 w 645834"/>
              <a:gd name="csY145" fmla="*/ 375008 h 652376"/>
              <a:gd name="csX146" fmla="*/ 50502 w 645834"/>
              <a:gd name="csY146" fmla="*/ 361292 h 652376"/>
              <a:gd name="csX147" fmla="*/ 44216 w 645834"/>
              <a:gd name="csY147" fmla="*/ 363292 h 652376"/>
              <a:gd name="csX148" fmla="*/ 1734 w 645834"/>
              <a:gd name="csY148" fmla="*/ 410251 h 652376"/>
              <a:gd name="csX149" fmla="*/ 2211 w 645834"/>
              <a:gd name="csY149" fmla="*/ 419680 h 652376"/>
              <a:gd name="csX150" fmla="*/ 6687 w 645834"/>
              <a:gd name="csY150" fmla="*/ 421395 h 652376"/>
              <a:gd name="csX151" fmla="*/ 11640 w 645834"/>
              <a:gd name="csY151" fmla="*/ 419204 h 652376"/>
              <a:gd name="csX152" fmla="*/ 47454 w 645834"/>
              <a:gd name="csY152" fmla="*/ 379580 h 652376"/>
              <a:gd name="csX153" fmla="*/ 48502 w 645834"/>
              <a:gd name="csY153" fmla="*/ 384819 h 652376"/>
              <a:gd name="csX154" fmla="*/ 49836 w 645834"/>
              <a:gd name="csY154" fmla="*/ 390820 h 652376"/>
              <a:gd name="csX155" fmla="*/ 56313 w 645834"/>
              <a:gd name="csY155" fmla="*/ 395963 h 652376"/>
              <a:gd name="csX156" fmla="*/ 57837 w 645834"/>
              <a:gd name="csY156" fmla="*/ 395773 h 652376"/>
              <a:gd name="csX157" fmla="*/ 62790 w 645834"/>
              <a:gd name="csY157" fmla="*/ 387772 h 652376"/>
              <a:gd name="csX158" fmla="*/ 61551 w 645834"/>
              <a:gd name="csY158" fmla="*/ 382057 h 652376"/>
              <a:gd name="csX159" fmla="*/ 60504 w 645834"/>
              <a:gd name="csY159" fmla="*/ 376818 h 652376"/>
              <a:gd name="csX160" fmla="*/ 112415 w 645834"/>
              <a:gd name="csY160" fmla="*/ 387772 h 652376"/>
              <a:gd name="csX161" fmla="*/ 120321 w 645834"/>
              <a:gd name="csY161" fmla="*/ 382628 h 652376"/>
              <a:gd name="csX162" fmla="*/ 594475 w 645834"/>
              <a:gd name="csY162" fmla="*/ 364054 h 652376"/>
              <a:gd name="csX163" fmla="*/ 586855 w 645834"/>
              <a:gd name="csY163" fmla="*/ 369674 h 652376"/>
              <a:gd name="csX164" fmla="*/ 377781 w 645834"/>
              <a:gd name="csY164" fmla="*/ 589226 h 652376"/>
              <a:gd name="csX165" fmla="*/ 389402 w 645834"/>
              <a:gd name="csY165" fmla="*/ 539505 h 652376"/>
              <a:gd name="csX166" fmla="*/ 384449 w 645834"/>
              <a:gd name="csY166" fmla="*/ 531504 h 652376"/>
              <a:gd name="csX167" fmla="*/ 376448 w 645834"/>
              <a:gd name="csY167" fmla="*/ 536457 h 652376"/>
              <a:gd name="csX168" fmla="*/ 361494 w 645834"/>
              <a:gd name="csY168" fmla="*/ 600751 h 652376"/>
              <a:gd name="csX169" fmla="*/ 363399 w 645834"/>
              <a:gd name="csY169" fmla="*/ 607133 h 652376"/>
              <a:gd name="csX170" fmla="*/ 409500 w 645834"/>
              <a:gd name="csY170" fmla="*/ 650566 h 652376"/>
              <a:gd name="csX171" fmla="*/ 414072 w 645834"/>
              <a:gd name="csY171" fmla="*/ 652376 h 652376"/>
              <a:gd name="csX172" fmla="*/ 418929 w 645834"/>
              <a:gd name="csY172" fmla="*/ 650281 h 652376"/>
              <a:gd name="csX173" fmla="*/ 418644 w 645834"/>
              <a:gd name="csY173" fmla="*/ 640851 h 652376"/>
              <a:gd name="csX174" fmla="*/ 378162 w 645834"/>
              <a:gd name="csY174" fmla="*/ 602751 h 652376"/>
              <a:gd name="csX175" fmla="*/ 379020 w 645834"/>
              <a:gd name="csY175" fmla="*/ 602751 h 652376"/>
              <a:gd name="csX176" fmla="*/ 600095 w 645834"/>
              <a:gd name="csY176" fmla="*/ 371865 h 652376"/>
              <a:gd name="csX177" fmla="*/ 594475 w 645834"/>
              <a:gd name="csY177" fmla="*/ 364245 h 652376"/>
              <a:gd name="csX178" fmla="*/ 93555 w 645834"/>
              <a:gd name="csY178" fmla="*/ 464448 h 652376"/>
              <a:gd name="csX179" fmla="*/ 84411 w 645834"/>
              <a:gd name="csY179" fmla="*/ 462162 h 652376"/>
              <a:gd name="csX180" fmla="*/ 82125 w 645834"/>
              <a:gd name="csY180" fmla="*/ 471306 h 652376"/>
              <a:gd name="csX181" fmla="*/ 98318 w 645834"/>
              <a:gd name="csY181" fmla="*/ 495309 h 652376"/>
              <a:gd name="csX182" fmla="*/ 103652 w 645834"/>
              <a:gd name="csY182" fmla="*/ 497976 h 652376"/>
              <a:gd name="csX183" fmla="*/ 107652 w 645834"/>
              <a:gd name="csY183" fmla="*/ 496642 h 652376"/>
              <a:gd name="csX184" fmla="*/ 108986 w 645834"/>
              <a:gd name="csY184" fmla="*/ 487308 h 652376"/>
              <a:gd name="csX185" fmla="*/ 93651 w 645834"/>
              <a:gd name="csY185" fmla="*/ 464448 h 65237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Lst>
            <a:rect l="l" t="t" r="r" b="b"/>
            <a:pathLst>
              <a:path w="645834" h="652376">
                <a:moveTo>
                  <a:pt x="214713" y="228895"/>
                </a:moveTo>
                <a:lnTo>
                  <a:pt x="214713" y="462733"/>
                </a:lnTo>
                <a:cubicBezTo>
                  <a:pt x="214713" y="466448"/>
                  <a:pt x="217666" y="469401"/>
                  <a:pt x="221381" y="469401"/>
                </a:cubicBezTo>
                <a:lnTo>
                  <a:pt x="420358" y="469401"/>
                </a:lnTo>
                <a:cubicBezTo>
                  <a:pt x="424073" y="469401"/>
                  <a:pt x="427026" y="466448"/>
                  <a:pt x="427026" y="462733"/>
                </a:cubicBezTo>
                <a:lnTo>
                  <a:pt x="427026" y="180603"/>
                </a:lnTo>
                <a:cubicBezTo>
                  <a:pt x="427026" y="176888"/>
                  <a:pt x="424073" y="173935"/>
                  <a:pt x="420358" y="173935"/>
                </a:cubicBezTo>
                <a:lnTo>
                  <a:pt x="268911" y="173935"/>
                </a:lnTo>
                <a:cubicBezTo>
                  <a:pt x="267101" y="173935"/>
                  <a:pt x="265386" y="174697"/>
                  <a:pt x="264148" y="175936"/>
                </a:cubicBezTo>
                <a:lnTo>
                  <a:pt x="216714" y="224227"/>
                </a:lnTo>
                <a:cubicBezTo>
                  <a:pt x="215475" y="225466"/>
                  <a:pt x="214809" y="227180"/>
                  <a:pt x="214809" y="228895"/>
                </a:cubicBezTo>
                <a:close/>
                <a:moveTo>
                  <a:pt x="262243" y="196891"/>
                </a:moveTo>
                <a:lnTo>
                  <a:pt x="262243" y="227371"/>
                </a:lnTo>
                <a:lnTo>
                  <a:pt x="232239" y="227371"/>
                </a:lnTo>
                <a:lnTo>
                  <a:pt x="262243" y="196891"/>
                </a:lnTo>
                <a:close/>
                <a:moveTo>
                  <a:pt x="228048" y="240801"/>
                </a:moveTo>
                <a:lnTo>
                  <a:pt x="268911" y="240801"/>
                </a:lnTo>
                <a:cubicBezTo>
                  <a:pt x="272625" y="240801"/>
                  <a:pt x="275578" y="237848"/>
                  <a:pt x="275578" y="234133"/>
                </a:cubicBezTo>
                <a:lnTo>
                  <a:pt x="275578" y="187366"/>
                </a:lnTo>
                <a:lnTo>
                  <a:pt x="413691" y="187366"/>
                </a:lnTo>
                <a:lnTo>
                  <a:pt x="413691" y="456161"/>
                </a:lnTo>
                <a:lnTo>
                  <a:pt x="228048" y="456161"/>
                </a:lnTo>
                <a:lnTo>
                  <a:pt x="228048" y="240896"/>
                </a:lnTo>
                <a:close/>
                <a:moveTo>
                  <a:pt x="362256" y="53920"/>
                </a:moveTo>
                <a:cubicBezTo>
                  <a:pt x="367209" y="54587"/>
                  <a:pt x="372066" y="55444"/>
                  <a:pt x="376924" y="56397"/>
                </a:cubicBezTo>
                <a:cubicBezTo>
                  <a:pt x="377400" y="56397"/>
                  <a:pt x="377781" y="56492"/>
                  <a:pt x="378258" y="56492"/>
                </a:cubicBezTo>
                <a:cubicBezTo>
                  <a:pt x="381401" y="56492"/>
                  <a:pt x="384163" y="54301"/>
                  <a:pt x="384830" y="51158"/>
                </a:cubicBezTo>
                <a:cubicBezTo>
                  <a:pt x="385592" y="47539"/>
                  <a:pt x="383211" y="44014"/>
                  <a:pt x="379591" y="43348"/>
                </a:cubicBezTo>
                <a:cubicBezTo>
                  <a:pt x="374543" y="42300"/>
                  <a:pt x="369399" y="41443"/>
                  <a:pt x="364161" y="40681"/>
                </a:cubicBezTo>
                <a:cubicBezTo>
                  <a:pt x="360446" y="40300"/>
                  <a:pt x="357112" y="42681"/>
                  <a:pt x="356636" y="46300"/>
                </a:cubicBezTo>
                <a:cubicBezTo>
                  <a:pt x="356160" y="49920"/>
                  <a:pt x="358636" y="53349"/>
                  <a:pt x="362256" y="53825"/>
                </a:cubicBezTo>
                <a:close/>
                <a:moveTo>
                  <a:pt x="643529" y="224799"/>
                </a:moveTo>
                <a:cubicBezTo>
                  <a:pt x="640767" y="222322"/>
                  <a:pt x="636576" y="222513"/>
                  <a:pt x="634099" y="225275"/>
                </a:cubicBezTo>
                <a:lnTo>
                  <a:pt x="598095" y="265090"/>
                </a:lnTo>
                <a:lnTo>
                  <a:pt x="597237" y="259660"/>
                </a:lnTo>
                <a:cubicBezTo>
                  <a:pt x="596761" y="257184"/>
                  <a:pt x="596190" y="254803"/>
                  <a:pt x="595618" y="252326"/>
                </a:cubicBezTo>
                <a:cubicBezTo>
                  <a:pt x="594761" y="248707"/>
                  <a:pt x="591141" y="246516"/>
                  <a:pt x="587617" y="247373"/>
                </a:cubicBezTo>
                <a:cubicBezTo>
                  <a:pt x="583998" y="248230"/>
                  <a:pt x="581807" y="251850"/>
                  <a:pt x="582664" y="255374"/>
                </a:cubicBezTo>
                <a:cubicBezTo>
                  <a:pt x="583236" y="257660"/>
                  <a:pt x="583712" y="260041"/>
                  <a:pt x="584188" y="262042"/>
                </a:cubicBezTo>
                <a:lnTo>
                  <a:pt x="585045" y="267471"/>
                </a:lnTo>
                <a:lnTo>
                  <a:pt x="533420" y="256517"/>
                </a:lnTo>
                <a:cubicBezTo>
                  <a:pt x="529896" y="255755"/>
                  <a:pt x="526276" y="258041"/>
                  <a:pt x="525514" y="261661"/>
                </a:cubicBezTo>
                <a:cubicBezTo>
                  <a:pt x="524752" y="265280"/>
                  <a:pt x="527038" y="268804"/>
                  <a:pt x="530658" y="269566"/>
                </a:cubicBezTo>
                <a:lnTo>
                  <a:pt x="595237" y="283282"/>
                </a:lnTo>
                <a:cubicBezTo>
                  <a:pt x="595237" y="283282"/>
                  <a:pt x="596190" y="283473"/>
                  <a:pt x="596666" y="283473"/>
                </a:cubicBezTo>
                <a:cubicBezTo>
                  <a:pt x="598571" y="283473"/>
                  <a:pt x="600285" y="282711"/>
                  <a:pt x="601619" y="281282"/>
                </a:cubicBezTo>
                <a:lnTo>
                  <a:pt x="644100" y="234324"/>
                </a:lnTo>
                <a:cubicBezTo>
                  <a:pt x="646577" y="231562"/>
                  <a:pt x="646386" y="227371"/>
                  <a:pt x="643624" y="224894"/>
                </a:cubicBezTo>
                <a:close/>
                <a:moveTo>
                  <a:pt x="403594" y="63255"/>
                </a:moveTo>
                <a:cubicBezTo>
                  <a:pt x="412357" y="65922"/>
                  <a:pt x="421025" y="69160"/>
                  <a:pt x="429407" y="72780"/>
                </a:cubicBezTo>
                <a:cubicBezTo>
                  <a:pt x="430264" y="73161"/>
                  <a:pt x="431121" y="73351"/>
                  <a:pt x="432074" y="73351"/>
                </a:cubicBezTo>
                <a:cubicBezTo>
                  <a:pt x="434646" y="73351"/>
                  <a:pt x="437122" y="71827"/>
                  <a:pt x="438170" y="69351"/>
                </a:cubicBezTo>
                <a:cubicBezTo>
                  <a:pt x="439599" y="65922"/>
                  <a:pt x="438075" y="62017"/>
                  <a:pt x="434646" y="60588"/>
                </a:cubicBezTo>
                <a:cubicBezTo>
                  <a:pt x="425883" y="56778"/>
                  <a:pt x="416739" y="53444"/>
                  <a:pt x="407595" y="50587"/>
                </a:cubicBezTo>
                <a:cubicBezTo>
                  <a:pt x="404070" y="49444"/>
                  <a:pt x="400356" y="51444"/>
                  <a:pt x="399213" y="54968"/>
                </a:cubicBezTo>
                <a:cubicBezTo>
                  <a:pt x="398165" y="58492"/>
                  <a:pt x="400070" y="62207"/>
                  <a:pt x="403594" y="63350"/>
                </a:cubicBezTo>
                <a:close/>
                <a:moveTo>
                  <a:pt x="518561" y="135550"/>
                </a:moveTo>
                <a:cubicBezTo>
                  <a:pt x="519894" y="136978"/>
                  <a:pt x="521704" y="137645"/>
                  <a:pt x="523419" y="137645"/>
                </a:cubicBezTo>
                <a:cubicBezTo>
                  <a:pt x="525038" y="137645"/>
                  <a:pt x="526657" y="137074"/>
                  <a:pt x="527991" y="135835"/>
                </a:cubicBezTo>
                <a:cubicBezTo>
                  <a:pt x="530658" y="133359"/>
                  <a:pt x="530848" y="129073"/>
                  <a:pt x="528372" y="126406"/>
                </a:cubicBezTo>
                <a:cubicBezTo>
                  <a:pt x="521799" y="119357"/>
                  <a:pt x="514846" y="112594"/>
                  <a:pt x="507702" y="106308"/>
                </a:cubicBezTo>
                <a:cubicBezTo>
                  <a:pt x="504940" y="103927"/>
                  <a:pt x="500749" y="104212"/>
                  <a:pt x="498273" y="106975"/>
                </a:cubicBezTo>
                <a:cubicBezTo>
                  <a:pt x="495891" y="109737"/>
                  <a:pt x="496177" y="113928"/>
                  <a:pt x="498939" y="116404"/>
                </a:cubicBezTo>
                <a:cubicBezTo>
                  <a:pt x="505797" y="122405"/>
                  <a:pt x="512465" y="128787"/>
                  <a:pt x="518656" y="135550"/>
                </a:cubicBezTo>
                <a:close/>
                <a:moveTo>
                  <a:pt x="453981" y="84877"/>
                </a:moveTo>
                <a:cubicBezTo>
                  <a:pt x="461982" y="89353"/>
                  <a:pt x="469793" y="94211"/>
                  <a:pt x="477222" y="99545"/>
                </a:cubicBezTo>
                <a:cubicBezTo>
                  <a:pt x="478365" y="100402"/>
                  <a:pt x="479699" y="100783"/>
                  <a:pt x="481032" y="100783"/>
                </a:cubicBezTo>
                <a:cubicBezTo>
                  <a:pt x="483128" y="100783"/>
                  <a:pt x="485223" y="99831"/>
                  <a:pt x="486462" y="97926"/>
                </a:cubicBezTo>
                <a:cubicBezTo>
                  <a:pt x="488557" y="94878"/>
                  <a:pt x="487890" y="90782"/>
                  <a:pt x="484842" y="88591"/>
                </a:cubicBezTo>
                <a:cubicBezTo>
                  <a:pt x="477032" y="83067"/>
                  <a:pt x="468840" y="77923"/>
                  <a:pt x="460458" y="73256"/>
                </a:cubicBezTo>
                <a:cubicBezTo>
                  <a:pt x="457220" y="71446"/>
                  <a:pt x="453219" y="72589"/>
                  <a:pt x="451410" y="75828"/>
                </a:cubicBezTo>
                <a:cubicBezTo>
                  <a:pt x="449600" y="79066"/>
                  <a:pt x="450743" y="83067"/>
                  <a:pt x="453981" y="84877"/>
                </a:cubicBezTo>
                <a:close/>
                <a:moveTo>
                  <a:pt x="574949" y="228990"/>
                </a:moveTo>
                <a:cubicBezTo>
                  <a:pt x="575901" y="231752"/>
                  <a:pt x="578473" y="233467"/>
                  <a:pt x="581235" y="233467"/>
                </a:cubicBezTo>
                <a:cubicBezTo>
                  <a:pt x="581997" y="233467"/>
                  <a:pt x="582664" y="233371"/>
                  <a:pt x="583426" y="233086"/>
                </a:cubicBezTo>
                <a:cubicBezTo>
                  <a:pt x="586950" y="231847"/>
                  <a:pt x="588760" y="228037"/>
                  <a:pt x="587522" y="224608"/>
                </a:cubicBezTo>
                <a:cubicBezTo>
                  <a:pt x="584379" y="215560"/>
                  <a:pt x="580664" y="206606"/>
                  <a:pt x="576568" y="197938"/>
                </a:cubicBezTo>
                <a:cubicBezTo>
                  <a:pt x="574949" y="194605"/>
                  <a:pt x="571044" y="193176"/>
                  <a:pt x="567710" y="194795"/>
                </a:cubicBezTo>
                <a:cubicBezTo>
                  <a:pt x="564376" y="196319"/>
                  <a:pt x="562947" y="200320"/>
                  <a:pt x="564567" y="203653"/>
                </a:cubicBezTo>
                <a:cubicBezTo>
                  <a:pt x="568472" y="211940"/>
                  <a:pt x="571996" y="220513"/>
                  <a:pt x="574949" y="229085"/>
                </a:cubicBezTo>
                <a:close/>
                <a:moveTo>
                  <a:pt x="551613" y="179365"/>
                </a:moveTo>
                <a:cubicBezTo>
                  <a:pt x="552851" y="181460"/>
                  <a:pt x="555042" y="182603"/>
                  <a:pt x="557328" y="182603"/>
                </a:cubicBezTo>
                <a:cubicBezTo>
                  <a:pt x="558471" y="182603"/>
                  <a:pt x="559709" y="182317"/>
                  <a:pt x="560757" y="181651"/>
                </a:cubicBezTo>
                <a:cubicBezTo>
                  <a:pt x="563900" y="179746"/>
                  <a:pt x="564948" y="175650"/>
                  <a:pt x="563043" y="172507"/>
                </a:cubicBezTo>
                <a:cubicBezTo>
                  <a:pt x="558090" y="164315"/>
                  <a:pt x="552660" y="156219"/>
                  <a:pt x="546850" y="148599"/>
                </a:cubicBezTo>
                <a:cubicBezTo>
                  <a:pt x="544659" y="145646"/>
                  <a:pt x="540468" y="145075"/>
                  <a:pt x="537516" y="147265"/>
                </a:cubicBezTo>
                <a:cubicBezTo>
                  <a:pt x="534563" y="149456"/>
                  <a:pt x="533991" y="153647"/>
                  <a:pt x="536182" y="156600"/>
                </a:cubicBezTo>
                <a:cubicBezTo>
                  <a:pt x="541707" y="163839"/>
                  <a:pt x="546850" y="171554"/>
                  <a:pt x="551613" y="179365"/>
                </a:cubicBezTo>
                <a:close/>
                <a:moveTo>
                  <a:pt x="80601" y="440064"/>
                </a:moveTo>
                <a:cubicBezTo>
                  <a:pt x="76696" y="431777"/>
                  <a:pt x="73267" y="423205"/>
                  <a:pt x="70314" y="414537"/>
                </a:cubicBezTo>
                <a:cubicBezTo>
                  <a:pt x="69076" y="411013"/>
                  <a:pt x="65361" y="409298"/>
                  <a:pt x="61837" y="410441"/>
                </a:cubicBezTo>
                <a:cubicBezTo>
                  <a:pt x="58313" y="411679"/>
                  <a:pt x="56503" y="415394"/>
                  <a:pt x="57741" y="418919"/>
                </a:cubicBezTo>
                <a:cubicBezTo>
                  <a:pt x="60885" y="428062"/>
                  <a:pt x="64504" y="437016"/>
                  <a:pt x="68600" y="445779"/>
                </a:cubicBezTo>
                <a:cubicBezTo>
                  <a:pt x="69743" y="448160"/>
                  <a:pt x="72124" y="449589"/>
                  <a:pt x="74601" y="449589"/>
                </a:cubicBezTo>
                <a:cubicBezTo>
                  <a:pt x="75553" y="449589"/>
                  <a:pt x="76506" y="449398"/>
                  <a:pt x="77458" y="448922"/>
                </a:cubicBezTo>
                <a:cubicBezTo>
                  <a:pt x="80792" y="447398"/>
                  <a:pt x="82221" y="443398"/>
                  <a:pt x="80697" y="440064"/>
                </a:cubicBezTo>
                <a:close/>
                <a:moveTo>
                  <a:pt x="126607" y="508453"/>
                </a:moveTo>
                <a:cubicBezTo>
                  <a:pt x="124131" y="505691"/>
                  <a:pt x="119844" y="505596"/>
                  <a:pt x="117177" y="508072"/>
                </a:cubicBezTo>
                <a:cubicBezTo>
                  <a:pt x="114510" y="510549"/>
                  <a:pt x="114320" y="514835"/>
                  <a:pt x="116796" y="517502"/>
                </a:cubicBezTo>
                <a:cubicBezTo>
                  <a:pt x="123369" y="524551"/>
                  <a:pt x="130322" y="531409"/>
                  <a:pt x="137561" y="537695"/>
                </a:cubicBezTo>
                <a:cubicBezTo>
                  <a:pt x="138799" y="538838"/>
                  <a:pt x="140418" y="539315"/>
                  <a:pt x="141942" y="539315"/>
                </a:cubicBezTo>
                <a:cubicBezTo>
                  <a:pt x="143752" y="539315"/>
                  <a:pt x="145657" y="538552"/>
                  <a:pt x="146991" y="537028"/>
                </a:cubicBezTo>
                <a:cubicBezTo>
                  <a:pt x="149372" y="534266"/>
                  <a:pt x="149181" y="530075"/>
                  <a:pt x="146419" y="527599"/>
                </a:cubicBezTo>
                <a:cubicBezTo>
                  <a:pt x="139561" y="521598"/>
                  <a:pt x="132894" y="515121"/>
                  <a:pt x="126702" y="508358"/>
                </a:cubicBezTo>
                <a:close/>
                <a:moveTo>
                  <a:pt x="48788" y="295284"/>
                </a:moveTo>
                <a:cubicBezTo>
                  <a:pt x="48788" y="295284"/>
                  <a:pt x="49169" y="295284"/>
                  <a:pt x="49264" y="295284"/>
                </a:cubicBezTo>
                <a:cubicBezTo>
                  <a:pt x="52693" y="295284"/>
                  <a:pt x="55646" y="292617"/>
                  <a:pt x="55932" y="289093"/>
                </a:cubicBezTo>
                <a:cubicBezTo>
                  <a:pt x="64504" y="178698"/>
                  <a:pt x="141657" y="84591"/>
                  <a:pt x="248051" y="54492"/>
                </a:cubicBezTo>
                <a:lnTo>
                  <a:pt x="245384" y="106117"/>
                </a:lnTo>
                <a:cubicBezTo>
                  <a:pt x="245193" y="109832"/>
                  <a:pt x="248051" y="112880"/>
                  <a:pt x="251670" y="113166"/>
                </a:cubicBezTo>
                <a:cubicBezTo>
                  <a:pt x="251766" y="113166"/>
                  <a:pt x="251861" y="113166"/>
                  <a:pt x="252051" y="113166"/>
                </a:cubicBezTo>
                <a:cubicBezTo>
                  <a:pt x="255576" y="113166"/>
                  <a:pt x="258528" y="110404"/>
                  <a:pt x="258719" y="106879"/>
                </a:cubicBezTo>
                <a:lnTo>
                  <a:pt x="262148" y="41443"/>
                </a:lnTo>
                <a:cubicBezTo>
                  <a:pt x="262243" y="39061"/>
                  <a:pt x="261195" y="36871"/>
                  <a:pt x="259195" y="35537"/>
                </a:cubicBezTo>
                <a:lnTo>
                  <a:pt x="207855" y="1152"/>
                </a:lnTo>
                <a:cubicBezTo>
                  <a:pt x="204807" y="-944"/>
                  <a:pt x="200616" y="-86"/>
                  <a:pt x="198616" y="2962"/>
                </a:cubicBezTo>
                <a:cubicBezTo>
                  <a:pt x="196521" y="6010"/>
                  <a:pt x="197378" y="10201"/>
                  <a:pt x="200426" y="12201"/>
                </a:cubicBezTo>
                <a:lnTo>
                  <a:pt x="244431" y="41728"/>
                </a:lnTo>
                <a:cubicBezTo>
                  <a:pt x="132608" y="73351"/>
                  <a:pt x="51645" y="172126"/>
                  <a:pt x="42597" y="288140"/>
                </a:cubicBezTo>
                <a:cubicBezTo>
                  <a:pt x="42311" y="291760"/>
                  <a:pt x="45073" y="294998"/>
                  <a:pt x="48693" y="295284"/>
                </a:cubicBezTo>
                <a:close/>
                <a:moveTo>
                  <a:pt x="191377" y="559508"/>
                </a:moveTo>
                <a:cubicBezTo>
                  <a:pt x="183376" y="555031"/>
                  <a:pt x="175470" y="550078"/>
                  <a:pt x="168041" y="544744"/>
                </a:cubicBezTo>
                <a:cubicBezTo>
                  <a:pt x="164993" y="542648"/>
                  <a:pt x="160897" y="543315"/>
                  <a:pt x="158706" y="546363"/>
                </a:cubicBezTo>
                <a:cubicBezTo>
                  <a:pt x="156611" y="549411"/>
                  <a:pt x="157278" y="553507"/>
                  <a:pt x="160326" y="555697"/>
                </a:cubicBezTo>
                <a:cubicBezTo>
                  <a:pt x="168136" y="561222"/>
                  <a:pt x="176423" y="566461"/>
                  <a:pt x="184805" y="571128"/>
                </a:cubicBezTo>
                <a:cubicBezTo>
                  <a:pt x="185853" y="571699"/>
                  <a:pt x="186996" y="571985"/>
                  <a:pt x="188043" y="571985"/>
                </a:cubicBezTo>
                <a:cubicBezTo>
                  <a:pt x="190425" y="571985"/>
                  <a:pt x="192615" y="570747"/>
                  <a:pt x="193854" y="568556"/>
                </a:cubicBezTo>
                <a:cubicBezTo>
                  <a:pt x="195663" y="565318"/>
                  <a:pt x="194520" y="561317"/>
                  <a:pt x="191282" y="559508"/>
                </a:cubicBezTo>
                <a:close/>
                <a:moveTo>
                  <a:pt x="283389" y="590559"/>
                </a:moveTo>
                <a:cubicBezTo>
                  <a:pt x="278436" y="589892"/>
                  <a:pt x="273578" y="589035"/>
                  <a:pt x="268720" y="588083"/>
                </a:cubicBezTo>
                <a:cubicBezTo>
                  <a:pt x="265101" y="587416"/>
                  <a:pt x="261576" y="589702"/>
                  <a:pt x="260910" y="593321"/>
                </a:cubicBezTo>
                <a:cubicBezTo>
                  <a:pt x="260148" y="596941"/>
                  <a:pt x="262529" y="600465"/>
                  <a:pt x="266148" y="601132"/>
                </a:cubicBezTo>
                <a:cubicBezTo>
                  <a:pt x="271197" y="602180"/>
                  <a:pt x="276340" y="603037"/>
                  <a:pt x="281579" y="603799"/>
                </a:cubicBezTo>
                <a:cubicBezTo>
                  <a:pt x="281865" y="603799"/>
                  <a:pt x="282246" y="603799"/>
                  <a:pt x="282531" y="603799"/>
                </a:cubicBezTo>
                <a:cubicBezTo>
                  <a:pt x="285770" y="603799"/>
                  <a:pt x="288627" y="601418"/>
                  <a:pt x="289104" y="598084"/>
                </a:cubicBezTo>
                <a:cubicBezTo>
                  <a:pt x="289580" y="594464"/>
                  <a:pt x="287103" y="591035"/>
                  <a:pt x="283484" y="590559"/>
                </a:cubicBezTo>
                <a:close/>
                <a:moveTo>
                  <a:pt x="241955" y="581224"/>
                </a:moveTo>
                <a:cubicBezTo>
                  <a:pt x="233192" y="578462"/>
                  <a:pt x="224524" y="575319"/>
                  <a:pt x="216047" y="571699"/>
                </a:cubicBezTo>
                <a:cubicBezTo>
                  <a:pt x="212713" y="570271"/>
                  <a:pt x="208713" y="571699"/>
                  <a:pt x="207284" y="575224"/>
                </a:cubicBezTo>
                <a:cubicBezTo>
                  <a:pt x="205855" y="578558"/>
                  <a:pt x="207379" y="582558"/>
                  <a:pt x="210808" y="583987"/>
                </a:cubicBezTo>
                <a:cubicBezTo>
                  <a:pt x="219666" y="587797"/>
                  <a:pt x="228810" y="591130"/>
                  <a:pt x="237954" y="593988"/>
                </a:cubicBezTo>
                <a:cubicBezTo>
                  <a:pt x="238621" y="594178"/>
                  <a:pt x="239288" y="594274"/>
                  <a:pt x="239955" y="594274"/>
                </a:cubicBezTo>
                <a:cubicBezTo>
                  <a:pt x="242812" y="594274"/>
                  <a:pt x="245479" y="592464"/>
                  <a:pt x="246336" y="589607"/>
                </a:cubicBezTo>
                <a:cubicBezTo>
                  <a:pt x="247384" y="586082"/>
                  <a:pt x="245479" y="582368"/>
                  <a:pt x="241955" y="581224"/>
                </a:cubicBezTo>
                <a:close/>
                <a:moveTo>
                  <a:pt x="120225" y="382914"/>
                </a:moveTo>
                <a:cubicBezTo>
                  <a:pt x="120987" y="379295"/>
                  <a:pt x="118701" y="375770"/>
                  <a:pt x="115082" y="375008"/>
                </a:cubicBezTo>
                <a:lnTo>
                  <a:pt x="50502" y="361292"/>
                </a:lnTo>
                <a:cubicBezTo>
                  <a:pt x="48121" y="360721"/>
                  <a:pt x="45740" y="361578"/>
                  <a:pt x="44216" y="363292"/>
                </a:cubicBezTo>
                <a:lnTo>
                  <a:pt x="1734" y="410251"/>
                </a:lnTo>
                <a:cubicBezTo>
                  <a:pt x="-742" y="413013"/>
                  <a:pt x="-552" y="417204"/>
                  <a:pt x="2211" y="419680"/>
                </a:cubicBezTo>
                <a:cubicBezTo>
                  <a:pt x="3449" y="420823"/>
                  <a:pt x="5068" y="421395"/>
                  <a:pt x="6687" y="421395"/>
                </a:cubicBezTo>
                <a:cubicBezTo>
                  <a:pt x="8497" y="421395"/>
                  <a:pt x="10307" y="420633"/>
                  <a:pt x="11640" y="419204"/>
                </a:cubicBezTo>
                <a:lnTo>
                  <a:pt x="47454" y="379580"/>
                </a:lnTo>
                <a:lnTo>
                  <a:pt x="48502" y="384819"/>
                </a:lnTo>
                <a:cubicBezTo>
                  <a:pt x="48883" y="386819"/>
                  <a:pt x="49359" y="388820"/>
                  <a:pt x="49836" y="390820"/>
                </a:cubicBezTo>
                <a:cubicBezTo>
                  <a:pt x="50598" y="393868"/>
                  <a:pt x="53265" y="395963"/>
                  <a:pt x="56313" y="395963"/>
                </a:cubicBezTo>
                <a:cubicBezTo>
                  <a:pt x="56789" y="395963"/>
                  <a:pt x="57360" y="395963"/>
                  <a:pt x="57837" y="395773"/>
                </a:cubicBezTo>
                <a:cubicBezTo>
                  <a:pt x="61456" y="394915"/>
                  <a:pt x="63647" y="391391"/>
                  <a:pt x="62790" y="387772"/>
                </a:cubicBezTo>
                <a:cubicBezTo>
                  <a:pt x="62313" y="385867"/>
                  <a:pt x="61932" y="383962"/>
                  <a:pt x="61551" y="382057"/>
                </a:cubicBezTo>
                <a:lnTo>
                  <a:pt x="60504" y="376818"/>
                </a:lnTo>
                <a:lnTo>
                  <a:pt x="112415" y="387772"/>
                </a:lnTo>
                <a:cubicBezTo>
                  <a:pt x="115939" y="388534"/>
                  <a:pt x="119559" y="386248"/>
                  <a:pt x="120321" y="382628"/>
                </a:cubicBezTo>
                <a:close/>
                <a:moveTo>
                  <a:pt x="594475" y="364054"/>
                </a:moveTo>
                <a:cubicBezTo>
                  <a:pt x="590856" y="363578"/>
                  <a:pt x="587427" y="365959"/>
                  <a:pt x="586855" y="369674"/>
                </a:cubicBezTo>
                <a:cubicBezTo>
                  <a:pt x="570091" y="479116"/>
                  <a:pt x="486176" y="567128"/>
                  <a:pt x="377781" y="589226"/>
                </a:cubicBezTo>
                <a:lnTo>
                  <a:pt x="389402" y="539505"/>
                </a:lnTo>
                <a:cubicBezTo>
                  <a:pt x="390259" y="535886"/>
                  <a:pt x="387973" y="532361"/>
                  <a:pt x="384449" y="531504"/>
                </a:cubicBezTo>
                <a:cubicBezTo>
                  <a:pt x="380829" y="530647"/>
                  <a:pt x="377305" y="532933"/>
                  <a:pt x="376448" y="536457"/>
                </a:cubicBezTo>
                <a:lnTo>
                  <a:pt x="361494" y="600751"/>
                </a:lnTo>
                <a:cubicBezTo>
                  <a:pt x="360922" y="603037"/>
                  <a:pt x="361684" y="605513"/>
                  <a:pt x="363399" y="607133"/>
                </a:cubicBezTo>
                <a:lnTo>
                  <a:pt x="409500" y="650566"/>
                </a:lnTo>
                <a:cubicBezTo>
                  <a:pt x="410738" y="651805"/>
                  <a:pt x="412452" y="652376"/>
                  <a:pt x="414072" y="652376"/>
                </a:cubicBezTo>
                <a:cubicBezTo>
                  <a:pt x="415881" y="652376"/>
                  <a:pt x="417596" y="651710"/>
                  <a:pt x="418929" y="650281"/>
                </a:cubicBezTo>
                <a:cubicBezTo>
                  <a:pt x="421406" y="647614"/>
                  <a:pt x="421311" y="643423"/>
                  <a:pt x="418644" y="640851"/>
                </a:cubicBezTo>
                <a:lnTo>
                  <a:pt x="378162" y="602751"/>
                </a:lnTo>
                <a:cubicBezTo>
                  <a:pt x="378162" y="602751"/>
                  <a:pt x="378734" y="602751"/>
                  <a:pt x="379020" y="602751"/>
                </a:cubicBezTo>
                <a:cubicBezTo>
                  <a:pt x="493605" y="580082"/>
                  <a:pt x="582474" y="487308"/>
                  <a:pt x="600095" y="371865"/>
                </a:cubicBezTo>
                <a:cubicBezTo>
                  <a:pt x="600666" y="368245"/>
                  <a:pt x="598190" y="364816"/>
                  <a:pt x="594475" y="364245"/>
                </a:cubicBezTo>
                <a:close/>
                <a:moveTo>
                  <a:pt x="93555" y="464448"/>
                </a:moveTo>
                <a:cubicBezTo>
                  <a:pt x="91650" y="461305"/>
                  <a:pt x="87555" y="460257"/>
                  <a:pt x="84411" y="462162"/>
                </a:cubicBezTo>
                <a:cubicBezTo>
                  <a:pt x="81268" y="464067"/>
                  <a:pt x="80220" y="468163"/>
                  <a:pt x="82125" y="471306"/>
                </a:cubicBezTo>
                <a:cubicBezTo>
                  <a:pt x="87078" y="479593"/>
                  <a:pt x="92508" y="487594"/>
                  <a:pt x="98318" y="495309"/>
                </a:cubicBezTo>
                <a:cubicBezTo>
                  <a:pt x="99651" y="497023"/>
                  <a:pt x="101652" y="497976"/>
                  <a:pt x="103652" y="497976"/>
                </a:cubicBezTo>
                <a:cubicBezTo>
                  <a:pt x="105081" y="497976"/>
                  <a:pt x="106414" y="497500"/>
                  <a:pt x="107652" y="496642"/>
                </a:cubicBezTo>
                <a:cubicBezTo>
                  <a:pt x="110605" y="494452"/>
                  <a:pt x="111177" y="490261"/>
                  <a:pt x="108986" y="487308"/>
                </a:cubicBezTo>
                <a:cubicBezTo>
                  <a:pt x="103461" y="479974"/>
                  <a:pt x="98318" y="472258"/>
                  <a:pt x="93651" y="464448"/>
                </a:cubicBezTo>
                <a:close/>
              </a:path>
            </a:pathLst>
          </a:custGeom>
          <a:gradFill>
            <a:gsLst>
              <a:gs pos="0">
                <a:schemeClr val="accent2">
                  <a:lumMod val="20000"/>
                  <a:lumOff val="80000"/>
                </a:schemeClr>
              </a:gs>
              <a:gs pos="65000">
                <a:schemeClr val="accent5">
                  <a:lumMod val="20000"/>
                  <a:lumOff val="80000"/>
                </a:schemeClr>
              </a:gs>
              <a:gs pos="100000">
                <a:schemeClr val="accent4">
                  <a:lumMod val="20000"/>
                  <a:lumOff val="80000"/>
                </a:schemeClr>
              </a:gs>
            </a:gsLst>
            <a:lin ang="2400375" scaled="1"/>
          </a:gradFill>
          <a:ln w="9525" cap="flat">
            <a:noFill/>
            <a:prstDash val="solid"/>
            <a:miter/>
          </a:ln>
        </p:spPr>
        <p:txBody>
          <a:bodyPr/>
          <a:lstStyle/>
          <a:p>
            <a:endParaRPr lang="en-US"/>
          </a:p>
        </p:txBody>
      </p:sp>
      <p:sp>
        <p:nvSpPr>
          <p:cNvPr id="15" name="Rectangle 14">
            <a:extLst>
              <a:ext uri="{FF2B5EF4-FFF2-40B4-BE49-F238E27FC236}">
                <a16:creationId xmlns:a16="http://schemas.microsoft.com/office/drawing/2014/main" id="{14B28B1C-2655-057E-458E-5559CE8E5EBF}"/>
              </a:ext>
            </a:extLst>
          </p:cNvPr>
          <p:cNvSpPr/>
          <p:nvPr/>
        </p:nvSpPr>
        <p:spPr bwMode="auto">
          <a:xfrm>
            <a:off x="457200" y="1240475"/>
            <a:ext cx="5598221" cy="1003960"/>
          </a:xfrm>
          <a:prstGeom prst="rect">
            <a:avLst/>
          </a:prstGeom>
          <a:noFill/>
          <a:ln>
            <a:gradFill>
              <a:gsLst>
                <a:gs pos="0">
                  <a:schemeClr val="accent2"/>
                </a:gs>
                <a:gs pos="74000">
                  <a:schemeClr val="accent5"/>
                </a:gs>
                <a:gs pos="100000">
                  <a:schemeClr val="accent4"/>
                </a:gs>
              </a:gsLst>
              <a:lin ang="1800000" scaled="0"/>
            </a:gradFill>
          </a:ln>
          <a:effectLst/>
        </p:spPr>
        <p:txBody>
          <a:bodyPr wrap="square" lIns="0" tIns="0" rIns="0" bIns="0" rtlCol="0" anchor="ctr"/>
          <a:lstStyle/>
          <a:p>
            <a:pPr algn="ctr"/>
            <a:endParaRPr lang="en-US" sz="2400">
              <a:solidFill>
                <a:schemeClr val="bg1"/>
              </a:solidFill>
              <a:latin typeface="Calibri Light" panose="020F0302020204030204" pitchFamily="34" charset="0"/>
              <a:ea typeface="Human Sans ExtraLight" charset="0"/>
              <a:cs typeface="Human Sans ExtraLight" charset="0"/>
            </a:endParaRPr>
          </a:p>
        </p:txBody>
      </p:sp>
      <p:sp>
        <p:nvSpPr>
          <p:cNvPr id="16" name="Rectangle 15">
            <a:extLst>
              <a:ext uri="{FF2B5EF4-FFF2-40B4-BE49-F238E27FC236}">
                <a16:creationId xmlns:a16="http://schemas.microsoft.com/office/drawing/2014/main" id="{D0E8C782-1F14-B20C-7FD2-A33D5558B128}"/>
              </a:ext>
            </a:extLst>
          </p:cNvPr>
          <p:cNvSpPr/>
          <p:nvPr/>
        </p:nvSpPr>
        <p:spPr bwMode="auto">
          <a:xfrm>
            <a:off x="6152705" y="667528"/>
            <a:ext cx="5579047" cy="1586637"/>
          </a:xfrm>
          <a:prstGeom prst="rect">
            <a:avLst/>
          </a:prstGeom>
          <a:noFill/>
          <a:ln>
            <a:gradFill>
              <a:gsLst>
                <a:gs pos="0">
                  <a:schemeClr val="accent2"/>
                </a:gs>
                <a:gs pos="74000">
                  <a:schemeClr val="accent5"/>
                </a:gs>
                <a:gs pos="100000">
                  <a:schemeClr val="accent4"/>
                </a:gs>
              </a:gsLst>
              <a:lin ang="1800000" scaled="0"/>
            </a:gradFill>
          </a:ln>
          <a:effectLst/>
        </p:spPr>
        <p:txBody>
          <a:bodyPr wrap="square" lIns="0" tIns="0" rIns="0" bIns="0" rtlCol="0" anchor="ctr"/>
          <a:lstStyle/>
          <a:p>
            <a:pPr algn="ctr"/>
            <a:endParaRPr lang="en-US" sz="2400">
              <a:solidFill>
                <a:schemeClr val="bg1"/>
              </a:solidFill>
              <a:latin typeface="Calibri Light" panose="020F0302020204030204" pitchFamily="34" charset="0"/>
              <a:ea typeface="Human Sans ExtraLight" charset="0"/>
              <a:cs typeface="Human Sans ExtraLight" charset="0"/>
            </a:endParaRPr>
          </a:p>
        </p:txBody>
      </p:sp>
      <p:sp>
        <p:nvSpPr>
          <p:cNvPr id="28" name="TextBox 27">
            <a:extLst>
              <a:ext uri="{FF2B5EF4-FFF2-40B4-BE49-F238E27FC236}">
                <a16:creationId xmlns:a16="http://schemas.microsoft.com/office/drawing/2014/main" id="{8E0EAE99-9E51-DAF0-8518-4F0A55AB0BE1}"/>
              </a:ext>
            </a:extLst>
          </p:cNvPr>
          <p:cNvSpPr txBox="1"/>
          <p:nvPr/>
        </p:nvSpPr>
        <p:spPr>
          <a:xfrm>
            <a:off x="601186" y="1344974"/>
            <a:ext cx="5146472" cy="794961"/>
          </a:xfrm>
          <a:prstGeom prst="rect">
            <a:avLst/>
          </a:prstGeom>
          <a:noFill/>
        </p:spPr>
        <p:txBody>
          <a:bodyPr wrap="square" lIns="0" tIns="0" rIns="0" bIns="0">
            <a:spAutoFit/>
          </a:bodyPr>
          <a:lstStyle/>
          <a:p>
            <a:pPr lvl="0">
              <a:spcAft>
                <a:spcPts val="600"/>
              </a:spcAft>
            </a:pPr>
            <a:r>
              <a:rPr lang="en-US" sz="2000">
                <a:gradFill>
                  <a:gsLst>
                    <a:gs pos="0">
                      <a:schemeClr val="accent2"/>
                    </a:gs>
                    <a:gs pos="74000">
                      <a:schemeClr val="accent5"/>
                    </a:gs>
                    <a:gs pos="99000">
                      <a:schemeClr val="accent4"/>
                    </a:gs>
                  </a:gsLst>
                  <a:lin ang="2400000" scaled="0"/>
                </a:gradFill>
                <a:latin typeface="Calibri Light" panose="020F0302020204030204" pitchFamily="34" charset="0"/>
                <a:ea typeface="Calibri Light" panose="020F0302020204030204" pitchFamily="34" charset="0"/>
                <a:cs typeface="Calibri Light" panose="020F0302020204030204" pitchFamily="34" charset="0"/>
              </a:rPr>
              <a:t>Challenges for Personal Line Policy System</a:t>
            </a:r>
          </a:p>
          <a:p>
            <a:pPr lvl="0"/>
            <a:r>
              <a:rPr lang="en-US" sz="1333"/>
              <a:t>Increased load require vertical scalability or deploying new instance of RS.</a:t>
            </a:r>
          </a:p>
          <a:p>
            <a:pPr lvl="0"/>
            <a:r>
              <a:rPr lang="en-US" sz="1333"/>
              <a:t>Horizontal scalability requires sticky sessions due to technology limitations. </a:t>
            </a:r>
          </a:p>
        </p:txBody>
      </p:sp>
      <p:pic>
        <p:nvPicPr>
          <p:cNvPr id="20" name="Graphic 19">
            <a:extLst>
              <a:ext uri="{FF2B5EF4-FFF2-40B4-BE49-F238E27FC236}">
                <a16:creationId xmlns:a16="http://schemas.microsoft.com/office/drawing/2014/main" id="{D531A0D3-E203-8A3E-2173-4BF07CBE75F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635269" y="5642514"/>
            <a:ext cx="276225" cy="647700"/>
          </a:xfrm>
          <a:prstGeom prst="rect">
            <a:avLst/>
          </a:prstGeom>
        </p:spPr>
      </p:pic>
      <p:pic>
        <p:nvPicPr>
          <p:cNvPr id="22" name="Graphic 21">
            <a:extLst>
              <a:ext uri="{FF2B5EF4-FFF2-40B4-BE49-F238E27FC236}">
                <a16:creationId xmlns:a16="http://schemas.microsoft.com/office/drawing/2014/main" id="{C4604514-3E4B-9A66-1E58-374F181C1D43}"/>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296351" y="5637752"/>
            <a:ext cx="514350" cy="657225"/>
          </a:xfrm>
          <a:prstGeom prst="rect">
            <a:avLst/>
          </a:prstGeom>
        </p:spPr>
      </p:pic>
      <p:pic>
        <p:nvPicPr>
          <p:cNvPr id="24" name="Graphic 23">
            <a:extLst>
              <a:ext uri="{FF2B5EF4-FFF2-40B4-BE49-F238E27FC236}">
                <a16:creationId xmlns:a16="http://schemas.microsoft.com/office/drawing/2014/main" id="{8BA75149-6AFD-9C80-55E7-FF940F2597AB}"/>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267621" y="5637752"/>
            <a:ext cx="514350" cy="657225"/>
          </a:xfrm>
          <a:prstGeom prst="rect">
            <a:avLst/>
          </a:prstGeom>
        </p:spPr>
      </p:pic>
      <p:pic>
        <p:nvPicPr>
          <p:cNvPr id="26" name="Graphic 25">
            <a:extLst>
              <a:ext uri="{FF2B5EF4-FFF2-40B4-BE49-F238E27FC236}">
                <a16:creationId xmlns:a16="http://schemas.microsoft.com/office/drawing/2014/main" id="{703719BD-452E-4AE7-A7FF-86AAE885B2AA}"/>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008878" y="5642514"/>
            <a:ext cx="600075" cy="647700"/>
          </a:xfrm>
          <a:prstGeom prst="rect">
            <a:avLst/>
          </a:prstGeom>
        </p:spPr>
      </p:pic>
      <p:pic>
        <p:nvPicPr>
          <p:cNvPr id="29" name="Graphic 28">
            <a:extLst>
              <a:ext uri="{FF2B5EF4-FFF2-40B4-BE49-F238E27FC236}">
                <a16:creationId xmlns:a16="http://schemas.microsoft.com/office/drawing/2014/main" id="{F6F260DC-31E3-4959-C69A-1166F61DEC1B}"/>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9110726" y="5637752"/>
            <a:ext cx="514350" cy="657225"/>
          </a:xfrm>
          <a:prstGeom prst="rect">
            <a:avLst/>
          </a:prstGeom>
        </p:spPr>
      </p:pic>
      <p:pic>
        <p:nvPicPr>
          <p:cNvPr id="33" name="Graphic 32">
            <a:extLst>
              <a:ext uri="{FF2B5EF4-FFF2-40B4-BE49-F238E27FC236}">
                <a16:creationId xmlns:a16="http://schemas.microsoft.com/office/drawing/2014/main" id="{0D43CFB4-7FAD-D6FD-6FF4-176480A3D956}"/>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1020301" y="5643777"/>
            <a:ext cx="513364" cy="645174"/>
          </a:xfrm>
          <a:prstGeom prst="rect">
            <a:avLst/>
          </a:prstGeom>
        </p:spPr>
      </p:pic>
      <p:sp>
        <p:nvSpPr>
          <p:cNvPr id="35" name="TextBox 34">
            <a:extLst>
              <a:ext uri="{FF2B5EF4-FFF2-40B4-BE49-F238E27FC236}">
                <a16:creationId xmlns:a16="http://schemas.microsoft.com/office/drawing/2014/main" id="{97A7BF9F-EE71-C1B5-EB50-46462BD09A12}"/>
              </a:ext>
            </a:extLst>
          </p:cNvPr>
          <p:cNvSpPr txBox="1"/>
          <p:nvPr/>
        </p:nvSpPr>
        <p:spPr>
          <a:xfrm>
            <a:off x="2434442" y="2992583"/>
            <a:ext cx="1634637" cy="2877711"/>
          </a:xfrm>
          <a:prstGeom prst="rect">
            <a:avLst/>
          </a:prstGeom>
        </p:spPr>
        <p:txBody>
          <a:bodyPr wrap="square" lIns="0" tIns="0" rIns="0" bIns="0" rtlCol="0">
            <a:spAutoFit/>
          </a:bodyPr>
          <a:lstStyle/>
          <a:p>
            <a:pPr indent="-289537"/>
            <a:r>
              <a:rPr lang="en-US" sz="1100">
                <a:solidFill>
                  <a:srgbClr val="000000"/>
                </a:solidFill>
                <a:latin typeface="Calibri" panose="020F0502020204030204" pitchFamily="34" charset="0"/>
              </a:rPr>
              <a:t>Business logic is spread across the presentation layer, business components, and data access layer. This distribution means that even small changes in one product or Line of Business (</a:t>
            </a:r>
            <a:r>
              <a:rPr lang="en-US" sz="1100" err="1">
                <a:solidFill>
                  <a:srgbClr val="000000"/>
                </a:solidFill>
                <a:latin typeface="Calibri" panose="020F0502020204030204" pitchFamily="34" charset="0"/>
              </a:rPr>
              <a:t>LoB</a:t>
            </a:r>
            <a:r>
              <a:rPr lang="en-US" sz="1100">
                <a:solidFill>
                  <a:srgbClr val="000000"/>
                </a:solidFill>
                <a:latin typeface="Calibri" panose="020F0502020204030204" pitchFamily="34" charset="0"/>
              </a:rPr>
              <a:t>) often require updates across multiple system areas, possibly affecting other products. </a:t>
            </a:r>
          </a:p>
          <a:p>
            <a:pPr indent="-289537"/>
            <a:r>
              <a:rPr lang="en-US" sz="1100">
                <a:solidFill>
                  <a:srgbClr val="000000"/>
                </a:solidFill>
                <a:latin typeface="Calibri" panose="020F0502020204030204" pitchFamily="34" charset="0"/>
              </a:rPr>
              <a:t>For example, accessing or modifying a single policy may involve interacting with numerous related tables, making changes complex, risky, and time-consuming.</a:t>
            </a:r>
          </a:p>
        </p:txBody>
      </p:sp>
      <p:sp>
        <p:nvSpPr>
          <p:cNvPr id="37" name="TextBox 36">
            <a:extLst>
              <a:ext uri="{FF2B5EF4-FFF2-40B4-BE49-F238E27FC236}">
                <a16:creationId xmlns:a16="http://schemas.microsoft.com/office/drawing/2014/main" id="{A19DDFDE-4FD5-D4EE-4898-380E7E86ADA7}"/>
              </a:ext>
            </a:extLst>
          </p:cNvPr>
          <p:cNvSpPr txBox="1"/>
          <p:nvPr/>
        </p:nvSpPr>
        <p:spPr>
          <a:xfrm>
            <a:off x="9999024" y="2992583"/>
            <a:ext cx="1708978" cy="3216265"/>
          </a:xfrm>
          <a:prstGeom prst="rect">
            <a:avLst/>
          </a:prstGeom>
        </p:spPr>
        <p:txBody>
          <a:bodyPr wrap="square" lIns="0" tIns="0" rIns="0" bIns="0" rtlCol="0">
            <a:spAutoFit/>
          </a:bodyPr>
          <a:lstStyle/>
          <a:p>
            <a:r>
              <a:rPr lang="en-US" sz="1100" b="1">
                <a:solidFill>
                  <a:srgbClr val="000000"/>
                </a:solidFill>
                <a:latin typeface="Calibri" panose="020F0502020204030204" pitchFamily="34" charset="0"/>
              </a:rPr>
              <a:t>Producer Management</a:t>
            </a:r>
            <a:r>
              <a:rPr lang="en-US" sz="1100">
                <a:solidFill>
                  <a:srgbClr val="000000"/>
                </a:solidFill>
                <a:latin typeface="Calibri" panose="020F0502020204030204" pitchFamily="34" charset="0"/>
              </a:rPr>
              <a:t>: Relies on external systems like Salesforce, leading to frequent, duplicated updates. Internal management is hindered by a poorly adaptable configuration area.</a:t>
            </a:r>
          </a:p>
          <a:p>
            <a:r>
              <a:rPr lang="en-US" sz="1100" b="1">
                <a:solidFill>
                  <a:srgbClr val="000000"/>
                </a:solidFill>
                <a:latin typeface="Calibri" panose="020F0502020204030204" pitchFamily="34" charset="0"/>
              </a:rPr>
              <a:t>Limited Document Storage (</a:t>
            </a:r>
            <a:r>
              <a:rPr lang="en-US" sz="1100" b="1" err="1">
                <a:solidFill>
                  <a:srgbClr val="000000"/>
                </a:solidFill>
                <a:latin typeface="Calibri" panose="020F0502020204030204" pitchFamily="34" charset="0"/>
              </a:rPr>
              <a:t>ImageRight</a:t>
            </a:r>
            <a:r>
              <a:rPr lang="en-US" sz="1100" b="1">
                <a:solidFill>
                  <a:srgbClr val="000000"/>
                </a:solidFill>
                <a:latin typeface="Calibri" panose="020F0502020204030204" pitchFamily="34" charset="0"/>
              </a:rPr>
              <a:t>)</a:t>
            </a:r>
            <a:r>
              <a:rPr lang="en-US" sz="1100">
                <a:solidFill>
                  <a:srgbClr val="000000"/>
                </a:solidFill>
                <a:latin typeface="Calibri" panose="020F0502020204030204" pitchFamily="34" charset="0"/>
              </a:rPr>
              <a:t>: Few system instances cause conflicts during development and testing.</a:t>
            </a:r>
          </a:p>
          <a:p>
            <a:r>
              <a:rPr lang="en-US" sz="1100" b="1">
                <a:solidFill>
                  <a:srgbClr val="000000"/>
                </a:solidFill>
                <a:latin typeface="Calibri" panose="020F0502020204030204" pitchFamily="34" charset="0"/>
              </a:rPr>
              <a:t>Direct Database Updates</a:t>
            </a:r>
            <a:r>
              <a:rPr lang="en-US" sz="1100">
                <a:solidFill>
                  <a:srgbClr val="000000"/>
                </a:solidFill>
                <a:latin typeface="Calibri" panose="020F0502020204030204" pitchFamily="34" charset="0"/>
              </a:rPr>
              <a:t>: Common but risky practice due to integration issues, with no tracking.</a:t>
            </a:r>
          </a:p>
          <a:p>
            <a:r>
              <a:rPr lang="en-US" sz="1100" b="1">
                <a:solidFill>
                  <a:srgbClr val="000000"/>
                </a:solidFill>
                <a:latin typeface="Calibri" panose="020F0502020204030204" pitchFamily="34" charset="0"/>
              </a:rPr>
              <a:t>VDI Performance</a:t>
            </a:r>
            <a:r>
              <a:rPr lang="en-US" sz="1100">
                <a:solidFill>
                  <a:srgbClr val="000000"/>
                </a:solidFill>
                <a:latin typeface="Calibri" panose="020F0502020204030204" pitchFamily="34" charset="0"/>
              </a:rPr>
              <a:t>: build time increased from 15 minutes   to 1 hour.</a:t>
            </a:r>
            <a:endParaRPr lang="en-US" sz="1100"/>
          </a:p>
        </p:txBody>
      </p:sp>
    </p:spTree>
    <p:extLst>
      <p:ext uri="{BB962C8B-B14F-4D97-AF65-F5344CB8AC3E}">
        <p14:creationId xmlns:p14="http://schemas.microsoft.com/office/powerpoint/2010/main" val="1317459544"/>
      </p:ext>
    </p:extLst>
  </p:cSld>
  <p:clrMapOvr>
    <a:masterClrMapping/>
  </p:clrMapOvr>
  <p:transition/>
  <p:extLst>
    <p:ext uri="{6950BFC3-D8DA-4A85-94F7-54DA5524770B}">
      <p188:commentRel xmlns:p188="http://schemas.microsoft.com/office/powerpoint/2018/8/main" r:id="rId2"/>
    </p:ext>
  </p:extLs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2D3999-B173-0C65-B8F9-11739BC4E214}"/>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02451B71-886C-EBB3-9DE6-A8C43A0D7B06}"/>
              </a:ext>
            </a:extLst>
          </p:cNvPr>
          <p:cNvSpPr/>
          <p:nvPr/>
        </p:nvSpPr>
        <p:spPr bwMode="auto">
          <a:xfrm>
            <a:off x="457199" y="1181100"/>
            <a:ext cx="5540336" cy="5130800"/>
          </a:xfrm>
          <a:prstGeom prst="roundRect">
            <a:avLst>
              <a:gd name="adj" fmla="val 4291"/>
            </a:avLst>
          </a:prstGeom>
          <a:solidFill>
            <a:schemeClr val="bg1">
              <a:lumMod val="95000"/>
            </a:schemeClr>
          </a:solidFill>
          <a:ln>
            <a:noFill/>
          </a:ln>
          <a:effectLst/>
        </p:spPr>
        <p:txBody>
          <a:bodyPr wrap="square" lIns="0" tIns="0" rIns="0" bIns="0" rtlCol="0" anchor="ctr"/>
          <a:lstStyle/>
          <a:p>
            <a:pPr algn="ctr"/>
            <a:endParaRPr lang="en-US" sz="2400">
              <a:solidFill>
                <a:schemeClr val="bg1"/>
              </a:solidFill>
              <a:latin typeface="Calibri Light" panose="020F0302020204030204" pitchFamily="34" charset="0"/>
              <a:ea typeface="Human Sans ExtraLight" charset="0"/>
              <a:cs typeface="Human Sans ExtraLight" charset="0"/>
            </a:endParaRPr>
          </a:p>
        </p:txBody>
      </p:sp>
      <p:sp>
        <p:nvSpPr>
          <p:cNvPr id="5" name="Rectangle: Rounded Corners 4">
            <a:extLst>
              <a:ext uri="{FF2B5EF4-FFF2-40B4-BE49-F238E27FC236}">
                <a16:creationId xmlns:a16="http://schemas.microsoft.com/office/drawing/2014/main" id="{D9DD7105-43DE-1FC5-BEAD-8BB263A6F231}"/>
              </a:ext>
            </a:extLst>
          </p:cNvPr>
          <p:cNvSpPr/>
          <p:nvPr/>
        </p:nvSpPr>
        <p:spPr bwMode="auto">
          <a:xfrm>
            <a:off x="6203098" y="1181100"/>
            <a:ext cx="5540336" cy="5130800"/>
          </a:xfrm>
          <a:prstGeom prst="roundRect">
            <a:avLst>
              <a:gd name="adj" fmla="val 4291"/>
            </a:avLst>
          </a:prstGeom>
          <a:gradFill>
            <a:gsLst>
              <a:gs pos="0">
                <a:schemeClr val="accent2">
                  <a:lumMod val="20000"/>
                  <a:lumOff val="80000"/>
                </a:schemeClr>
              </a:gs>
              <a:gs pos="67000">
                <a:schemeClr val="accent5">
                  <a:lumMod val="20000"/>
                  <a:lumOff val="80000"/>
                </a:schemeClr>
              </a:gs>
              <a:gs pos="100000">
                <a:schemeClr val="accent4">
                  <a:lumMod val="20000"/>
                  <a:lumOff val="80000"/>
                </a:schemeClr>
              </a:gs>
            </a:gsLst>
            <a:lin ang="2399884" scaled="1"/>
          </a:gradFill>
          <a:ln w="15875">
            <a:gradFill>
              <a:gsLst>
                <a:gs pos="0">
                  <a:schemeClr val="accent2"/>
                </a:gs>
                <a:gs pos="74000">
                  <a:schemeClr val="accent5"/>
                </a:gs>
                <a:gs pos="100000">
                  <a:schemeClr val="accent4"/>
                </a:gs>
              </a:gsLst>
              <a:lin ang="1800000" scaled="0"/>
            </a:gradFill>
          </a:ln>
          <a:effectLst>
            <a:outerShdw blurRad="127000" sx="102000" sy="102000" algn="ctr" rotWithShape="0">
              <a:prstClr val="black">
                <a:alpha val="5000"/>
              </a:prstClr>
            </a:outerShdw>
          </a:effectLst>
        </p:spPr>
        <p:txBody>
          <a:bodyPr wrap="square" lIns="0" tIns="0" rIns="0" bIns="0" rtlCol="0" anchor="ctr"/>
          <a:lstStyle/>
          <a:p>
            <a:pPr algn="ctr"/>
            <a:endParaRPr lang="en-US" sz="2400">
              <a:solidFill>
                <a:schemeClr val="bg1"/>
              </a:solidFill>
              <a:latin typeface="Calibri Light" panose="020F0302020204030204" pitchFamily="34" charset="0"/>
              <a:ea typeface="Human Sans ExtraLight" charset="0"/>
              <a:cs typeface="Human Sans ExtraLight" charset="0"/>
            </a:endParaRPr>
          </a:p>
        </p:txBody>
      </p:sp>
      <p:sp>
        <p:nvSpPr>
          <p:cNvPr id="2" name="Title 1">
            <a:extLst>
              <a:ext uri="{FF2B5EF4-FFF2-40B4-BE49-F238E27FC236}">
                <a16:creationId xmlns:a16="http://schemas.microsoft.com/office/drawing/2014/main" id="{F07F2C78-2119-860D-2EBB-1525C9A523F1}"/>
              </a:ext>
            </a:extLst>
          </p:cNvPr>
          <p:cNvSpPr>
            <a:spLocks noGrp="1"/>
          </p:cNvSpPr>
          <p:nvPr>
            <p:ph type="title"/>
          </p:nvPr>
        </p:nvSpPr>
        <p:spPr/>
        <p:txBody>
          <a:bodyPr/>
          <a:lstStyle/>
          <a:p>
            <a:r>
              <a:rPr lang="en-US"/>
              <a:t>Strategic Technical Direction to Consider…</a:t>
            </a:r>
          </a:p>
        </p:txBody>
      </p:sp>
      <p:sp>
        <p:nvSpPr>
          <p:cNvPr id="3" name="Text Placeholder 2">
            <a:extLst>
              <a:ext uri="{FF2B5EF4-FFF2-40B4-BE49-F238E27FC236}">
                <a16:creationId xmlns:a16="http://schemas.microsoft.com/office/drawing/2014/main" id="{59C9E233-247A-77C0-B39D-EB9C614EC789}"/>
              </a:ext>
            </a:extLst>
          </p:cNvPr>
          <p:cNvSpPr>
            <a:spLocks noGrp="1"/>
          </p:cNvSpPr>
          <p:nvPr>
            <p:ph type="body" sz="quarter" idx="15"/>
          </p:nvPr>
        </p:nvSpPr>
        <p:spPr/>
        <p:txBody>
          <a:bodyPr/>
          <a:lstStyle/>
          <a:p>
            <a:r>
              <a:rPr lang="en-US"/>
              <a:t>Project Rambo</a:t>
            </a:r>
          </a:p>
        </p:txBody>
      </p:sp>
      <p:sp>
        <p:nvSpPr>
          <p:cNvPr id="6" name="Text Placeholder 21">
            <a:extLst>
              <a:ext uri="{FF2B5EF4-FFF2-40B4-BE49-F238E27FC236}">
                <a16:creationId xmlns:a16="http://schemas.microsoft.com/office/drawing/2014/main" id="{CED47690-2506-8766-C3AD-DB403B419803}"/>
              </a:ext>
            </a:extLst>
          </p:cNvPr>
          <p:cNvSpPr txBox="1">
            <a:spLocks/>
          </p:cNvSpPr>
          <p:nvPr/>
        </p:nvSpPr>
        <p:spPr>
          <a:xfrm>
            <a:off x="6550106" y="2271011"/>
            <a:ext cx="4846320" cy="361742"/>
          </a:xfrm>
          <a:prstGeom prst="roundRect">
            <a:avLst>
              <a:gd name="adj" fmla="val 50000"/>
            </a:avLst>
          </a:prstGeom>
          <a:gradFill>
            <a:gsLst>
              <a:gs pos="0">
                <a:schemeClr val="accent2"/>
              </a:gs>
              <a:gs pos="67000">
                <a:schemeClr val="accent5"/>
              </a:gs>
              <a:gs pos="100000">
                <a:schemeClr val="accent4"/>
              </a:gs>
            </a:gsLst>
            <a:lin ang="1200000" scaled="0"/>
          </a:gradFill>
        </p:spPr>
        <p:txBody>
          <a:bodyPr wrap="square" lIns="91440" tIns="0" rIns="0" bIns="0" anchor="ctr">
            <a:spAutoFit/>
          </a:bodyPr>
          <a:lstStyle>
            <a:lvl1pPr marL="0" indent="0" algn="l" defTabSz="1097280" rtl="0" eaLnBrk="1" latinLnBrk="0" hangingPunct="1">
              <a:lnSpc>
                <a:spcPct val="110000"/>
              </a:lnSpc>
              <a:spcBef>
                <a:spcPts val="720"/>
              </a:spcBef>
              <a:spcAft>
                <a:spcPct val="0"/>
              </a:spcAft>
              <a:buFont typeface="Arial" panose="020B0604020202020204" pitchFamily="34" charset="0"/>
              <a:buNone/>
              <a:defRPr sz="1920" b="0" i="0" kern="1200">
                <a:solidFill>
                  <a:schemeClr val="tx1"/>
                </a:solidFill>
                <a:latin typeface="+mn-lt"/>
                <a:ea typeface="Calibri" panose="020F0502020204030204" pitchFamily="34" charset="0"/>
                <a:cs typeface="Calibri" panose="020F0502020204030204" pitchFamily="34" charset="0"/>
              </a:defRPr>
            </a:lvl1pPr>
            <a:lvl2pPr marL="304560" indent="-302400" algn="l" defTabSz="1097280" rtl="0" eaLnBrk="1" latinLnBrk="0" hangingPunct="1">
              <a:lnSpc>
                <a:spcPct val="100000"/>
              </a:lnSpc>
              <a:spcBef>
                <a:spcPts val="720"/>
              </a:spcBef>
              <a:spcAft>
                <a:spcPts val="720"/>
              </a:spcAft>
              <a:buClr>
                <a:schemeClr val="tx1"/>
              </a:buClr>
              <a:buFont typeface="Arial" panose="020B0604020202020204" pitchFamily="34" charset="0"/>
              <a:buChar char="•"/>
              <a:defRPr sz="1920" b="0" i="0" kern="1200">
                <a:solidFill>
                  <a:schemeClr val="tx1"/>
                </a:solidFill>
                <a:latin typeface="+mn-lt"/>
                <a:ea typeface="Calibri" panose="020F0502020204030204" pitchFamily="34" charset="0"/>
                <a:cs typeface="Calibri" panose="020F0502020204030204" pitchFamily="34" charset="0"/>
              </a:defRPr>
            </a:lvl2pPr>
            <a:lvl3pPr marL="604800" indent="-302400" algn="l" defTabSz="1097280" rtl="0" eaLnBrk="1" latinLnBrk="0" hangingPunct="1">
              <a:lnSpc>
                <a:spcPct val="100000"/>
              </a:lnSpc>
              <a:spcBef>
                <a:spcPts val="720"/>
              </a:spcBef>
              <a:spcAft>
                <a:spcPts val="720"/>
              </a:spcAft>
              <a:buFont typeface="Courier New" panose="02070309020205020404" pitchFamily="49" charset="0"/>
              <a:buChar char="o"/>
              <a:defRPr sz="1680" b="0" i="0" kern="1200">
                <a:solidFill>
                  <a:schemeClr val="tx1"/>
                </a:solidFill>
                <a:latin typeface="+mn-lt"/>
                <a:ea typeface="Calibri" panose="020F0502020204030204" pitchFamily="34" charset="0"/>
                <a:cs typeface="Calibri" panose="020F0502020204030204" pitchFamily="34" charset="0"/>
              </a:defRPr>
            </a:lvl3pPr>
            <a:lvl4pPr marL="1920240" indent="-274320" algn="l" defTabSz="1097280" rtl="0" eaLnBrk="1" latinLnBrk="0" hangingPunct="1">
              <a:lnSpc>
                <a:spcPct val="110000"/>
              </a:lnSpc>
              <a:spcBef>
                <a:spcPts val="720"/>
              </a:spcBef>
              <a:spcAft>
                <a:spcPct val="0"/>
              </a:spcAft>
              <a:buFont typeface="Arial" panose="020B0604020202020204" pitchFamily="34" charset="0"/>
              <a:buChar char="•"/>
              <a:defRPr sz="1920" b="0" i="0" kern="1200">
                <a:solidFill>
                  <a:schemeClr val="tx1"/>
                </a:solidFill>
                <a:latin typeface="+mn-lt"/>
                <a:ea typeface="Calibri" panose="020F0502020204030204" pitchFamily="34" charset="0"/>
                <a:cs typeface="Calibri" panose="020F0502020204030204" pitchFamily="34" charset="0"/>
              </a:defRPr>
            </a:lvl4pPr>
            <a:lvl5pPr marL="2468880" indent="-274320" algn="l" defTabSz="1097280" rtl="0" eaLnBrk="1" latinLnBrk="0" hangingPunct="1">
              <a:lnSpc>
                <a:spcPct val="110000"/>
              </a:lnSpc>
              <a:spcBef>
                <a:spcPts val="720"/>
              </a:spcBef>
              <a:spcAft>
                <a:spcPct val="0"/>
              </a:spcAft>
              <a:buFont typeface="Arial" panose="020B0604020202020204" pitchFamily="34" charset="0"/>
              <a:buChar char="•"/>
              <a:defRPr sz="1920" b="0" i="0" kern="1200">
                <a:solidFill>
                  <a:schemeClr val="tx1"/>
                </a:solidFill>
                <a:latin typeface="+mn-lt"/>
                <a:ea typeface="Calibri" panose="020F0502020204030204" pitchFamily="34" charset="0"/>
                <a:cs typeface="Calibri" panose="020F0502020204030204" pitchFamily="34" charset="0"/>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a:lstStyle>
          <a:p>
            <a:pPr algn="ctr"/>
            <a:r>
              <a:rPr lang="en-GB" sz="1600" b="1">
                <a:solidFill>
                  <a:schemeClr val="bg1"/>
                </a:solidFill>
              </a:rPr>
              <a:t>Incremental modernization of the existing system</a:t>
            </a:r>
          </a:p>
        </p:txBody>
      </p:sp>
      <p:sp>
        <p:nvSpPr>
          <p:cNvPr id="7" name="Text Placeholder 22">
            <a:extLst>
              <a:ext uri="{FF2B5EF4-FFF2-40B4-BE49-F238E27FC236}">
                <a16:creationId xmlns:a16="http://schemas.microsoft.com/office/drawing/2014/main" id="{7F58D74A-0BF6-6555-50C0-062B1C439209}"/>
              </a:ext>
            </a:extLst>
          </p:cNvPr>
          <p:cNvSpPr txBox="1">
            <a:spLocks/>
          </p:cNvSpPr>
          <p:nvPr/>
        </p:nvSpPr>
        <p:spPr>
          <a:xfrm>
            <a:off x="6673768" y="2830786"/>
            <a:ext cx="4522968" cy="3323987"/>
          </a:xfrm>
          <a:prstGeom prst="rect">
            <a:avLst/>
          </a:prstGeom>
        </p:spPr>
        <p:txBody>
          <a:bodyPr wrap="square" lIns="0" tIns="0" rIns="0" bIns="0">
            <a:spAutoFit/>
          </a:bodyPr>
          <a:lstStyle>
            <a:lvl1pPr marL="0" indent="0" algn="l" defTabSz="1097280" rtl="0" eaLnBrk="1" latinLnBrk="0" hangingPunct="1">
              <a:lnSpc>
                <a:spcPct val="110000"/>
              </a:lnSpc>
              <a:spcBef>
                <a:spcPts val="720"/>
              </a:spcBef>
              <a:spcAft>
                <a:spcPct val="0"/>
              </a:spcAft>
              <a:buFont typeface="Arial" panose="020B0604020202020204" pitchFamily="34" charset="0"/>
              <a:buNone/>
              <a:defRPr sz="1920" b="0" i="0" kern="1200">
                <a:solidFill>
                  <a:schemeClr val="tx1"/>
                </a:solidFill>
                <a:latin typeface="+mn-lt"/>
                <a:ea typeface="Calibri" panose="020F0502020204030204" pitchFamily="34" charset="0"/>
                <a:cs typeface="Calibri" panose="020F0502020204030204" pitchFamily="34" charset="0"/>
              </a:defRPr>
            </a:lvl1pPr>
            <a:lvl2pPr marL="304560" indent="-302400" algn="l" defTabSz="1097280" rtl="0" eaLnBrk="1" latinLnBrk="0" hangingPunct="1">
              <a:lnSpc>
                <a:spcPct val="100000"/>
              </a:lnSpc>
              <a:spcBef>
                <a:spcPts val="720"/>
              </a:spcBef>
              <a:spcAft>
                <a:spcPts val="720"/>
              </a:spcAft>
              <a:buClr>
                <a:schemeClr val="tx1"/>
              </a:buClr>
              <a:buFont typeface="Arial" panose="020B0604020202020204" pitchFamily="34" charset="0"/>
              <a:buChar char="•"/>
              <a:defRPr sz="1920" b="0" i="0" kern="1200">
                <a:solidFill>
                  <a:schemeClr val="tx1"/>
                </a:solidFill>
                <a:latin typeface="+mn-lt"/>
                <a:ea typeface="Calibri" panose="020F0502020204030204" pitchFamily="34" charset="0"/>
                <a:cs typeface="Calibri" panose="020F0502020204030204" pitchFamily="34" charset="0"/>
              </a:defRPr>
            </a:lvl2pPr>
            <a:lvl3pPr marL="604800" indent="-302400" algn="l" defTabSz="1097280" rtl="0" eaLnBrk="1" latinLnBrk="0" hangingPunct="1">
              <a:lnSpc>
                <a:spcPct val="100000"/>
              </a:lnSpc>
              <a:spcBef>
                <a:spcPts val="720"/>
              </a:spcBef>
              <a:spcAft>
                <a:spcPts val="720"/>
              </a:spcAft>
              <a:buFont typeface="Courier New" panose="02070309020205020404" pitchFamily="49" charset="0"/>
              <a:buChar char="o"/>
              <a:defRPr sz="1680" b="0" i="0" kern="1200">
                <a:solidFill>
                  <a:schemeClr val="tx1"/>
                </a:solidFill>
                <a:latin typeface="+mn-lt"/>
                <a:ea typeface="Calibri" panose="020F0502020204030204" pitchFamily="34" charset="0"/>
                <a:cs typeface="Calibri" panose="020F0502020204030204" pitchFamily="34" charset="0"/>
              </a:defRPr>
            </a:lvl3pPr>
            <a:lvl4pPr marL="1920240" indent="-274320" algn="l" defTabSz="1097280" rtl="0" eaLnBrk="1" latinLnBrk="0" hangingPunct="1">
              <a:lnSpc>
                <a:spcPct val="110000"/>
              </a:lnSpc>
              <a:spcBef>
                <a:spcPts val="720"/>
              </a:spcBef>
              <a:spcAft>
                <a:spcPct val="0"/>
              </a:spcAft>
              <a:buFont typeface="Arial" panose="020B0604020202020204" pitchFamily="34" charset="0"/>
              <a:buChar char="•"/>
              <a:defRPr sz="1920" b="0" i="0" kern="1200">
                <a:solidFill>
                  <a:schemeClr val="tx1"/>
                </a:solidFill>
                <a:latin typeface="+mn-lt"/>
                <a:ea typeface="Calibri" panose="020F0502020204030204" pitchFamily="34" charset="0"/>
                <a:cs typeface="Calibri" panose="020F0502020204030204" pitchFamily="34" charset="0"/>
              </a:defRPr>
            </a:lvl4pPr>
            <a:lvl5pPr marL="2468880" indent="-274320" algn="l" defTabSz="1097280" rtl="0" eaLnBrk="1" latinLnBrk="0" hangingPunct="1">
              <a:lnSpc>
                <a:spcPct val="110000"/>
              </a:lnSpc>
              <a:spcBef>
                <a:spcPts val="720"/>
              </a:spcBef>
              <a:spcAft>
                <a:spcPct val="0"/>
              </a:spcAft>
              <a:buFont typeface="Arial" panose="020B0604020202020204" pitchFamily="34" charset="0"/>
              <a:buChar char="•"/>
              <a:defRPr sz="1920" b="0" i="0" kern="1200">
                <a:solidFill>
                  <a:schemeClr val="tx1"/>
                </a:solidFill>
                <a:latin typeface="+mn-lt"/>
                <a:ea typeface="Calibri" panose="020F0502020204030204" pitchFamily="34" charset="0"/>
                <a:cs typeface="Calibri" panose="020F0502020204030204" pitchFamily="34" charset="0"/>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a:lstStyle>
          <a:p>
            <a:pPr>
              <a:lnSpc>
                <a:spcPct val="100000"/>
              </a:lnSpc>
              <a:spcBef>
                <a:spcPts val="0"/>
              </a:spcBef>
              <a:spcAft>
                <a:spcPts val="600"/>
              </a:spcAft>
            </a:pPr>
            <a:r>
              <a:rPr lang="en-PL" sz="1400" b="1">
                <a:gradFill>
                  <a:gsLst>
                    <a:gs pos="0">
                      <a:schemeClr val="accent2"/>
                    </a:gs>
                    <a:gs pos="67000">
                      <a:schemeClr val="accent5"/>
                    </a:gs>
                    <a:gs pos="100000">
                      <a:schemeClr val="accent4"/>
                    </a:gs>
                  </a:gsLst>
                  <a:lin ang="1200000" scaled="0"/>
                </a:gradFill>
              </a:rPr>
              <a:t>Based on Split &amp; Modernization outcome there are recommended steps for iterative improvements</a:t>
            </a:r>
            <a:r>
              <a:rPr lang="pl-PL" sz="1400" b="1">
                <a:gradFill>
                  <a:gsLst>
                    <a:gs pos="0">
                      <a:schemeClr val="accent2"/>
                    </a:gs>
                    <a:gs pos="67000">
                      <a:schemeClr val="accent5"/>
                    </a:gs>
                    <a:gs pos="100000">
                      <a:schemeClr val="accent4"/>
                    </a:gs>
                  </a:gsLst>
                  <a:lin ang="1200000" scaled="0"/>
                </a:gradFill>
              </a:rPr>
              <a:t>:</a:t>
            </a:r>
            <a:endParaRPr lang="en-GB" sz="1400" b="1">
              <a:gradFill>
                <a:gsLst>
                  <a:gs pos="0">
                    <a:schemeClr val="accent2"/>
                  </a:gs>
                  <a:gs pos="67000">
                    <a:schemeClr val="accent5"/>
                  </a:gs>
                  <a:gs pos="100000">
                    <a:schemeClr val="accent4"/>
                  </a:gs>
                </a:gsLst>
                <a:lin ang="1200000" scaled="0"/>
              </a:gradFill>
            </a:endParaRPr>
          </a:p>
          <a:p>
            <a:pPr marL="171450" indent="-171450">
              <a:lnSpc>
                <a:spcPct val="100000"/>
              </a:lnSpc>
              <a:spcBef>
                <a:spcPts val="0"/>
              </a:spcBef>
              <a:spcAft>
                <a:spcPts val="300"/>
              </a:spcAft>
              <a:buFont typeface="Arial" panose="020B0604020202020204" pitchFamily="34" charset="0"/>
              <a:buChar char="•"/>
            </a:pPr>
            <a:r>
              <a:rPr lang="en-GB" sz="1200"/>
              <a:t>Introduce Business Layer API that operates on business-level objects (e.g., a full policy transaction as a single entity rather than multiple atomic components).</a:t>
            </a:r>
          </a:p>
          <a:p>
            <a:pPr marL="171450" indent="-171450">
              <a:lnSpc>
                <a:spcPct val="100000"/>
              </a:lnSpc>
              <a:spcBef>
                <a:spcPts val="0"/>
              </a:spcBef>
              <a:spcAft>
                <a:spcPts val="300"/>
              </a:spcAft>
              <a:buFont typeface="Arial" panose="020B0604020202020204" pitchFamily="34" charset="0"/>
              <a:buChar char="•"/>
            </a:pPr>
            <a:r>
              <a:rPr lang="en-GB" sz="1200"/>
              <a:t>Build API required for lifecycle, rating, and integration layers to have them aligned with further system extensions.</a:t>
            </a:r>
          </a:p>
          <a:p>
            <a:pPr marL="171450" indent="-171450">
              <a:lnSpc>
                <a:spcPct val="100000"/>
              </a:lnSpc>
              <a:spcBef>
                <a:spcPts val="0"/>
              </a:spcBef>
              <a:spcAft>
                <a:spcPts val="300"/>
              </a:spcAft>
              <a:buFont typeface="Arial" panose="020B0604020202020204" pitchFamily="34" charset="0"/>
              <a:buChar char="•"/>
            </a:pPr>
            <a:r>
              <a:rPr lang="en-GB" sz="1200"/>
              <a:t>Standardize Product Configuration API based on the current product experience and further extensions.</a:t>
            </a:r>
          </a:p>
          <a:p>
            <a:pPr marL="171450" indent="-171450">
              <a:lnSpc>
                <a:spcPct val="100000"/>
              </a:lnSpc>
              <a:spcBef>
                <a:spcPts val="0"/>
              </a:spcBef>
              <a:spcAft>
                <a:spcPts val="300"/>
              </a:spcAft>
              <a:buFont typeface="Arial" panose="020B0604020202020204" pitchFamily="34" charset="0"/>
              <a:buChar char="•"/>
            </a:pPr>
            <a:r>
              <a:rPr lang="en-GB" sz="1200"/>
              <a:t>Select an appropriate business validation approach that works independently in both the presentation and backend layers. Design a standalone Rule API subsystem.</a:t>
            </a:r>
          </a:p>
          <a:p>
            <a:pPr marL="171450" indent="-171450">
              <a:lnSpc>
                <a:spcPct val="100000"/>
              </a:lnSpc>
              <a:spcBef>
                <a:spcPts val="0"/>
              </a:spcBef>
              <a:spcAft>
                <a:spcPts val="300"/>
              </a:spcAft>
              <a:buFont typeface="Arial" panose="020B0604020202020204" pitchFamily="34" charset="0"/>
              <a:buChar char="•"/>
            </a:pPr>
            <a:r>
              <a:rPr lang="en-GB" sz="1200"/>
              <a:t>Enhance security layer to meet modern standards, deployment models, and service capabilities.</a:t>
            </a:r>
          </a:p>
          <a:p>
            <a:pPr marL="171450" indent="-171450">
              <a:lnSpc>
                <a:spcPct val="100000"/>
              </a:lnSpc>
              <a:spcBef>
                <a:spcPts val="0"/>
              </a:spcBef>
              <a:spcAft>
                <a:spcPts val="300"/>
              </a:spcAft>
              <a:buFont typeface="Arial" panose="020B0604020202020204" pitchFamily="34" charset="0"/>
              <a:buChar char="•"/>
            </a:pPr>
            <a:r>
              <a:rPr lang="en-GB" sz="1200"/>
              <a:t>Adopt the appropriate UI architecture for future development.</a:t>
            </a:r>
          </a:p>
          <a:p>
            <a:pPr marL="171450" indent="-171450">
              <a:lnSpc>
                <a:spcPct val="100000"/>
              </a:lnSpc>
              <a:spcBef>
                <a:spcPts val="0"/>
              </a:spcBef>
              <a:spcAft>
                <a:spcPts val="300"/>
              </a:spcAft>
              <a:buFont typeface="Arial" panose="020B0604020202020204" pitchFamily="34" charset="0"/>
              <a:buChar char="•"/>
            </a:pPr>
            <a:r>
              <a:rPr lang="en-GB" sz="1200"/>
              <a:t>Migrate common components to the new approach</a:t>
            </a:r>
          </a:p>
        </p:txBody>
      </p:sp>
      <p:pic>
        <p:nvPicPr>
          <p:cNvPr id="17" name="Picture 16" descr="A blue and purple gear with squares and arrows&#10;&#10;AI-generated content may be incorrect.">
            <a:extLst>
              <a:ext uri="{FF2B5EF4-FFF2-40B4-BE49-F238E27FC236}">
                <a16:creationId xmlns:a16="http://schemas.microsoft.com/office/drawing/2014/main" id="{D32AEFFF-6750-DE43-4329-E50A808FB417}"/>
              </a:ext>
            </a:extLst>
          </p:cNvPr>
          <p:cNvPicPr>
            <a:picLocks noChangeAspect="1"/>
          </p:cNvPicPr>
          <p:nvPr/>
        </p:nvPicPr>
        <p:blipFill>
          <a:blip r:embed="rId4"/>
          <a:stretch>
            <a:fillRect/>
          </a:stretch>
        </p:blipFill>
        <p:spPr>
          <a:xfrm>
            <a:off x="8563638" y="1273921"/>
            <a:ext cx="819257" cy="819257"/>
          </a:xfrm>
          <a:prstGeom prst="rect">
            <a:avLst/>
          </a:prstGeom>
        </p:spPr>
      </p:pic>
      <p:sp>
        <p:nvSpPr>
          <p:cNvPr id="8" name="Text Placeholder 19">
            <a:extLst>
              <a:ext uri="{FF2B5EF4-FFF2-40B4-BE49-F238E27FC236}">
                <a16:creationId xmlns:a16="http://schemas.microsoft.com/office/drawing/2014/main" id="{8856AECE-6856-F909-CD9C-0B4EC5BFEC88}"/>
              </a:ext>
            </a:extLst>
          </p:cNvPr>
          <p:cNvSpPr txBox="1">
            <a:spLocks/>
          </p:cNvSpPr>
          <p:nvPr/>
        </p:nvSpPr>
        <p:spPr>
          <a:xfrm>
            <a:off x="804207" y="2271011"/>
            <a:ext cx="4846320" cy="361742"/>
          </a:xfrm>
          <a:prstGeom prst="roundRect">
            <a:avLst>
              <a:gd name="adj" fmla="val 50000"/>
            </a:avLst>
          </a:prstGeom>
          <a:solidFill>
            <a:schemeClr val="tx2"/>
          </a:solidFill>
        </p:spPr>
        <p:txBody>
          <a:bodyPr wrap="square" lIns="91440" tIns="0" rIns="0" bIns="0" anchor="ctr">
            <a:spAutoFit/>
          </a:bodyPr>
          <a:lstStyle>
            <a:lvl1pPr marL="0" indent="0" algn="l" defTabSz="1097280" rtl="0" eaLnBrk="1" latinLnBrk="0" hangingPunct="1">
              <a:lnSpc>
                <a:spcPct val="110000"/>
              </a:lnSpc>
              <a:spcBef>
                <a:spcPts val="720"/>
              </a:spcBef>
              <a:spcAft>
                <a:spcPct val="0"/>
              </a:spcAft>
              <a:buFont typeface="Arial" panose="020B0604020202020204" pitchFamily="34" charset="0"/>
              <a:buNone/>
              <a:defRPr sz="1920" b="0" i="0" kern="1200">
                <a:solidFill>
                  <a:schemeClr val="tx1"/>
                </a:solidFill>
                <a:latin typeface="+mn-lt"/>
                <a:ea typeface="Calibri" panose="020F0502020204030204" pitchFamily="34" charset="0"/>
                <a:cs typeface="Calibri" panose="020F0502020204030204" pitchFamily="34" charset="0"/>
              </a:defRPr>
            </a:lvl1pPr>
            <a:lvl2pPr marL="304560" indent="-302400" algn="l" defTabSz="1097280" rtl="0" eaLnBrk="1" latinLnBrk="0" hangingPunct="1">
              <a:lnSpc>
                <a:spcPct val="100000"/>
              </a:lnSpc>
              <a:spcBef>
                <a:spcPts val="720"/>
              </a:spcBef>
              <a:spcAft>
                <a:spcPts val="720"/>
              </a:spcAft>
              <a:buClr>
                <a:schemeClr val="tx1"/>
              </a:buClr>
              <a:buFont typeface="Arial" panose="020B0604020202020204" pitchFamily="34" charset="0"/>
              <a:buChar char="•"/>
              <a:defRPr sz="1920" b="0" i="0" kern="1200">
                <a:solidFill>
                  <a:schemeClr val="tx1"/>
                </a:solidFill>
                <a:latin typeface="+mn-lt"/>
                <a:ea typeface="Calibri" panose="020F0502020204030204" pitchFamily="34" charset="0"/>
                <a:cs typeface="Calibri" panose="020F0502020204030204" pitchFamily="34" charset="0"/>
              </a:defRPr>
            </a:lvl2pPr>
            <a:lvl3pPr marL="604800" indent="-302400" algn="l" defTabSz="1097280" rtl="0" eaLnBrk="1" latinLnBrk="0" hangingPunct="1">
              <a:lnSpc>
                <a:spcPct val="100000"/>
              </a:lnSpc>
              <a:spcBef>
                <a:spcPts val="720"/>
              </a:spcBef>
              <a:spcAft>
                <a:spcPts val="720"/>
              </a:spcAft>
              <a:buFont typeface="Courier New" panose="02070309020205020404" pitchFamily="49" charset="0"/>
              <a:buChar char="o"/>
              <a:defRPr sz="1680" b="0" i="0" kern="1200">
                <a:solidFill>
                  <a:schemeClr val="tx1"/>
                </a:solidFill>
                <a:latin typeface="+mn-lt"/>
                <a:ea typeface="Calibri" panose="020F0502020204030204" pitchFamily="34" charset="0"/>
                <a:cs typeface="Calibri" panose="020F0502020204030204" pitchFamily="34" charset="0"/>
              </a:defRPr>
            </a:lvl3pPr>
            <a:lvl4pPr marL="1920240" indent="-274320" algn="l" defTabSz="1097280" rtl="0" eaLnBrk="1" latinLnBrk="0" hangingPunct="1">
              <a:lnSpc>
                <a:spcPct val="110000"/>
              </a:lnSpc>
              <a:spcBef>
                <a:spcPts val="720"/>
              </a:spcBef>
              <a:spcAft>
                <a:spcPct val="0"/>
              </a:spcAft>
              <a:buFont typeface="Arial" panose="020B0604020202020204" pitchFamily="34" charset="0"/>
              <a:buChar char="•"/>
              <a:defRPr sz="1920" b="0" i="0" kern="1200">
                <a:solidFill>
                  <a:schemeClr val="tx1"/>
                </a:solidFill>
                <a:latin typeface="+mn-lt"/>
                <a:ea typeface="Calibri" panose="020F0502020204030204" pitchFamily="34" charset="0"/>
                <a:cs typeface="Calibri" panose="020F0502020204030204" pitchFamily="34" charset="0"/>
              </a:defRPr>
            </a:lvl4pPr>
            <a:lvl5pPr marL="2468880" indent="-274320" algn="l" defTabSz="1097280" rtl="0" eaLnBrk="1" latinLnBrk="0" hangingPunct="1">
              <a:lnSpc>
                <a:spcPct val="110000"/>
              </a:lnSpc>
              <a:spcBef>
                <a:spcPts val="720"/>
              </a:spcBef>
              <a:spcAft>
                <a:spcPct val="0"/>
              </a:spcAft>
              <a:buFont typeface="Arial" panose="020B0604020202020204" pitchFamily="34" charset="0"/>
              <a:buChar char="•"/>
              <a:defRPr sz="1920" b="0" i="0" kern="1200">
                <a:solidFill>
                  <a:schemeClr val="tx1"/>
                </a:solidFill>
                <a:latin typeface="+mn-lt"/>
                <a:ea typeface="Calibri" panose="020F0502020204030204" pitchFamily="34" charset="0"/>
                <a:cs typeface="Calibri" panose="020F0502020204030204" pitchFamily="34" charset="0"/>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a:lstStyle>
          <a:p>
            <a:pPr algn="ctr"/>
            <a:r>
              <a:rPr lang="en-GB" sz="1600" b="1">
                <a:solidFill>
                  <a:schemeClr val="bg1"/>
                </a:solidFill>
              </a:rPr>
              <a:t>Migration to a vendor insurance platform</a:t>
            </a:r>
          </a:p>
        </p:txBody>
      </p:sp>
      <p:pic>
        <p:nvPicPr>
          <p:cNvPr id="11" name="Picture 10" descr="A blue and purple circular arrows&#10;&#10;AI-generated content may be incorrect.">
            <a:extLst>
              <a:ext uri="{FF2B5EF4-FFF2-40B4-BE49-F238E27FC236}">
                <a16:creationId xmlns:a16="http://schemas.microsoft.com/office/drawing/2014/main" id="{904AC9F1-CDBD-0EF1-974C-D1DE972DC343}"/>
              </a:ext>
            </a:extLst>
          </p:cNvPr>
          <p:cNvPicPr>
            <a:picLocks noChangeAspect="1"/>
          </p:cNvPicPr>
          <p:nvPr/>
        </p:nvPicPr>
        <p:blipFill>
          <a:blip r:embed="rId5">
            <a:duotone>
              <a:prstClr val="black"/>
              <a:schemeClr val="tx2">
                <a:tint val="45000"/>
                <a:satMod val="400000"/>
              </a:schemeClr>
            </a:duotone>
            <a:extLst>
              <a:ext uri="{BEBA8EAE-BF5A-486C-A8C5-ECC9F3942E4B}">
                <a14:imgProps xmlns:a14="http://schemas.microsoft.com/office/drawing/2010/main">
                  <a14:imgLayer r:embed="rId6">
                    <a14:imgEffect>
                      <a14:brightnessContrast bright="-100000"/>
                    </a14:imgEffect>
                  </a14:imgLayer>
                </a14:imgProps>
              </a:ext>
            </a:extLst>
          </a:blip>
          <a:stretch>
            <a:fillRect/>
          </a:stretch>
        </p:blipFill>
        <p:spPr>
          <a:xfrm>
            <a:off x="2829129" y="1285311"/>
            <a:ext cx="796477" cy="796477"/>
          </a:xfrm>
          <a:prstGeom prst="rect">
            <a:avLst/>
          </a:prstGeom>
        </p:spPr>
      </p:pic>
      <p:sp>
        <p:nvSpPr>
          <p:cNvPr id="21" name="&quot;No&quot; Symbol 20">
            <a:extLst>
              <a:ext uri="{FF2B5EF4-FFF2-40B4-BE49-F238E27FC236}">
                <a16:creationId xmlns:a16="http://schemas.microsoft.com/office/drawing/2014/main" id="{AD37C53A-0B30-6258-3AB6-EF68B908CBBC}"/>
              </a:ext>
            </a:extLst>
          </p:cNvPr>
          <p:cNvSpPr/>
          <p:nvPr/>
        </p:nvSpPr>
        <p:spPr bwMode="auto">
          <a:xfrm>
            <a:off x="2738378" y="3684249"/>
            <a:ext cx="2923876" cy="2923876"/>
          </a:xfrm>
          <a:prstGeom prst="noSmoking">
            <a:avLst>
              <a:gd name="adj" fmla="val 8968"/>
            </a:avLst>
          </a:prstGeom>
          <a:solidFill>
            <a:schemeClr val="bg1">
              <a:alpha val="63000"/>
            </a:schemeClr>
          </a:solidFill>
          <a:ln>
            <a:noFill/>
          </a:ln>
          <a:effectLst/>
        </p:spPr>
        <p:txBody>
          <a:bodyPr wrap="square" lIns="0" tIns="0" rIns="0" bIns="0" rtlCol="0" anchor="ctr"/>
          <a:lstStyle/>
          <a:p>
            <a:pPr algn="ctr" defTabSz="914327"/>
            <a:endParaRPr lang="en-US" sz="2400">
              <a:solidFill>
                <a:schemeClr val="bg1"/>
              </a:solidFill>
              <a:latin typeface="Calibri Light" panose="020F0302020204030204" pitchFamily="34" charset="0"/>
              <a:ea typeface="Human Sans ExtraLight" charset="0"/>
              <a:cs typeface="Human Sans ExtraLight" charset="0"/>
            </a:endParaRPr>
          </a:p>
        </p:txBody>
      </p:sp>
      <p:sp>
        <p:nvSpPr>
          <p:cNvPr id="9" name="Text Placeholder 20">
            <a:extLst>
              <a:ext uri="{FF2B5EF4-FFF2-40B4-BE49-F238E27FC236}">
                <a16:creationId xmlns:a16="http://schemas.microsoft.com/office/drawing/2014/main" id="{18D11AAD-63D2-4622-31BF-BA78C268E06D}"/>
              </a:ext>
            </a:extLst>
          </p:cNvPr>
          <p:cNvSpPr txBox="1">
            <a:spLocks/>
          </p:cNvSpPr>
          <p:nvPr/>
        </p:nvSpPr>
        <p:spPr>
          <a:xfrm>
            <a:off x="804207" y="2937664"/>
            <a:ext cx="4990952" cy="2923877"/>
          </a:xfrm>
          <a:prstGeom prst="rect">
            <a:avLst/>
          </a:prstGeom>
        </p:spPr>
        <p:txBody>
          <a:bodyPr wrap="square" lIns="0" tIns="0" rIns="0" bIns="0">
            <a:spAutoFit/>
          </a:bodyPr>
          <a:lstStyle>
            <a:lvl1pPr marL="0" indent="0" algn="l" defTabSz="1097280" rtl="0" eaLnBrk="1" latinLnBrk="0" hangingPunct="1">
              <a:lnSpc>
                <a:spcPct val="110000"/>
              </a:lnSpc>
              <a:spcBef>
                <a:spcPts val="720"/>
              </a:spcBef>
              <a:spcAft>
                <a:spcPct val="0"/>
              </a:spcAft>
              <a:buFont typeface="Arial" panose="020B0604020202020204" pitchFamily="34" charset="0"/>
              <a:buNone/>
              <a:defRPr sz="1920" b="0" i="0" kern="1200">
                <a:solidFill>
                  <a:schemeClr val="tx1"/>
                </a:solidFill>
                <a:latin typeface="+mn-lt"/>
                <a:ea typeface="Calibri" panose="020F0502020204030204" pitchFamily="34" charset="0"/>
                <a:cs typeface="Calibri" panose="020F0502020204030204" pitchFamily="34" charset="0"/>
              </a:defRPr>
            </a:lvl1pPr>
            <a:lvl2pPr marL="304560" indent="-302400" algn="l" defTabSz="1097280" rtl="0" eaLnBrk="1" latinLnBrk="0" hangingPunct="1">
              <a:lnSpc>
                <a:spcPct val="100000"/>
              </a:lnSpc>
              <a:spcBef>
                <a:spcPts val="720"/>
              </a:spcBef>
              <a:spcAft>
                <a:spcPts val="720"/>
              </a:spcAft>
              <a:buClr>
                <a:schemeClr val="tx1"/>
              </a:buClr>
              <a:buFont typeface="Arial" panose="020B0604020202020204" pitchFamily="34" charset="0"/>
              <a:buChar char="•"/>
              <a:defRPr sz="1920" b="0" i="0" kern="1200">
                <a:solidFill>
                  <a:schemeClr val="tx1"/>
                </a:solidFill>
                <a:latin typeface="+mn-lt"/>
                <a:ea typeface="Calibri" panose="020F0502020204030204" pitchFamily="34" charset="0"/>
                <a:cs typeface="Calibri" panose="020F0502020204030204" pitchFamily="34" charset="0"/>
              </a:defRPr>
            </a:lvl2pPr>
            <a:lvl3pPr marL="604800" indent="-302400" algn="l" defTabSz="1097280" rtl="0" eaLnBrk="1" latinLnBrk="0" hangingPunct="1">
              <a:lnSpc>
                <a:spcPct val="100000"/>
              </a:lnSpc>
              <a:spcBef>
                <a:spcPts val="720"/>
              </a:spcBef>
              <a:spcAft>
                <a:spcPts val="720"/>
              </a:spcAft>
              <a:buFont typeface="Courier New" panose="02070309020205020404" pitchFamily="49" charset="0"/>
              <a:buChar char="o"/>
              <a:defRPr sz="1680" b="0" i="0" kern="1200">
                <a:solidFill>
                  <a:schemeClr val="tx1"/>
                </a:solidFill>
                <a:latin typeface="+mn-lt"/>
                <a:ea typeface="Calibri" panose="020F0502020204030204" pitchFamily="34" charset="0"/>
                <a:cs typeface="Calibri" panose="020F0502020204030204" pitchFamily="34" charset="0"/>
              </a:defRPr>
            </a:lvl3pPr>
            <a:lvl4pPr marL="1920240" indent="-274320" algn="l" defTabSz="1097280" rtl="0" eaLnBrk="1" latinLnBrk="0" hangingPunct="1">
              <a:lnSpc>
                <a:spcPct val="110000"/>
              </a:lnSpc>
              <a:spcBef>
                <a:spcPts val="720"/>
              </a:spcBef>
              <a:spcAft>
                <a:spcPct val="0"/>
              </a:spcAft>
              <a:buFont typeface="Arial" panose="020B0604020202020204" pitchFamily="34" charset="0"/>
              <a:buChar char="•"/>
              <a:defRPr sz="1920" b="0" i="0" kern="1200">
                <a:solidFill>
                  <a:schemeClr val="tx1"/>
                </a:solidFill>
                <a:latin typeface="+mn-lt"/>
                <a:ea typeface="Calibri" panose="020F0502020204030204" pitchFamily="34" charset="0"/>
                <a:cs typeface="Calibri" panose="020F0502020204030204" pitchFamily="34" charset="0"/>
              </a:defRPr>
            </a:lvl4pPr>
            <a:lvl5pPr marL="2468880" indent="-274320" algn="l" defTabSz="1097280" rtl="0" eaLnBrk="1" latinLnBrk="0" hangingPunct="1">
              <a:lnSpc>
                <a:spcPct val="110000"/>
              </a:lnSpc>
              <a:spcBef>
                <a:spcPts val="720"/>
              </a:spcBef>
              <a:spcAft>
                <a:spcPct val="0"/>
              </a:spcAft>
              <a:buFont typeface="Arial" panose="020B0604020202020204" pitchFamily="34" charset="0"/>
              <a:buChar char="•"/>
              <a:defRPr sz="1920" b="0" i="0" kern="1200">
                <a:solidFill>
                  <a:schemeClr val="tx1"/>
                </a:solidFill>
                <a:latin typeface="+mn-lt"/>
                <a:ea typeface="Calibri" panose="020F0502020204030204" pitchFamily="34" charset="0"/>
                <a:cs typeface="Calibri" panose="020F0502020204030204" pitchFamily="34" charset="0"/>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a:lstStyle>
          <a:p>
            <a:pPr>
              <a:lnSpc>
                <a:spcPct val="100000"/>
              </a:lnSpc>
              <a:spcBef>
                <a:spcPts val="0"/>
              </a:spcBef>
              <a:spcAft>
                <a:spcPts val="600"/>
              </a:spcAft>
            </a:pPr>
            <a:r>
              <a:rPr lang="en-PL" sz="1600" b="1" spc="300"/>
              <a:t>PROS</a:t>
            </a:r>
          </a:p>
          <a:p>
            <a:pPr marL="171450" indent="-171450">
              <a:lnSpc>
                <a:spcPct val="100000"/>
              </a:lnSpc>
              <a:spcBef>
                <a:spcPts val="0"/>
              </a:spcBef>
              <a:spcAft>
                <a:spcPts val="600"/>
              </a:spcAft>
              <a:buFont typeface="Arial" panose="020B0604020202020204" pitchFamily="34" charset="0"/>
              <a:buChar char="•"/>
            </a:pPr>
            <a:r>
              <a:rPr lang="en-PL" sz="1200"/>
              <a:t>Modern architecture &amp; vendor support (cloud-ready, API-driven, scalable)</a:t>
            </a:r>
            <a:endParaRPr lang="pl-PL" sz="1200"/>
          </a:p>
          <a:p>
            <a:pPr marL="171450" indent="-171450">
              <a:lnSpc>
                <a:spcPct val="100000"/>
              </a:lnSpc>
              <a:spcBef>
                <a:spcPts val="0"/>
              </a:spcBef>
              <a:spcAft>
                <a:spcPts val="600"/>
              </a:spcAft>
              <a:buFont typeface="Arial" panose="020B0604020202020204" pitchFamily="34" charset="0"/>
              <a:buChar char="•"/>
            </a:pPr>
            <a:r>
              <a:rPr lang="en-PL" sz="1200"/>
              <a:t>Faster time-to-market using prebuilt insurance capabilities</a:t>
            </a:r>
          </a:p>
          <a:p>
            <a:pPr marL="171450" indent="-171450">
              <a:lnSpc>
                <a:spcPct val="100000"/>
              </a:lnSpc>
              <a:spcBef>
                <a:spcPts val="0"/>
              </a:spcBef>
              <a:spcAft>
                <a:spcPts val="600"/>
              </a:spcAft>
              <a:buFont typeface="Arial" panose="020B0604020202020204" pitchFamily="34" charset="0"/>
              <a:buChar char="•"/>
            </a:pPr>
            <a:r>
              <a:rPr lang="en-PL" sz="1200"/>
              <a:t>Improved user experience (UX, workflow automation, analytics)</a:t>
            </a:r>
          </a:p>
          <a:p>
            <a:pPr marL="171450" indent="-171450">
              <a:lnSpc>
                <a:spcPct val="100000"/>
              </a:lnSpc>
              <a:spcBef>
                <a:spcPts val="0"/>
              </a:spcBef>
              <a:spcAft>
                <a:spcPts val="600"/>
              </a:spcAft>
              <a:buFont typeface="Arial" panose="020B0604020202020204" pitchFamily="34" charset="0"/>
              <a:buChar char="•"/>
            </a:pPr>
            <a:r>
              <a:rPr lang="en-PL" sz="1200"/>
              <a:t>Reduced technical debt and dependency on outdated technologies</a:t>
            </a:r>
            <a:endParaRPr lang="en-US" sz="1200"/>
          </a:p>
          <a:p>
            <a:pPr marL="171450" indent="-171450">
              <a:lnSpc>
                <a:spcPct val="100000"/>
              </a:lnSpc>
              <a:spcBef>
                <a:spcPts val="0"/>
              </a:spcBef>
              <a:spcAft>
                <a:spcPts val="600"/>
              </a:spcAft>
              <a:buFont typeface="Arial" panose="020B0604020202020204" pitchFamily="34" charset="0"/>
              <a:buChar char="•"/>
            </a:pPr>
            <a:endParaRPr lang="en-PL" sz="1200">
              <a:solidFill>
                <a:schemeClr val="bg1"/>
              </a:solidFill>
            </a:endParaRPr>
          </a:p>
          <a:p>
            <a:pPr>
              <a:lnSpc>
                <a:spcPct val="100000"/>
              </a:lnSpc>
              <a:spcBef>
                <a:spcPts val="0"/>
              </a:spcBef>
              <a:spcAft>
                <a:spcPts val="600"/>
              </a:spcAft>
            </a:pPr>
            <a:r>
              <a:rPr lang="en-PL" sz="1600" b="1" spc="300"/>
              <a:t>CONS</a:t>
            </a:r>
          </a:p>
          <a:p>
            <a:pPr marL="171450" indent="-171450">
              <a:lnSpc>
                <a:spcPct val="100000"/>
              </a:lnSpc>
              <a:spcBef>
                <a:spcPts val="0"/>
              </a:spcBef>
              <a:spcAft>
                <a:spcPts val="600"/>
              </a:spcAft>
              <a:buFont typeface="Arial" panose="020B0604020202020204" pitchFamily="34" charset="0"/>
              <a:buChar char="•"/>
            </a:pPr>
            <a:r>
              <a:rPr lang="en-PL" sz="1200"/>
              <a:t>High and variable licensing costs (revenue-based or large fixed fees)</a:t>
            </a:r>
          </a:p>
          <a:p>
            <a:pPr marL="171450" indent="-171450">
              <a:lnSpc>
                <a:spcPct val="100000"/>
              </a:lnSpc>
              <a:spcBef>
                <a:spcPts val="0"/>
              </a:spcBef>
              <a:spcAft>
                <a:spcPts val="600"/>
              </a:spcAft>
              <a:buFont typeface="Arial" panose="020B0604020202020204" pitchFamily="34" charset="0"/>
              <a:buChar char="•"/>
            </a:pPr>
            <a:r>
              <a:rPr lang="en-PL" sz="1200"/>
              <a:t>Vendor lock-in risk and limited control over roadmap</a:t>
            </a:r>
          </a:p>
          <a:p>
            <a:pPr marL="171450" indent="-171450">
              <a:lnSpc>
                <a:spcPct val="100000"/>
              </a:lnSpc>
              <a:spcBef>
                <a:spcPts val="0"/>
              </a:spcBef>
              <a:spcAft>
                <a:spcPts val="600"/>
              </a:spcAft>
              <a:buFont typeface="Arial" panose="020B0604020202020204" pitchFamily="34" charset="0"/>
              <a:buChar char="•"/>
            </a:pPr>
            <a:r>
              <a:rPr lang="en-PL" sz="1200"/>
              <a:t>Migration complexity (data conversion, integrations, business rules)</a:t>
            </a:r>
          </a:p>
          <a:p>
            <a:pPr marL="171450" indent="-171450">
              <a:lnSpc>
                <a:spcPct val="100000"/>
              </a:lnSpc>
              <a:spcBef>
                <a:spcPts val="0"/>
              </a:spcBef>
              <a:spcAft>
                <a:spcPts val="600"/>
              </a:spcAft>
              <a:buFont typeface="Arial" panose="020B0604020202020204" pitchFamily="34" charset="0"/>
              <a:buChar char="•"/>
            </a:pPr>
            <a:r>
              <a:rPr lang="en-PL" sz="1200"/>
              <a:t>ROI uncertainty </a:t>
            </a:r>
          </a:p>
        </p:txBody>
      </p:sp>
    </p:spTree>
    <p:extLst>
      <p:ext uri="{BB962C8B-B14F-4D97-AF65-F5344CB8AC3E}">
        <p14:creationId xmlns:p14="http://schemas.microsoft.com/office/powerpoint/2010/main" val="1655409889"/>
      </p:ext>
    </p:extLst>
  </p:cSld>
  <p:clrMapOvr>
    <a:masterClrMapping/>
  </p:clrMapOvr>
  <p:transition/>
  <p:extLst>
    <p:ext uri="{6950BFC3-D8DA-4A85-94F7-54DA5524770B}">
      <p188:commentRel xmlns:p188="http://schemas.microsoft.com/office/powerpoint/2018/8/main" r:id="rId3"/>
    </p:ext>
  </p:extLs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358F02-8FA7-5FD5-7478-CD5C15A1434B}"/>
            </a:ext>
          </a:extLst>
        </p:cNvPr>
        <p:cNvGrpSpPr/>
        <p:nvPr/>
      </p:nvGrpSpPr>
      <p:grpSpPr>
        <a:xfrm>
          <a:off x="0" y="0"/>
          <a:ext cx="0" cy="0"/>
          <a:chOff x="0" y="0"/>
          <a:chExt cx="0" cy="0"/>
        </a:xfrm>
      </p:grpSpPr>
      <p:sp>
        <p:nvSpPr>
          <p:cNvPr id="32" name="Rectangle 31">
            <a:extLst>
              <a:ext uri="{FF2B5EF4-FFF2-40B4-BE49-F238E27FC236}">
                <a16:creationId xmlns:a16="http://schemas.microsoft.com/office/drawing/2014/main" id="{43301899-7BD8-EC26-13B5-00862D100A27}"/>
              </a:ext>
            </a:extLst>
          </p:cNvPr>
          <p:cNvSpPr/>
          <p:nvPr/>
        </p:nvSpPr>
        <p:spPr bwMode="auto">
          <a:xfrm>
            <a:off x="457200" y="1958750"/>
            <a:ext cx="4020000" cy="1005840"/>
          </a:xfrm>
          <a:prstGeom prst="rect">
            <a:avLst/>
          </a:prstGeom>
          <a:noFill/>
          <a:ln>
            <a:gradFill>
              <a:gsLst>
                <a:gs pos="0">
                  <a:schemeClr val="accent2"/>
                </a:gs>
                <a:gs pos="74000">
                  <a:schemeClr val="accent5"/>
                </a:gs>
                <a:gs pos="100000">
                  <a:schemeClr val="accent4"/>
                </a:gs>
              </a:gsLst>
              <a:lin ang="5400000" scaled="1"/>
            </a:gradFill>
          </a:ln>
          <a:effectLst/>
        </p:spPr>
        <p:txBody>
          <a:bodyPr wrap="square" lIns="91440" tIns="0" rIns="731520" bIns="0" rtlCol="0" anchor="ctr" anchorCtr="0"/>
          <a:lstStyle/>
          <a:p>
            <a:pPr fontAlgn="base"/>
            <a:r>
              <a:rPr lang="en-US" sz="1000" b="1">
                <a:solidFill>
                  <a:srgbClr val="000000"/>
                </a:solidFill>
                <a:latin typeface="Calibri" panose="020F0502020204030204" pitchFamily="34" charset="0"/>
              </a:rPr>
              <a:t>Intelligent Code &amp; Dependency Analysis</a:t>
            </a:r>
            <a:r>
              <a:rPr lang="en-US" sz="1000">
                <a:solidFill>
                  <a:srgbClr val="000000"/>
                </a:solidFill>
                <a:latin typeface="Calibri" panose="020F0502020204030204" pitchFamily="34" charset="0"/>
              </a:rPr>
              <a:t>​</a:t>
            </a:r>
            <a:endParaRPr lang="en-US" sz="1000">
              <a:solidFill>
                <a:srgbClr val="000000"/>
              </a:solidFill>
              <a:latin typeface="Segoe UI" panose="020B0502040204020203" pitchFamily="34" charset="0"/>
            </a:endParaRPr>
          </a:p>
          <a:p>
            <a:pPr fontAlgn="base"/>
            <a:r>
              <a:rPr lang="en-US" sz="1000">
                <a:solidFill>
                  <a:srgbClr val="000000"/>
                </a:solidFill>
                <a:latin typeface="Calibri" panose="020F0502020204030204" pitchFamily="34" charset="0"/>
              </a:rPr>
              <a:t>AI agents in </a:t>
            </a:r>
            <a:r>
              <a:rPr lang="en-US" sz="1000" b="1" err="1">
                <a:solidFill>
                  <a:srgbClr val="000000"/>
                </a:solidFill>
                <a:latin typeface="Calibri" panose="020F0502020204030204" pitchFamily="34" charset="0"/>
              </a:rPr>
              <a:t>CodeMie</a:t>
            </a:r>
            <a:r>
              <a:rPr lang="en-US" sz="1000">
                <a:solidFill>
                  <a:srgbClr val="000000"/>
                </a:solidFill>
                <a:latin typeface="Calibri" panose="020F0502020204030204" pitchFamily="34" charset="0"/>
              </a:rPr>
              <a:t> can inspect codebases and inter-dependencies, helping teams understand structure and surface insights for refactoring or design improvements — with automation woven into the workflow</a:t>
            </a:r>
            <a:endParaRPr lang="en-US" sz="1000">
              <a:solidFill>
                <a:srgbClr val="000000"/>
              </a:solidFill>
              <a:latin typeface="Segoe UI" panose="020B0502040204020203" pitchFamily="34" charset="0"/>
            </a:endParaRPr>
          </a:p>
        </p:txBody>
      </p:sp>
      <p:sp>
        <p:nvSpPr>
          <p:cNvPr id="2" name="Title 1">
            <a:extLst>
              <a:ext uri="{FF2B5EF4-FFF2-40B4-BE49-F238E27FC236}">
                <a16:creationId xmlns:a16="http://schemas.microsoft.com/office/drawing/2014/main" id="{FF96022C-5D67-90A3-7B77-DA5713EFA876}"/>
              </a:ext>
            </a:extLst>
          </p:cNvPr>
          <p:cNvSpPr>
            <a:spLocks noGrp="1"/>
          </p:cNvSpPr>
          <p:nvPr>
            <p:ph type="title"/>
          </p:nvPr>
        </p:nvSpPr>
        <p:spPr/>
        <p:txBody>
          <a:bodyPr/>
          <a:lstStyle/>
          <a:p>
            <a:r>
              <a:rPr lang="en-US"/>
              <a:t>AI Adoption</a:t>
            </a:r>
          </a:p>
        </p:txBody>
      </p:sp>
      <p:sp>
        <p:nvSpPr>
          <p:cNvPr id="3" name="Text Placeholder 2">
            <a:extLst>
              <a:ext uri="{FF2B5EF4-FFF2-40B4-BE49-F238E27FC236}">
                <a16:creationId xmlns:a16="http://schemas.microsoft.com/office/drawing/2014/main" id="{5C4A997D-E7A4-F3C7-D1AE-BE5756FC29CE}"/>
              </a:ext>
            </a:extLst>
          </p:cNvPr>
          <p:cNvSpPr>
            <a:spLocks noGrp="1"/>
          </p:cNvSpPr>
          <p:nvPr>
            <p:ph type="body" sz="quarter" idx="15"/>
          </p:nvPr>
        </p:nvSpPr>
        <p:spPr/>
        <p:txBody>
          <a:bodyPr/>
          <a:lstStyle/>
          <a:p>
            <a:endParaRPr lang="en-US"/>
          </a:p>
        </p:txBody>
      </p:sp>
      <p:sp>
        <p:nvSpPr>
          <p:cNvPr id="13" name="TextBox 12">
            <a:extLst>
              <a:ext uri="{FF2B5EF4-FFF2-40B4-BE49-F238E27FC236}">
                <a16:creationId xmlns:a16="http://schemas.microsoft.com/office/drawing/2014/main" id="{94F93E81-0C39-F1AF-693F-58F24782E83B}"/>
              </a:ext>
            </a:extLst>
          </p:cNvPr>
          <p:cNvSpPr txBox="1"/>
          <p:nvPr/>
        </p:nvSpPr>
        <p:spPr>
          <a:xfrm>
            <a:off x="449264" y="1167681"/>
            <a:ext cx="9208302" cy="246221"/>
          </a:xfrm>
          <a:prstGeom prst="rect">
            <a:avLst/>
          </a:prstGeom>
          <a:noFill/>
        </p:spPr>
        <p:txBody>
          <a:bodyPr wrap="square" lIns="0" tIns="0" rIns="0" bIns="0">
            <a:spAutoFit/>
          </a:bodyPr>
          <a:lstStyle/>
          <a:p>
            <a:pPr algn="l" rtl="0" fontAlgn="base">
              <a:buNone/>
            </a:pPr>
            <a:r>
              <a:rPr lang="en-US" sz="1600" b="1">
                <a:gradFill>
                  <a:gsLst>
                    <a:gs pos="0">
                      <a:schemeClr val="accent2"/>
                    </a:gs>
                    <a:gs pos="78000">
                      <a:schemeClr val="accent5"/>
                    </a:gs>
                    <a:gs pos="100000">
                      <a:schemeClr val="accent4"/>
                    </a:gs>
                  </a:gsLst>
                  <a:lin ang="1200000" scaled="0"/>
                </a:gradFill>
                <a:latin typeface="Calibri" panose="020F0502020204030204" pitchFamily="34" charset="0"/>
              </a:rPr>
              <a:t>There are different AI Adoption initiatives running in TMNA. </a:t>
            </a:r>
            <a:r>
              <a:rPr lang="en-US" sz="1600" b="1" err="1">
                <a:gradFill>
                  <a:gsLst>
                    <a:gs pos="0">
                      <a:schemeClr val="accent2"/>
                    </a:gs>
                    <a:gs pos="78000">
                      <a:schemeClr val="accent5"/>
                    </a:gs>
                    <a:gs pos="100000">
                      <a:schemeClr val="accent4"/>
                    </a:gs>
                  </a:gsLst>
                  <a:lin ang="1200000" scaled="0"/>
                </a:gradFill>
                <a:latin typeface="Calibri" panose="020F0502020204030204" pitchFamily="34" charset="0"/>
              </a:rPr>
              <a:t>RapidSure</a:t>
            </a:r>
            <a:r>
              <a:rPr lang="en-US" sz="1600" b="1">
                <a:gradFill>
                  <a:gsLst>
                    <a:gs pos="0">
                      <a:schemeClr val="accent2"/>
                    </a:gs>
                    <a:gs pos="78000">
                      <a:schemeClr val="accent5"/>
                    </a:gs>
                    <a:gs pos="100000">
                      <a:schemeClr val="accent4"/>
                    </a:gs>
                  </a:gsLst>
                  <a:lin ang="1200000" scaled="0"/>
                </a:gradFill>
                <a:latin typeface="Calibri" panose="020F0502020204030204" pitchFamily="34" charset="0"/>
              </a:rPr>
              <a:t> stream must benefit from them.</a:t>
            </a:r>
            <a:endParaRPr lang="en-US" sz="1200" b="1">
              <a:gradFill>
                <a:gsLst>
                  <a:gs pos="0">
                    <a:schemeClr val="accent2"/>
                  </a:gs>
                  <a:gs pos="78000">
                    <a:schemeClr val="accent5"/>
                  </a:gs>
                  <a:gs pos="100000">
                    <a:schemeClr val="accent4"/>
                  </a:gs>
                </a:gsLst>
                <a:lin ang="1200000" scaled="0"/>
              </a:gradFill>
              <a:latin typeface="Segoe UI" panose="020B0502040204020203" pitchFamily="34" charset="0"/>
            </a:endParaRPr>
          </a:p>
        </p:txBody>
      </p:sp>
      <p:sp>
        <p:nvSpPr>
          <p:cNvPr id="30" name="Text 8">
            <a:extLst>
              <a:ext uri="{FF2B5EF4-FFF2-40B4-BE49-F238E27FC236}">
                <a16:creationId xmlns:a16="http://schemas.microsoft.com/office/drawing/2014/main" id="{291AA093-2205-FB7A-DE64-512D5177F35D}"/>
              </a:ext>
            </a:extLst>
          </p:cNvPr>
          <p:cNvSpPr/>
          <p:nvPr/>
        </p:nvSpPr>
        <p:spPr>
          <a:xfrm>
            <a:off x="13485178" y="-385861"/>
            <a:ext cx="4511040" cy="487680"/>
          </a:xfrm>
          <a:prstGeom prst="rect">
            <a:avLst/>
          </a:prstGeom>
          <a:noFill/>
          <a:ln/>
        </p:spPr>
        <p:txBody>
          <a:bodyPr wrap="square" lIns="0" tIns="0" rIns="0" bIns="0" rtlCol="0" anchor="ctr"/>
          <a:lstStyle/>
          <a:p>
            <a:endParaRPr lang="en-US" sz="2000" b="1">
              <a:gradFill>
                <a:gsLst>
                  <a:gs pos="0">
                    <a:srgbClr val="0078C2"/>
                  </a:gs>
                  <a:gs pos="73000">
                    <a:srgbClr val="0047FF"/>
                  </a:gs>
                  <a:gs pos="100000">
                    <a:srgbClr val="8353D2"/>
                  </a:gs>
                </a:gsLst>
                <a:lin ang="1200000" scaled="0"/>
              </a:gradFill>
              <a:latin typeface="Calibri" panose="020F0502020204030204" pitchFamily="34" charset="0"/>
              <a:ea typeface="Calibri" panose="020F0502020204030204" pitchFamily="34" charset="0"/>
              <a:cs typeface="Calibri" panose="020F0502020204030204" pitchFamily="34" charset="0"/>
            </a:endParaRPr>
          </a:p>
        </p:txBody>
      </p:sp>
      <p:sp>
        <p:nvSpPr>
          <p:cNvPr id="31" name="Text 9">
            <a:extLst>
              <a:ext uri="{FF2B5EF4-FFF2-40B4-BE49-F238E27FC236}">
                <a16:creationId xmlns:a16="http://schemas.microsoft.com/office/drawing/2014/main" id="{95E30D02-2D64-A76A-B955-CC7C3E3FB5F2}"/>
              </a:ext>
            </a:extLst>
          </p:cNvPr>
          <p:cNvSpPr/>
          <p:nvPr/>
        </p:nvSpPr>
        <p:spPr>
          <a:xfrm>
            <a:off x="13485178" y="165782"/>
            <a:ext cx="4511040" cy="1131477"/>
          </a:xfrm>
          <a:prstGeom prst="rect">
            <a:avLst/>
          </a:prstGeom>
          <a:noFill/>
          <a:ln/>
        </p:spPr>
        <p:txBody>
          <a:bodyPr wrap="square" lIns="0" tIns="0" rIns="0" bIns="0" rtlCol="0" anchor="ctr"/>
          <a:lstStyle/>
          <a:p>
            <a:pPr marL="285728" indent="-285728">
              <a:buClr>
                <a:srgbClr val="2747FF"/>
              </a:buClr>
              <a:buFont typeface="Arial" panose="020B0604020202020204" pitchFamily="34" charset="0"/>
              <a:buChar char="•"/>
            </a:pPr>
            <a:endParaRPr lang="en-US" sz="1833"/>
          </a:p>
        </p:txBody>
      </p:sp>
      <p:sp>
        <p:nvSpPr>
          <p:cNvPr id="38" name="Text 4">
            <a:extLst>
              <a:ext uri="{FF2B5EF4-FFF2-40B4-BE49-F238E27FC236}">
                <a16:creationId xmlns:a16="http://schemas.microsoft.com/office/drawing/2014/main" id="{12F2AC96-97B0-19F2-A9B1-CDDDB6F89420}"/>
              </a:ext>
            </a:extLst>
          </p:cNvPr>
          <p:cNvSpPr/>
          <p:nvPr/>
        </p:nvSpPr>
        <p:spPr>
          <a:xfrm>
            <a:off x="7907338" y="1852150"/>
            <a:ext cx="4511040" cy="487680"/>
          </a:xfrm>
          <a:prstGeom prst="rect">
            <a:avLst/>
          </a:prstGeom>
          <a:noFill/>
          <a:ln/>
        </p:spPr>
        <p:txBody>
          <a:bodyPr wrap="square" lIns="0" tIns="0" rIns="0" bIns="0" rtlCol="0" anchor="ctr"/>
          <a:lstStyle/>
          <a:p>
            <a:endParaRPr lang="en-US" sz="2000" b="1">
              <a:gradFill>
                <a:gsLst>
                  <a:gs pos="0">
                    <a:srgbClr val="0078C2"/>
                  </a:gs>
                  <a:gs pos="73000">
                    <a:srgbClr val="0047FF"/>
                  </a:gs>
                  <a:gs pos="100000">
                    <a:srgbClr val="8353D2"/>
                  </a:gs>
                </a:gsLst>
                <a:lin ang="1200000" scaled="0"/>
              </a:gradFill>
              <a:latin typeface="Calibri" panose="020F0502020204030204" pitchFamily="34" charset="0"/>
              <a:ea typeface="Calibri" panose="020F0502020204030204" pitchFamily="34" charset="0"/>
              <a:cs typeface="Calibri" panose="020F0502020204030204" pitchFamily="34" charset="0"/>
            </a:endParaRPr>
          </a:p>
        </p:txBody>
      </p:sp>
      <p:sp>
        <p:nvSpPr>
          <p:cNvPr id="40" name="Text 8">
            <a:extLst>
              <a:ext uri="{FF2B5EF4-FFF2-40B4-BE49-F238E27FC236}">
                <a16:creationId xmlns:a16="http://schemas.microsoft.com/office/drawing/2014/main" id="{E68BBE5A-CB85-4BE1-D34A-C3BA366CED16}"/>
              </a:ext>
            </a:extLst>
          </p:cNvPr>
          <p:cNvSpPr/>
          <p:nvPr/>
        </p:nvSpPr>
        <p:spPr>
          <a:xfrm>
            <a:off x="13485178" y="1808699"/>
            <a:ext cx="4511040" cy="487680"/>
          </a:xfrm>
          <a:prstGeom prst="rect">
            <a:avLst/>
          </a:prstGeom>
          <a:noFill/>
          <a:ln/>
        </p:spPr>
        <p:txBody>
          <a:bodyPr wrap="square" lIns="0" tIns="0" rIns="0" bIns="0" rtlCol="0" anchor="ctr"/>
          <a:lstStyle/>
          <a:p>
            <a:endParaRPr lang="en-US" sz="2000" b="1">
              <a:gradFill>
                <a:gsLst>
                  <a:gs pos="0">
                    <a:srgbClr val="0078C2"/>
                  </a:gs>
                  <a:gs pos="73000">
                    <a:srgbClr val="0047FF"/>
                  </a:gs>
                  <a:gs pos="100000">
                    <a:srgbClr val="8353D2"/>
                  </a:gs>
                </a:gsLst>
                <a:lin ang="1200000" scaled="0"/>
              </a:gradFill>
              <a:latin typeface="Calibri" panose="020F0502020204030204" pitchFamily="34" charset="0"/>
              <a:ea typeface="Calibri" panose="020F0502020204030204" pitchFamily="34" charset="0"/>
              <a:cs typeface="Calibri" panose="020F0502020204030204" pitchFamily="34" charset="0"/>
            </a:endParaRPr>
          </a:p>
        </p:txBody>
      </p:sp>
      <p:sp>
        <p:nvSpPr>
          <p:cNvPr id="41" name="Text 9">
            <a:extLst>
              <a:ext uri="{FF2B5EF4-FFF2-40B4-BE49-F238E27FC236}">
                <a16:creationId xmlns:a16="http://schemas.microsoft.com/office/drawing/2014/main" id="{1AAE2FDB-83E9-7467-B588-5B6865343F01}"/>
              </a:ext>
            </a:extLst>
          </p:cNvPr>
          <p:cNvSpPr/>
          <p:nvPr/>
        </p:nvSpPr>
        <p:spPr>
          <a:xfrm>
            <a:off x="13485178" y="2228238"/>
            <a:ext cx="4511040" cy="1572018"/>
          </a:xfrm>
          <a:prstGeom prst="rect">
            <a:avLst/>
          </a:prstGeom>
          <a:noFill/>
          <a:ln/>
        </p:spPr>
        <p:txBody>
          <a:bodyPr wrap="square" lIns="0" tIns="0" rIns="0" bIns="0" rtlCol="0" anchor="ctr"/>
          <a:lstStyle/>
          <a:p>
            <a:pPr marL="285728" indent="-285728">
              <a:buClr>
                <a:srgbClr val="2747FF"/>
              </a:buClr>
              <a:buFont typeface="Arial" panose="020B0604020202020204" pitchFamily="34" charset="0"/>
              <a:buChar char="•"/>
            </a:pPr>
            <a:endParaRPr lang="en-US" sz="1833">
              <a:latin typeface="Calibri" pitchFamily="34" charset="0"/>
              <a:ea typeface="Calibri" pitchFamily="34" charset="-122"/>
              <a:cs typeface="Calibri" pitchFamily="34" charset="-120"/>
            </a:endParaRPr>
          </a:p>
        </p:txBody>
      </p:sp>
      <p:pic>
        <p:nvPicPr>
          <p:cNvPr id="43" name="Picture 5">
            <a:extLst>
              <a:ext uri="{FF2B5EF4-FFF2-40B4-BE49-F238E27FC236}">
                <a16:creationId xmlns:a16="http://schemas.microsoft.com/office/drawing/2014/main" id="{77A23FF7-970D-E9F7-8347-76144671668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6092" t="39368" r="22409" b="20569"/>
          <a:stretch>
            <a:fillRect/>
          </a:stretch>
        </p:blipFill>
        <p:spPr bwMode="auto">
          <a:xfrm>
            <a:off x="10011649" y="3161584"/>
            <a:ext cx="1978817" cy="534832"/>
          </a:xfrm>
          <a:prstGeom prst="rect">
            <a:avLst/>
          </a:prstGeom>
          <a:noFill/>
          <a:extLst>
            <a:ext uri="{909E8E84-426E-40DD-AFC4-6F175D3DCCD1}">
              <a14:hiddenFill xmlns:a14="http://schemas.microsoft.com/office/drawing/2010/main">
                <a:solidFill>
                  <a:srgbClr val="FFFFFF"/>
                </a:solidFill>
              </a14:hiddenFill>
            </a:ext>
          </a:extLst>
        </p:spPr>
      </p:pic>
      <p:sp>
        <p:nvSpPr>
          <p:cNvPr id="44" name="TextBox 43">
            <a:extLst>
              <a:ext uri="{FF2B5EF4-FFF2-40B4-BE49-F238E27FC236}">
                <a16:creationId xmlns:a16="http://schemas.microsoft.com/office/drawing/2014/main" id="{D40933C9-5A38-5E72-CE0D-6183D4FE0BAE}"/>
              </a:ext>
            </a:extLst>
          </p:cNvPr>
          <p:cNvSpPr txBox="1"/>
          <p:nvPr/>
        </p:nvSpPr>
        <p:spPr>
          <a:xfrm>
            <a:off x="457200" y="1618347"/>
            <a:ext cx="3389582" cy="246221"/>
          </a:xfrm>
          <a:prstGeom prst="rect">
            <a:avLst/>
          </a:prstGeom>
        </p:spPr>
        <p:txBody>
          <a:bodyPr wrap="none" lIns="0" tIns="0" rIns="0" bIns="0" rtlCol="0">
            <a:spAutoFit/>
          </a:bodyPr>
          <a:lstStyle/>
          <a:p>
            <a:pPr algn="l"/>
            <a:r>
              <a:rPr lang="en-US" sz="1600" b="1"/>
              <a:t>AI suggestions made for Modernization </a:t>
            </a:r>
          </a:p>
        </p:txBody>
      </p:sp>
      <p:sp>
        <p:nvSpPr>
          <p:cNvPr id="46" name="TextBox 45">
            <a:extLst>
              <a:ext uri="{FF2B5EF4-FFF2-40B4-BE49-F238E27FC236}">
                <a16:creationId xmlns:a16="http://schemas.microsoft.com/office/drawing/2014/main" id="{AF8DFBBD-9E99-2054-49BC-527D633366C5}"/>
              </a:ext>
            </a:extLst>
          </p:cNvPr>
          <p:cNvSpPr txBox="1"/>
          <p:nvPr/>
        </p:nvSpPr>
        <p:spPr>
          <a:xfrm>
            <a:off x="4776318" y="1618348"/>
            <a:ext cx="3727226" cy="246221"/>
          </a:xfrm>
          <a:prstGeom prst="rect">
            <a:avLst/>
          </a:prstGeom>
          <a:noFill/>
        </p:spPr>
        <p:txBody>
          <a:bodyPr wrap="square" lIns="0" tIns="0" rIns="0" bIns="0">
            <a:spAutoFit/>
          </a:bodyPr>
          <a:lstStyle/>
          <a:p>
            <a:pPr algn="l"/>
            <a:r>
              <a:rPr lang="en-US" sz="1600" b="1"/>
              <a:t>AI suggestions made for SV enablement </a:t>
            </a:r>
          </a:p>
        </p:txBody>
      </p:sp>
      <p:sp>
        <p:nvSpPr>
          <p:cNvPr id="4" name="TextBox 3">
            <a:extLst>
              <a:ext uri="{FF2B5EF4-FFF2-40B4-BE49-F238E27FC236}">
                <a16:creationId xmlns:a16="http://schemas.microsoft.com/office/drawing/2014/main" id="{6677BD29-0A14-A72E-32C5-08A5EB75BF77}"/>
              </a:ext>
            </a:extLst>
          </p:cNvPr>
          <p:cNvSpPr txBox="1"/>
          <p:nvPr/>
        </p:nvSpPr>
        <p:spPr>
          <a:xfrm>
            <a:off x="4776318" y="5460385"/>
            <a:ext cx="3004925" cy="246221"/>
          </a:xfrm>
          <a:prstGeom prst="rect">
            <a:avLst/>
          </a:prstGeom>
        </p:spPr>
        <p:txBody>
          <a:bodyPr wrap="none" lIns="0" tIns="0" rIns="0" bIns="0" rtlCol="0">
            <a:spAutoFit/>
          </a:bodyPr>
          <a:lstStyle/>
          <a:p>
            <a:pPr algn="l"/>
            <a:r>
              <a:rPr lang="en-US" sz="1600" b="1"/>
              <a:t>AI use-cases to explore additionally</a:t>
            </a:r>
          </a:p>
        </p:txBody>
      </p:sp>
      <p:grpSp>
        <p:nvGrpSpPr>
          <p:cNvPr id="20" name="Group 19">
            <a:extLst>
              <a:ext uri="{FF2B5EF4-FFF2-40B4-BE49-F238E27FC236}">
                <a16:creationId xmlns:a16="http://schemas.microsoft.com/office/drawing/2014/main" id="{A28CEAED-4CE2-88A8-61D5-6EE44DD0CBE9}"/>
              </a:ext>
            </a:extLst>
          </p:cNvPr>
          <p:cNvGrpSpPr/>
          <p:nvPr/>
        </p:nvGrpSpPr>
        <p:grpSpPr>
          <a:xfrm>
            <a:off x="3136793" y="2038857"/>
            <a:ext cx="1211613" cy="279074"/>
            <a:chOff x="9905040" y="2265375"/>
            <a:chExt cx="1211612" cy="279074"/>
          </a:xfrm>
        </p:grpSpPr>
        <p:sp>
          <p:nvSpPr>
            <p:cNvPr id="21" name="Text Placeholder 3">
              <a:extLst>
                <a:ext uri="{FF2B5EF4-FFF2-40B4-BE49-F238E27FC236}">
                  <a16:creationId xmlns:a16="http://schemas.microsoft.com/office/drawing/2014/main" id="{4CDBAB1F-3259-3C10-32E4-B436CE369A5C}"/>
                </a:ext>
              </a:extLst>
            </p:cNvPr>
            <p:cNvSpPr txBox="1">
              <a:spLocks/>
            </p:cNvSpPr>
            <p:nvPr/>
          </p:nvSpPr>
          <p:spPr>
            <a:xfrm>
              <a:off x="9905040" y="2265375"/>
              <a:ext cx="885409" cy="279074"/>
            </a:xfrm>
            <a:prstGeom prst="rect">
              <a:avLst/>
            </a:prstGeom>
          </p:spPr>
          <p:txBody>
            <a:bodyPr lIns="0" tIns="0" rIns="0" bIns="0" anchor="ctr">
              <a:noAutofit/>
            </a:bodyPr>
            <a:lstStyle>
              <a:defPPr>
                <a:defRPr lang="en-US"/>
              </a:defPPr>
              <a:lvl1pPr marR="0" lvl="0" indent="0" fontAlgn="auto">
                <a:lnSpc>
                  <a:spcPts val="1600"/>
                </a:lnSpc>
                <a:spcBef>
                  <a:spcPts val="0"/>
                </a:spcBef>
                <a:spcAft>
                  <a:spcPts val="0"/>
                </a:spcAft>
                <a:buClrTx/>
                <a:buSzTx/>
                <a:buFont typeface="Arial" panose="020B0604020202020204" pitchFamily="34" charset="0"/>
                <a:buNone/>
                <a:tabLst/>
                <a:defRPr kumimoji="0" sz="1400" b="1" i="0" u="none" strike="noStrike" cap="none" spc="0" normalizeH="0" baseline="0">
                  <a:ln>
                    <a:noFill/>
                  </a:ln>
                  <a:gradFill>
                    <a:gsLst>
                      <a:gs pos="0">
                        <a:schemeClr val="accent2"/>
                      </a:gs>
                      <a:gs pos="34000">
                        <a:schemeClr val="accent2">
                          <a:lumMod val="75000"/>
                        </a:schemeClr>
                      </a:gs>
                      <a:gs pos="99000">
                        <a:schemeClr val="accent4"/>
                      </a:gs>
                    </a:gsLst>
                    <a:lin ang="2400000" scaled="0"/>
                  </a:gradFill>
                  <a:effectLst/>
                  <a:uLnTx/>
                  <a:uFillTx/>
                  <a:latin typeface="Calibri" panose="020F0502020204030204" pitchFamily="34" charset="0"/>
                  <a:ea typeface="Source Sans Pro" panose="020B0503030403020204" pitchFamily="34" charset="0"/>
                  <a:cs typeface="Calibri" panose="020F0502020204030204" pitchFamily="34" charset="0"/>
                </a:defRPr>
              </a:lvl1pPr>
              <a:lvl2pPr marL="6350" indent="0">
                <a:lnSpc>
                  <a:spcPct val="110000"/>
                </a:lnSpc>
                <a:spcBef>
                  <a:spcPts val="600"/>
                </a:spcBef>
                <a:spcAft>
                  <a:spcPts val="0"/>
                </a:spcAft>
                <a:buFont typeface="Arial" panose="020B0604020202020204" pitchFamily="34" charset="0"/>
                <a:buNone/>
                <a:tabLst/>
                <a:defRPr sz="1200" b="0" i="0">
                  <a:latin typeface="Calibri Light" panose="020F0302020204030204" pitchFamily="34" charset="0"/>
                  <a:ea typeface="Source Sans Pro" panose="020B0503030403020204" pitchFamily="34" charset="0"/>
                  <a:cs typeface="Calibri Light" panose="020F0302020204030204" pitchFamily="34" charset="0"/>
                </a:defRPr>
              </a:lvl2pPr>
              <a:lvl3pPr marL="228600" indent="-228600">
                <a:lnSpc>
                  <a:spcPct val="110000"/>
                </a:lnSpc>
                <a:spcBef>
                  <a:spcPts val="600"/>
                </a:spcBef>
                <a:spcAft>
                  <a:spcPts val="0"/>
                </a:spcAft>
                <a:buFont typeface="Arial" panose="020B0604020202020204" pitchFamily="34" charset="0"/>
                <a:buChar char="•"/>
                <a:tabLst/>
                <a:defRPr sz="1200" b="0" i="0">
                  <a:latin typeface="Calibri Light" panose="020F0302020204030204" pitchFamily="34" charset="0"/>
                  <a:ea typeface="Source Sans Pro" panose="020B0503030403020204" pitchFamily="34" charset="0"/>
                  <a:cs typeface="Calibri Light" panose="020F0302020204030204" pitchFamily="34" charset="0"/>
                </a:defRPr>
              </a:lvl3pPr>
              <a:lvl4pPr marL="401638" indent="-228600">
                <a:lnSpc>
                  <a:spcPct val="110000"/>
                </a:lnSpc>
                <a:spcBef>
                  <a:spcPts val="600"/>
                </a:spcBef>
                <a:spcAft>
                  <a:spcPts val="0"/>
                </a:spcAft>
                <a:buFont typeface="Arial" panose="020B0604020202020204" pitchFamily="34" charset="0"/>
                <a:buChar char="•"/>
                <a:tabLst/>
                <a:defRPr sz="1200" b="0" i="0">
                  <a:latin typeface="Calibri Light" panose="020F0302020204030204" pitchFamily="34" charset="0"/>
                  <a:ea typeface="Source Sans Pro" panose="020B0503030403020204" pitchFamily="34" charset="0"/>
                  <a:cs typeface="Calibri Light" panose="020F0302020204030204" pitchFamily="34" charset="0"/>
                </a:defRPr>
              </a:lvl4pPr>
              <a:lvl5pPr marL="582613" indent="-228600">
                <a:lnSpc>
                  <a:spcPct val="110000"/>
                </a:lnSpc>
                <a:spcBef>
                  <a:spcPts val="600"/>
                </a:spcBef>
                <a:spcAft>
                  <a:spcPts val="0"/>
                </a:spcAft>
                <a:buFont typeface="Arial" panose="020B0604020202020204" pitchFamily="34" charset="0"/>
                <a:buChar char="•"/>
                <a:tabLst/>
                <a:defRPr sz="1200" b="0" i="0">
                  <a:latin typeface="Calibri Light" panose="020F0302020204030204" pitchFamily="34" charset="0"/>
                  <a:ea typeface="Source Sans Pro" panose="020B0503030403020204" pitchFamily="34" charset="0"/>
                  <a:cs typeface="Calibri Light" panose="020F0302020204030204" pitchFamily="34" charset="0"/>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gn="r" defTabSz="914282">
                <a:lnSpc>
                  <a:spcPct val="100000"/>
                </a:lnSpc>
                <a:defRPr/>
              </a:pPr>
              <a:r>
                <a:rPr lang="en-US" sz="800">
                  <a:solidFill>
                    <a:schemeClr val="accent1"/>
                  </a:solidFill>
                  <a:latin typeface="Calibri"/>
                </a:rPr>
                <a:t>Code Analysis </a:t>
              </a:r>
              <a:br>
                <a:rPr lang="en-US" sz="800">
                  <a:solidFill>
                    <a:schemeClr val="accent1"/>
                  </a:solidFill>
                  <a:latin typeface="Calibri"/>
                </a:rPr>
              </a:br>
              <a:r>
                <a:rPr lang="en-US" sz="800">
                  <a:solidFill>
                    <a:schemeClr val="accent1"/>
                  </a:solidFill>
                  <a:latin typeface="Calibri"/>
                </a:rPr>
                <a:t>Agent</a:t>
              </a:r>
            </a:p>
          </p:txBody>
        </p:sp>
        <p:grpSp>
          <p:nvGrpSpPr>
            <p:cNvPr id="22" name="Group 21">
              <a:extLst>
                <a:ext uri="{FF2B5EF4-FFF2-40B4-BE49-F238E27FC236}">
                  <a16:creationId xmlns:a16="http://schemas.microsoft.com/office/drawing/2014/main" id="{3D642338-A291-54CE-4904-574E8DEEF378}"/>
                </a:ext>
              </a:extLst>
            </p:cNvPr>
            <p:cNvGrpSpPr/>
            <p:nvPr/>
          </p:nvGrpSpPr>
          <p:grpSpPr>
            <a:xfrm>
              <a:off x="10897194" y="2299780"/>
              <a:ext cx="219458" cy="201168"/>
              <a:chOff x="-613410" y="2348865"/>
              <a:chExt cx="405764" cy="363849"/>
            </a:xfrm>
          </p:grpSpPr>
          <p:grpSp>
            <p:nvGrpSpPr>
              <p:cNvPr id="23" name="Group 22">
                <a:extLst>
                  <a:ext uri="{FF2B5EF4-FFF2-40B4-BE49-F238E27FC236}">
                    <a16:creationId xmlns:a16="http://schemas.microsoft.com/office/drawing/2014/main" id="{B0EF52D6-A781-C7F2-219E-6F956FF7062C}"/>
                  </a:ext>
                </a:extLst>
              </p:cNvPr>
              <p:cNvGrpSpPr/>
              <p:nvPr/>
            </p:nvGrpSpPr>
            <p:grpSpPr>
              <a:xfrm>
                <a:off x="-585470" y="2386324"/>
                <a:ext cx="341932" cy="326390"/>
                <a:chOff x="-680720" y="2332990"/>
                <a:chExt cx="385838" cy="368301"/>
              </a:xfrm>
            </p:grpSpPr>
            <p:sp>
              <p:nvSpPr>
                <p:cNvPr id="28" name="Oval 27">
                  <a:extLst>
                    <a:ext uri="{FF2B5EF4-FFF2-40B4-BE49-F238E27FC236}">
                      <a16:creationId xmlns:a16="http://schemas.microsoft.com/office/drawing/2014/main" id="{32FC60F8-241C-80E1-CEA1-1B8411DD6870}"/>
                    </a:ext>
                  </a:extLst>
                </p:cNvPr>
                <p:cNvSpPr/>
                <p:nvPr/>
              </p:nvSpPr>
              <p:spPr bwMode="auto">
                <a:xfrm>
                  <a:off x="-680720" y="2332990"/>
                  <a:ext cx="385838" cy="368301"/>
                </a:xfrm>
                <a:prstGeom prst="ellipse">
                  <a:avLst/>
                </a:prstGeom>
                <a:solidFill>
                  <a:schemeClr val="bg2"/>
                </a:solidFill>
                <a:ln>
                  <a:solidFill>
                    <a:schemeClr val="accent3">
                      <a:lumMod val="20000"/>
                      <a:lumOff val="80000"/>
                    </a:schemeClr>
                  </a:solidFill>
                </a:ln>
                <a:effectLst/>
              </p:spPr>
              <p:txBody>
                <a:bodyPr wrap="square" lIns="0" tIns="0" rIns="0" bIns="0" rtlCol="0" anchor="ctr"/>
                <a:lstStyle/>
                <a:p>
                  <a:pPr algn="ctr"/>
                  <a:endParaRPr lang="en-US" sz="2400">
                    <a:solidFill>
                      <a:schemeClr val="accent5"/>
                    </a:solidFill>
                    <a:latin typeface="Calibri Light" panose="020F0302020204030204" pitchFamily="34" charset="0"/>
                    <a:ea typeface="Human Sans ExtraLight" charset="0"/>
                    <a:cs typeface="Human Sans ExtraLight" charset="0"/>
                  </a:endParaRPr>
                </a:p>
              </p:txBody>
            </p:sp>
            <p:pic>
              <p:nvPicPr>
                <p:cNvPr id="29" name="Graphic 28" descr="Folder Search outline">
                  <a:extLst>
                    <a:ext uri="{FF2B5EF4-FFF2-40B4-BE49-F238E27FC236}">
                      <a16:creationId xmlns:a16="http://schemas.microsoft.com/office/drawing/2014/main" id="{E252D178-1A6F-118C-0DC6-664EDC95F7B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24811" y="2374472"/>
                  <a:ext cx="311156" cy="311154"/>
                </a:xfrm>
                <a:prstGeom prst="rect">
                  <a:avLst/>
                </a:prstGeom>
              </p:spPr>
            </p:pic>
          </p:grpSp>
          <p:cxnSp>
            <p:nvCxnSpPr>
              <p:cNvPr id="24" name="Straight Connector 23">
                <a:extLst>
                  <a:ext uri="{FF2B5EF4-FFF2-40B4-BE49-F238E27FC236}">
                    <a16:creationId xmlns:a16="http://schemas.microsoft.com/office/drawing/2014/main" id="{7F36F521-36E7-78A1-2D45-5F92E0D01481}"/>
                  </a:ext>
                </a:extLst>
              </p:cNvPr>
              <p:cNvCxnSpPr>
                <a:cxnSpLocks/>
                <a:stCxn id="28" idx="1"/>
              </p:cNvCxnSpPr>
              <p:nvPr/>
            </p:nvCxnSpPr>
            <p:spPr>
              <a:xfrm flipH="1" flipV="1">
                <a:off x="-590550" y="2369820"/>
                <a:ext cx="55155" cy="64309"/>
              </a:xfrm>
              <a:prstGeom prst="line">
                <a:avLst/>
              </a:prstGeom>
              <a:ln w="6350">
                <a:solidFill>
                  <a:schemeClr val="accent3">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36886AF7-B281-B85C-1598-B4546B7A6EF8}"/>
                  </a:ext>
                </a:extLst>
              </p:cNvPr>
              <p:cNvCxnSpPr>
                <a:cxnSpLocks/>
                <a:stCxn id="28" idx="7"/>
              </p:cNvCxnSpPr>
              <p:nvPr/>
            </p:nvCxnSpPr>
            <p:spPr>
              <a:xfrm flipV="1">
                <a:off x="-293613" y="2385060"/>
                <a:ext cx="53583" cy="49069"/>
              </a:xfrm>
              <a:prstGeom prst="line">
                <a:avLst/>
              </a:prstGeom>
              <a:ln w="6350">
                <a:solidFill>
                  <a:schemeClr val="accent3">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26" name="Oval 25">
                <a:extLst>
                  <a:ext uri="{FF2B5EF4-FFF2-40B4-BE49-F238E27FC236}">
                    <a16:creationId xmlns:a16="http://schemas.microsoft.com/office/drawing/2014/main" id="{B05223F0-FA10-8224-AA88-3720D8776A05}"/>
                  </a:ext>
                </a:extLst>
              </p:cNvPr>
              <p:cNvSpPr/>
              <p:nvPr/>
            </p:nvSpPr>
            <p:spPr bwMode="auto">
              <a:xfrm>
                <a:off x="-613410" y="2348865"/>
                <a:ext cx="45719" cy="45719"/>
              </a:xfrm>
              <a:prstGeom prst="ellipse">
                <a:avLst/>
              </a:prstGeom>
              <a:solidFill>
                <a:schemeClr val="accent3">
                  <a:lumMod val="40000"/>
                  <a:lumOff val="60000"/>
                </a:schemeClr>
              </a:solidFill>
              <a:ln>
                <a:noFill/>
              </a:ln>
              <a:effectLst/>
            </p:spPr>
            <p:txBody>
              <a:bodyPr wrap="square" lIns="0" tIns="0" rIns="0" bIns="0" rtlCol="0" anchor="ctr"/>
              <a:lstStyle/>
              <a:p>
                <a:pPr algn="ctr"/>
                <a:endParaRPr lang="en-US" sz="2400">
                  <a:solidFill>
                    <a:schemeClr val="accent5"/>
                  </a:solidFill>
                  <a:latin typeface="Calibri Light" panose="020F0302020204030204" pitchFamily="34" charset="0"/>
                  <a:ea typeface="Human Sans ExtraLight" charset="0"/>
                  <a:cs typeface="Human Sans ExtraLight" charset="0"/>
                </a:endParaRPr>
              </a:p>
            </p:txBody>
          </p:sp>
          <p:sp>
            <p:nvSpPr>
              <p:cNvPr id="27" name="Oval 26">
                <a:extLst>
                  <a:ext uri="{FF2B5EF4-FFF2-40B4-BE49-F238E27FC236}">
                    <a16:creationId xmlns:a16="http://schemas.microsoft.com/office/drawing/2014/main" id="{7538953F-8E57-13C6-AA79-A4F2E25E8A11}"/>
                  </a:ext>
                </a:extLst>
              </p:cNvPr>
              <p:cNvSpPr/>
              <p:nvPr/>
            </p:nvSpPr>
            <p:spPr bwMode="auto">
              <a:xfrm>
                <a:off x="-253365" y="2348865"/>
                <a:ext cx="45719" cy="45719"/>
              </a:xfrm>
              <a:prstGeom prst="ellipse">
                <a:avLst/>
              </a:prstGeom>
              <a:solidFill>
                <a:schemeClr val="accent3">
                  <a:lumMod val="40000"/>
                  <a:lumOff val="60000"/>
                </a:schemeClr>
              </a:solidFill>
              <a:ln>
                <a:noFill/>
              </a:ln>
              <a:effectLst/>
            </p:spPr>
            <p:txBody>
              <a:bodyPr wrap="square" lIns="0" tIns="0" rIns="0" bIns="0" rtlCol="0" anchor="ctr"/>
              <a:lstStyle/>
              <a:p>
                <a:pPr algn="ctr"/>
                <a:endParaRPr lang="en-US" sz="2400">
                  <a:solidFill>
                    <a:schemeClr val="accent5"/>
                  </a:solidFill>
                  <a:latin typeface="Calibri Light" panose="020F0302020204030204" pitchFamily="34" charset="0"/>
                  <a:ea typeface="Human Sans ExtraLight" charset="0"/>
                  <a:cs typeface="Human Sans ExtraLight" charset="0"/>
                </a:endParaRPr>
              </a:p>
            </p:txBody>
          </p:sp>
        </p:grpSp>
      </p:grpSp>
      <p:sp>
        <p:nvSpPr>
          <p:cNvPr id="33" name="Rectangle 32">
            <a:extLst>
              <a:ext uri="{FF2B5EF4-FFF2-40B4-BE49-F238E27FC236}">
                <a16:creationId xmlns:a16="http://schemas.microsoft.com/office/drawing/2014/main" id="{D34691C1-E7E3-A598-9826-83E837C30F03}"/>
              </a:ext>
            </a:extLst>
          </p:cNvPr>
          <p:cNvSpPr/>
          <p:nvPr/>
        </p:nvSpPr>
        <p:spPr bwMode="auto">
          <a:xfrm>
            <a:off x="457200" y="3075165"/>
            <a:ext cx="4020000" cy="1005840"/>
          </a:xfrm>
          <a:prstGeom prst="rect">
            <a:avLst/>
          </a:prstGeom>
          <a:noFill/>
          <a:ln>
            <a:gradFill>
              <a:gsLst>
                <a:gs pos="0">
                  <a:schemeClr val="accent2"/>
                </a:gs>
                <a:gs pos="74000">
                  <a:schemeClr val="accent5"/>
                </a:gs>
                <a:gs pos="100000">
                  <a:schemeClr val="accent4"/>
                </a:gs>
              </a:gsLst>
              <a:lin ang="5400000" scaled="1"/>
            </a:gradFill>
          </a:ln>
          <a:effectLst/>
        </p:spPr>
        <p:txBody>
          <a:bodyPr wrap="square" lIns="91440" tIns="0" rIns="914400" bIns="0" rtlCol="0" anchor="ctr" anchorCtr="0"/>
          <a:lstStyle/>
          <a:p>
            <a:pPr fontAlgn="base"/>
            <a:r>
              <a:rPr lang="en-US" sz="1000" b="1">
                <a:solidFill>
                  <a:srgbClr val="000000"/>
                </a:solidFill>
                <a:latin typeface="Calibri" panose="020F0502020204030204" pitchFamily="34" charset="0"/>
              </a:rPr>
              <a:t>Automated Code Generation &amp; Refactoring</a:t>
            </a:r>
            <a:r>
              <a:rPr lang="en-US" sz="1000">
                <a:solidFill>
                  <a:srgbClr val="000000"/>
                </a:solidFill>
                <a:latin typeface="Calibri" panose="020F0502020204030204" pitchFamily="34" charset="0"/>
              </a:rPr>
              <a:t>​</a:t>
            </a:r>
            <a:endParaRPr lang="en-US" sz="1000">
              <a:solidFill>
                <a:srgbClr val="000000"/>
              </a:solidFill>
              <a:latin typeface="Segoe UI" panose="020B0502040204020203" pitchFamily="34" charset="0"/>
            </a:endParaRPr>
          </a:p>
          <a:p>
            <a:pPr fontAlgn="base"/>
            <a:r>
              <a:rPr lang="en-US" sz="1000" b="1" err="1">
                <a:solidFill>
                  <a:srgbClr val="000000"/>
                </a:solidFill>
                <a:latin typeface="Calibri" panose="020F0502020204030204" pitchFamily="34" charset="0"/>
              </a:rPr>
              <a:t>CodeMie</a:t>
            </a:r>
            <a:r>
              <a:rPr lang="en-US" sz="1000">
                <a:solidFill>
                  <a:srgbClr val="000000"/>
                </a:solidFill>
                <a:latin typeface="Calibri" panose="020F0502020204030204" pitchFamily="34" charset="0"/>
              </a:rPr>
              <a:t> assistants can generate new code, suggest improvements to existing modules, and perform automated refactoring within IDE integrations and automation pipelines, boosting developer productivity</a:t>
            </a:r>
            <a:endParaRPr lang="en-US" sz="1000">
              <a:solidFill>
                <a:srgbClr val="000000"/>
              </a:solidFill>
              <a:latin typeface="Segoe UI" panose="020B0502040204020203" pitchFamily="34" charset="0"/>
            </a:endParaRPr>
          </a:p>
        </p:txBody>
      </p:sp>
      <p:sp>
        <p:nvSpPr>
          <p:cNvPr id="34" name="Rectangle 33">
            <a:extLst>
              <a:ext uri="{FF2B5EF4-FFF2-40B4-BE49-F238E27FC236}">
                <a16:creationId xmlns:a16="http://schemas.microsoft.com/office/drawing/2014/main" id="{22BE4121-28E6-9054-6DCC-C5B9C8F750B6}"/>
              </a:ext>
            </a:extLst>
          </p:cNvPr>
          <p:cNvSpPr/>
          <p:nvPr/>
        </p:nvSpPr>
        <p:spPr bwMode="auto">
          <a:xfrm>
            <a:off x="457200" y="4191580"/>
            <a:ext cx="4020000" cy="1005840"/>
          </a:xfrm>
          <a:prstGeom prst="rect">
            <a:avLst/>
          </a:prstGeom>
          <a:noFill/>
          <a:ln>
            <a:gradFill>
              <a:gsLst>
                <a:gs pos="0">
                  <a:schemeClr val="accent2"/>
                </a:gs>
                <a:gs pos="74000">
                  <a:schemeClr val="accent5"/>
                </a:gs>
                <a:gs pos="100000">
                  <a:schemeClr val="accent4"/>
                </a:gs>
              </a:gsLst>
              <a:lin ang="5400000" scaled="1"/>
            </a:gradFill>
          </a:ln>
          <a:effectLst/>
        </p:spPr>
        <p:txBody>
          <a:bodyPr wrap="square" lIns="91440" tIns="0" rIns="1280160" bIns="0" rtlCol="0" anchor="ctr" anchorCtr="0"/>
          <a:lstStyle/>
          <a:p>
            <a:pPr fontAlgn="base"/>
            <a:r>
              <a:rPr lang="en-US" sz="1000" b="1">
                <a:solidFill>
                  <a:srgbClr val="000000"/>
                </a:solidFill>
                <a:latin typeface="Calibri" panose="020F0502020204030204" pitchFamily="34" charset="0"/>
              </a:rPr>
              <a:t>AI-Driven Test Support</a:t>
            </a:r>
            <a:r>
              <a:rPr lang="en-US" sz="1000">
                <a:solidFill>
                  <a:srgbClr val="000000"/>
                </a:solidFill>
                <a:latin typeface="Calibri" panose="020F0502020204030204" pitchFamily="34" charset="0"/>
              </a:rPr>
              <a:t>​</a:t>
            </a:r>
            <a:endParaRPr lang="en-US" sz="1000">
              <a:solidFill>
                <a:srgbClr val="000000"/>
              </a:solidFill>
              <a:latin typeface="Segoe UI" panose="020B0502040204020203" pitchFamily="34" charset="0"/>
            </a:endParaRPr>
          </a:p>
          <a:p>
            <a:pPr fontAlgn="base"/>
            <a:r>
              <a:rPr lang="en-US" sz="1000">
                <a:solidFill>
                  <a:srgbClr val="000000"/>
                </a:solidFill>
                <a:latin typeface="Calibri" panose="020F0502020204030204" pitchFamily="34" charset="0"/>
              </a:rPr>
              <a:t>Automated generation of unit tests, integration tests, and even test case suggestions helps accelerate QA activities, reduces manual effort, and improves test coverage</a:t>
            </a:r>
            <a:endParaRPr lang="en-US" sz="1000">
              <a:solidFill>
                <a:srgbClr val="000000"/>
              </a:solidFill>
              <a:latin typeface="Segoe UI" panose="020B0502040204020203" pitchFamily="34" charset="0"/>
            </a:endParaRPr>
          </a:p>
        </p:txBody>
      </p:sp>
      <p:sp>
        <p:nvSpPr>
          <p:cNvPr id="35" name="Rectangle 34">
            <a:extLst>
              <a:ext uri="{FF2B5EF4-FFF2-40B4-BE49-F238E27FC236}">
                <a16:creationId xmlns:a16="http://schemas.microsoft.com/office/drawing/2014/main" id="{EDE83EC3-D73B-DC6A-0010-BCAD30AA3C65}"/>
              </a:ext>
            </a:extLst>
          </p:cNvPr>
          <p:cNvSpPr/>
          <p:nvPr/>
        </p:nvSpPr>
        <p:spPr bwMode="auto">
          <a:xfrm>
            <a:off x="457200" y="5307995"/>
            <a:ext cx="4020000" cy="1005840"/>
          </a:xfrm>
          <a:prstGeom prst="rect">
            <a:avLst/>
          </a:prstGeom>
          <a:noFill/>
          <a:ln>
            <a:gradFill>
              <a:gsLst>
                <a:gs pos="0">
                  <a:schemeClr val="accent2"/>
                </a:gs>
                <a:gs pos="74000">
                  <a:schemeClr val="accent5"/>
                </a:gs>
                <a:gs pos="100000">
                  <a:schemeClr val="accent4"/>
                </a:gs>
              </a:gsLst>
              <a:lin ang="5400000" scaled="1"/>
            </a:gradFill>
          </a:ln>
          <a:effectLst/>
        </p:spPr>
        <p:txBody>
          <a:bodyPr wrap="square" lIns="91440" tIns="0" rIns="1097280" bIns="0" rtlCol="0" anchor="ctr" anchorCtr="0"/>
          <a:lstStyle/>
          <a:p>
            <a:pPr fontAlgn="base"/>
            <a:r>
              <a:rPr lang="en-US" sz="1000" b="1">
                <a:solidFill>
                  <a:srgbClr val="000000"/>
                </a:solidFill>
                <a:latin typeface="Calibri" panose="020F0502020204030204" pitchFamily="34" charset="0"/>
              </a:rPr>
              <a:t>Intelligent Documentation Support</a:t>
            </a:r>
            <a:r>
              <a:rPr lang="en-US" sz="1000">
                <a:solidFill>
                  <a:srgbClr val="000000"/>
                </a:solidFill>
                <a:latin typeface="Calibri" panose="020F0502020204030204" pitchFamily="34" charset="0"/>
              </a:rPr>
              <a:t>​</a:t>
            </a:r>
            <a:endParaRPr lang="en-US" sz="1000">
              <a:solidFill>
                <a:srgbClr val="000000"/>
              </a:solidFill>
              <a:latin typeface="Segoe UI" panose="020B0502040204020203" pitchFamily="34" charset="0"/>
            </a:endParaRPr>
          </a:p>
          <a:p>
            <a:pPr fontAlgn="base"/>
            <a:r>
              <a:rPr lang="en-US" sz="1000">
                <a:solidFill>
                  <a:srgbClr val="000000"/>
                </a:solidFill>
                <a:latin typeface="Calibri" panose="020F0502020204030204" pitchFamily="34" charset="0"/>
              </a:rPr>
              <a:t>AI agents can assist in producing technical documentation, design guidelines, and migration guides to support knowledge transfer and onboarding</a:t>
            </a:r>
            <a:endParaRPr lang="en-US" sz="1000">
              <a:solidFill>
                <a:srgbClr val="000000"/>
              </a:solidFill>
              <a:latin typeface="Segoe UI" panose="020B0502040204020203" pitchFamily="34" charset="0"/>
            </a:endParaRPr>
          </a:p>
        </p:txBody>
      </p:sp>
      <p:sp>
        <p:nvSpPr>
          <p:cNvPr id="36" name="Rectangle 35">
            <a:extLst>
              <a:ext uri="{FF2B5EF4-FFF2-40B4-BE49-F238E27FC236}">
                <a16:creationId xmlns:a16="http://schemas.microsoft.com/office/drawing/2014/main" id="{5AED048B-2934-91D7-3E51-E60A58A4BECB}"/>
              </a:ext>
            </a:extLst>
          </p:cNvPr>
          <p:cNvSpPr/>
          <p:nvPr/>
        </p:nvSpPr>
        <p:spPr bwMode="auto">
          <a:xfrm>
            <a:off x="4776318" y="1958750"/>
            <a:ext cx="4530000" cy="897958"/>
          </a:xfrm>
          <a:prstGeom prst="rect">
            <a:avLst/>
          </a:prstGeom>
          <a:noFill/>
          <a:ln>
            <a:gradFill>
              <a:gsLst>
                <a:gs pos="0">
                  <a:schemeClr val="accent2"/>
                </a:gs>
                <a:gs pos="74000">
                  <a:schemeClr val="accent5"/>
                </a:gs>
                <a:gs pos="100000">
                  <a:schemeClr val="accent4"/>
                </a:gs>
              </a:gsLst>
              <a:lin ang="5400000" scaled="1"/>
            </a:gradFill>
          </a:ln>
          <a:effectLst/>
        </p:spPr>
        <p:txBody>
          <a:bodyPr wrap="square" lIns="91440" tIns="0" rIns="1188720" bIns="0" rtlCol="0" anchor="ctr" anchorCtr="0"/>
          <a:lstStyle/>
          <a:p>
            <a:r>
              <a:rPr lang="en-US" sz="1000" b="1">
                <a:solidFill>
                  <a:srgbClr val="000000"/>
                </a:solidFill>
                <a:latin typeface="Calibri" panose="020F0502020204030204" pitchFamily="34" charset="0"/>
              </a:rPr>
              <a:t>AI-Enabled Onboarding</a:t>
            </a:r>
            <a:endParaRPr lang="en-US" sz="1000">
              <a:solidFill>
                <a:srgbClr val="000000"/>
              </a:solidFill>
              <a:latin typeface="Calibri" panose="020F0502020204030204" pitchFamily="34" charset="0"/>
            </a:endParaRPr>
          </a:p>
          <a:p>
            <a:pPr>
              <a:buClr>
                <a:srgbClr val="2747FF"/>
              </a:buClr>
            </a:pPr>
            <a:r>
              <a:rPr lang="en-US" sz="1000"/>
              <a:t>AI-powered codebase indexing reduces developer onboarding time.</a:t>
            </a:r>
            <a:r>
              <a:rPr lang="en-US" sz="1000">
                <a:solidFill>
                  <a:srgbClr val="FF0000"/>
                </a:solidFill>
              </a:rPr>
              <a:t> </a:t>
            </a:r>
            <a:r>
              <a:rPr lang="en-US" sz="1000">
                <a:latin typeface="Calibri" pitchFamily="34" charset="0"/>
                <a:ea typeface="Calibri" pitchFamily="34" charset="-122"/>
                <a:cs typeface="Calibri" pitchFamily="34" charset="-120"/>
              </a:rPr>
              <a:t>Frees experienced developers from repeated knowledge transfer, keeping them focused on delivery.</a:t>
            </a:r>
          </a:p>
        </p:txBody>
      </p:sp>
      <p:sp>
        <p:nvSpPr>
          <p:cNvPr id="37" name="Rectangle 36">
            <a:extLst>
              <a:ext uri="{FF2B5EF4-FFF2-40B4-BE49-F238E27FC236}">
                <a16:creationId xmlns:a16="http://schemas.microsoft.com/office/drawing/2014/main" id="{A4772FF0-7997-B79C-5AB5-85B65483F846}"/>
              </a:ext>
            </a:extLst>
          </p:cNvPr>
          <p:cNvSpPr/>
          <p:nvPr/>
        </p:nvSpPr>
        <p:spPr bwMode="auto">
          <a:xfrm>
            <a:off x="4776318" y="2995681"/>
            <a:ext cx="4530000" cy="714892"/>
          </a:xfrm>
          <a:prstGeom prst="rect">
            <a:avLst/>
          </a:prstGeom>
          <a:noFill/>
          <a:ln>
            <a:gradFill>
              <a:gsLst>
                <a:gs pos="0">
                  <a:schemeClr val="accent2"/>
                </a:gs>
                <a:gs pos="74000">
                  <a:schemeClr val="accent5"/>
                </a:gs>
                <a:gs pos="100000">
                  <a:schemeClr val="accent4"/>
                </a:gs>
              </a:gsLst>
              <a:lin ang="5400000" scaled="1"/>
            </a:gradFill>
          </a:ln>
          <a:effectLst/>
        </p:spPr>
        <p:txBody>
          <a:bodyPr wrap="square" lIns="91440" tIns="0" rIns="1188720" bIns="0" rtlCol="0" anchor="ctr" anchorCtr="0"/>
          <a:lstStyle/>
          <a:p>
            <a:r>
              <a:rPr lang="en-US" sz="1000" b="1">
                <a:solidFill>
                  <a:srgbClr val="000000"/>
                </a:solidFill>
                <a:latin typeface="Calibri" panose="020F0502020204030204" pitchFamily="34" charset="0"/>
              </a:rPr>
              <a:t>AI-Enhanced Coverage and Rating Analysis</a:t>
            </a:r>
            <a:endParaRPr lang="en-US" sz="1000">
              <a:solidFill>
                <a:srgbClr val="000000"/>
              </a:solidFill>
              <a:latin typeface="Calibri" panose="020F0502020204030204" pitchFamily="34" charset="0"/>
            </a:endParaRPr>
          </a:p>
          <a:p>
            <a:r>
              <a:rPr lang="en-US" sz="1000">
                <a:latin typeface="Calibri" pitchFamily="34" charset="0"/>
                <a:ea typeface="Calibri" pitchFamily="34" charset="-122"/>
                <a:cs typeface="Calibri" pitchFamily="34" charset="-120"/>
              </a:rPr>
              <a:t>Analyzes and highlights the differences between the current (implemented) Coverage/Rating logic and the new version (new State), enabling faster planning</a:t>
            </a:r>
          </a:p>
        </p:txBody>
      </p:sp>
      <p:sp>
        <p:nvSpPr>
          <p:cNvPr id="45" name="Rectangle 44">
            <a:extLst>
              <a:ext uri="{FF2B5EF4-FFF2-40B4-BE49-F238E27FC236}">
                <a16:creationId xmlns:a16="http://schemas.microsoft.com/office/drawing/2014/main" id="{F65130F0-74AA-6B97-6DD0-02E5ED39B8BE}"/>
              </a:ext>
            </a:extLst>
          </p:cNvPr>
          <p:cNvSpPr/>
          <p:nvPr/>
        </p:nvSpPr>
        <p:spPr bwMode="auto">
          <a:xfrm>
            <a:off x="4776318" y="3849546"/>
            <a:ext cx="4530000" cy="558501"/>
          </a:xfrm>
          <a:prstGeom prst="rect">
            <a:avLst/>
          </a:prstGeom>
          <a:noFill/>
          <a:ln>
            <a:gradFill>
              <a:gsLst>
                <a:gs pos="0">
                  <a:schemeClr val="accent2"/>
                </a:gs>
                <a:gs pos="74000">
                  <a:schemeClr val="accent5"/>
                </a:gs>
                <a:gs pos="100000">
                  <a:schemeClr val="accent4"/>
                </a:gs>
              </a:gsLst>
              <a:lin ang="5400000" scaled="1"/>
            </a:gradFill>
          </a:ln>
          <a:effectLst/>
        </p:spPr>
        <p:txBody>
          <a:bodyPr wrap="square" lIns="91440" tIns="0" rIns="1371600" bIns="0" rtlCol="0" anchor="ctr" anchorCtr="0"/>
          <a:lstStyle/>
          <a:p>
            <a:r>
              <a:rPr lang="en-US" sz="1000" b="1">
                <a:solidFill>
                  <a:srgbClr val="000000"/>
                </a:solidFill>
                <a:latin typeface="Calibri" panose="020F0502020204030204" pitchFamily="34" charset="0"/>
              </a:rPr>
              <a:t>AI-Supported Coverage and Rating Code Implementation </a:t>
            </a:r>
            <a:endParaRPr lang="en-US" sz="1000">
              <a:solidFill>
                <a:srgbClr val="000000"/>
              </a:solidFill>
              <a:latin typeface="Calibri" panose="020F0502020204030204" pitchFamily="34" charset="0"/>
            </a:endParaRPr>
          </a:p>
          <a:p>
            <a:r>
              <a:rPr lang="en-US" sz="1000">
                <a:latin typeface="Calibri" pitchFamily="34" charset="0"/>
                <a:ea typeface="Calibri" pitchFamily="34" charset="-122"/>
                <a:cs typeface="Calibri" pitchFamily="34" charset="-120"/>
              </a:rPr>
              <a:t>Implementation of additional States Coverage/Rating   logic accelerated by an AI agent</a:t>
            </a:r>
            <a:endParaRPr lang="en-US" sz="1000"/>
          </a:p>
        </p:txBody>
      </p:sp>
      <p:sp>
        <p:nvSpPr>
          <p:cNvPr id="47" name="Rectangle 46">
            <a:extLst>
              <a:ext uri="{FF2B5EF4-FFF2-40B4-BE49-F238E27FC236}">
                <a16:creationId xmlns:a16="http://schemas.microsoft.com/office/drawing/2014/main" id="{900F9680-B448-B9CB-C170-FE07FD9E541F}"/>
              </a:ext>
            </a:extLst>
          </p:cNvPr>
          <p:cNvSpPr/>
          <p:nvPr/>
        </p:nvSpPr>
        <p:spPr bwMode="auto">
          <a:xfrm>
            <a:off x="4776318" y="4547021"/>
            <a:ext cx="4530000" cy="750000"/>
          </a:xfrm>
          <a:prstGeom prst="rect">
            <a:avLst/>
          </a:prstGeom>
          <a:noFill/>
          <a:ln>
            <a:gradFill>
              <a:gsLst>
                <a:gs pos="0">
                  <a:schemeClr val="accent2"/>
                </a:gs>
                <a:gs pos="74000">
                  <a:schemeClr val="accent5"/>
                </a:gs>
                <a:gs pos="100000">
                  <a:schemeClr val="accent4"/>
                </a:gs>
              </a:gsLst>
              <a:lin ang="5400000" scaled="1"/>
            </a:gradFill>
          </a:ln>
          <a:effectLst/>
        </p:spPr>
        <p:txBody>
          <a:bodyPr wrap="square" lIns="91440" tIns="0" rIns="1097280" bIns="0" rtlCol="0" anchor="ctr" anchorCtr="0"/>
          <a:lstStyle/>
          <a:p>
            <a:r>
              <a:rPr lang="en-US" sz="1000" b="1">
                <a:solidFill>
                  <a:srgbClr val="000000"/>
                </a:solidFill>
                <a:latin typeface="Calibri" panose="020F0502020204030204" pitchFamily="34" charset="0"/>
              </a:rPr>
              <a:t>AI-Generated Unit Tests</a:t>
            </a:r>
            <a:endParaRPr lang="en-US" sz="1000">
              <a:solidFill>
                <a:srgbClr val="000000"/>
              </a:solidFill>
              <a:latin typeface="Calibri" panose="020F0502020204030204" pitchFamily="34" charset="0"/>
            </a:endParaRPr>
          </a:p>
          <a:p>
            <a:r>
              <a:rPr lang="en-US" sz="1000">
                <a:latin typeface="Calibri" pitchFamily="34" charset="0"/>
                <a:ea typeface="Calibri" pitchFamily="34" charset="-122"/>
                <a:cs typeface="Calibri" pitchFamily="34" charset="-120"/>
              </a:rPr>
              <a:t>Increases test coverage and code quality across all states, ensuring consistent validation standards while freeing developers to focus on business logic.</a:t>
            </a:r>
            <a:endParaRPr lang="en-US" sz="1000"/>
          </a:p>
        </p:txBody>
      </p:sp>
      <p:grpSp>
        <p:nvGrpSpPr>
          <p:cNvPr id="7" name="Group 6">
            <a:extLst>
              <a:ext uri="{FF2B5EF4-FFF2-40B4-BE49-F238E27FC236}">
                <a16:creationId xmlns:a16="http://schemas.microsoft.com/office/drawing/2014/main" id="{A5C2997D-D0EB-1B36-A783-485FDD2455CE}"/>
              </a:ext>
            </a:extLst>
          </p:cNvPr>
          <p:cNvGrpSpPr/>
          <p:nvPr/>
        </p:nvGrpSpPr>
        <p:grpSpPr>
          <a:xfrm>
            <a:off x="7967859" y="2038857"/>
            <a:ext cx="1211613" cy="279074"/>
            <a:chOff x="9905040" y="2265375"/>
            <a:chExt cx="1211612" cy="279074"/>
          </a:xfrm>
        </p:grpSpPr>
        <p:sp>
          <p:nvSpPr>
            <p:cNvPr id="8" name="Text Placeholder 3">
              <a:extLst>
                <a:ext uri="{FF2B5EF4-FFF2-40B4-BE49-F238E27FC236}">
                  <a16:creationId xmlns:a16="http://schemas.microsoft.com/office/drawing/2014/main" id="{D74963DD-08AC-0577-26DF-DDFB43948D75}"/>
                </a:ext>
              </a:extLst>
            </p:cNvPr>
            <p:cNvSpPr txBox="1">
              <a:spLocks/>
            </p:cNvSpPr>
            <p:nvPr/>
          </p:nvSpPr>
          <p:spPr>
            <a:xfrm>
              <a:off x="9905040" y="2265375"/>
              <a:ext cx="885409" cy="279074"/>
            </a:xfrm>
            <a:prstGeom prst="rect">
              <a:avLst/>
            </a:prstGeom>
          </p:spPr>
          <p:txBody>
            <a:bodyPr lIns="0" tIns="0" rIns="0" bIns="0" anchor="ctr">
              <a:noAutofit/>
            </a:bodyPr>
            <a:lstStyle>
              <a:defPPr>
                <a:defRPr lang="en-US"/>
              </a:defPPr>
              <a:lvl1pPr marR="0" lvl="0" indent="0" fontAlgn="auto">
                <a:lnSpc>
                  <a:spcPts val="1600"/>
                </a:lnSpc>
                <a:spcBef>
                  <a:spcPts val="0"/>
                </a:spcBef>
                <a:spcAft>
                  <a:spcPts val="0"/>
                </a:spcAft>
                <a:buClrTx/>
                <a:buSzTx/>
                <a:buFont typeface="Arial" panose="020B0604020202020204" pitchFamily="34" charset="0"/>
                <a:buNone/>
                <a:tabLst/>
                <a:defRPr kumimoji="0" sz="1400" b="1" i="0" u="none" strike="noStrike" cap="none" spc="0" normalizeH="0" baseline="0">
                  <a:ln>
                    <a:noFill/>
                  </a:ln>
                  <a:gradFill>
                    <a:gsLst>
                      <a:gs pos="0">
                        <a:schemeClr val="accent2"/>
                      </a:gs>
                      <a:gs pos="34000">
                        <a:schemeClr val="accent2">
                          <a:lumMod val="75000"/>
                        </a:schemeClr>
                      </a:gs>
                      <a:gs pos="99000">
                        <a:schemeClr val="accent4"/>
                      </a:gs>
                    </a:gsLst>
                    <a:lin ang="2400000" scaled="0"/>
                  </a:gradFill>
                  <a:effectLst/>
                  <a:uLnTx/>
                  <a:uFillTx/>
                  <a:latin typeface="Calibri" panose="020F0502020204030204" pitchFamily="34" charset="0"/>
                  <a:ea typeface="Source Sans Pro" panose="020B0503030403020204" pitchFamily="34" charset="0"/>
                  <a:cs typeface="Calibri" panose="020F0502020204030204" pitchFamily="34" charset="0"/>
                </a:defRPr>
              </a:lvl1pPr>
              <a:lvl2pPr marL="6350" indent="0">
                <a:lnSpc>
                  <a:spcPct val="110000"/>
                </a:lnSpc>
                <a:spcBef>
                  <a:spcPts val="600"/>
                </a:spcBef>
                <a:spcAft>
                  <a:spcPts val="0"/>
                </a:spcAft>
                <a:buFont typeface="Arial" panose="020B0604020202020204" pitchFamily="34" charset="0"/>
                <a:buNone/>
                <a:tabLst/>
                <a:defRPr sz="1200" b="0" i="0">
                  <a:latin typeface="Calibri Light" panose="020F0302020204030204" pitchFamily="34" charset="0"/>
                  <a:ea typeface="Source Sans Pro" panose="020B0503030403020204" pitchFamily="34" charset="0"/>
                  <a:cs typeface="Calibri Light" panose="020F0302020204030204" pitchFamily="34" charset="0"/>
                </a:defRPr>
              </a:lvl2pPr>
              <a:lvl3pPr marL="228600" indent="-228600">
                <a:lnSpc>
                  <a:spcPct val="110000"/>
                </a:lnSpc>
                <a:spcBef>
                  <a:spcPts val="600"/>
                </a:spcBef>
                <a:spcAft>
                  <a:spcPts val="0"/>
                </a:spcAft>
                <a:buFont typeface="Arial" panose="020B0604020202020204" pitchFamily="34" charset="0"/>
                <a:buChar char="•"/>
                <a:tabLst/>
                <a:defRPr sz="1200" b="0" i="0">
                  <a:latin typeface="Calibri Light" panose="020F0302020204030204" pitchFamily="34" charset="0"/>
                  <a:ea typeface="Source Sans Pro" panose="020B0503030403020204" pitchFamily="34" charset="0"/>
                  <a:cs typeface="Calibri Light" panose="020F0302020204030204" pitchFamily="34" charset="0"/>
                </a:defRPr>
              </a:lvl3pPr>
              <a:lvl4pPr marL="401638" indent="-228600">
                <a:lnSpc>
                  <a:spcPct val="110000"/>
                </a:lnSpc>
                <a:spcBef>
                  <a:spcPts val="600"/>
                </a:spcBef>
                <a:spcAft>
                  <a:spcPts val="0"/>
                </a:spcAft>
                <a:buFont typeface="Arial" panose="020B0604020202020204" pitchFamily="34" charset="0"/>
                <a:buChar char="•"/>
                <a:tabLst/>
                <a:defRPr sz="1200" b="0" i="0">
                  <a:latin typeface="Calibri Light" panose="020F0302020204030204" pitchFamily="34" charset="0"/>
                  <a:ea typeface="Source Sans Pro" panose="020B0503030403020204" pitchFamily="34" charset="0"/>
                  <a:cs typeface="Calibri Light" panose="020F0302020204030204" pitchFamily="34" charset="0"/>
                </a:defRPr>
              </a:lvl4pPr>
              <a:lvl5pPr marL="582613" indent="-228600">
                <a:lnSpc>
                  <a:spcPct val="110000"/>
                </a:lnSpc>
                <a:spcBef>
                  <a:spcPts val="600"/>
                </a:spcBef>
                <a:spcAft>
                  <a:spcPts val="0"/>
                </a:spcAft>
                <a:buFont typeface="Arial" panose="020B0604020202020204" pitchFamily="34" charset="0"/>
                <a:buChar char="•"/>
                <a:tabLst/>
                <a:defRPr sz="1200" b="0" i="0">
                  <a:latin typeface="Calibri Light" panose="020F0302020204030204" pitchFamily="34" charset="0"/>
                  <a:ea typeface="Source Sans Pro" panose="020B0503030403020204" pitchFamily="34" charset="0"/>
                  <a:cs typeface="Calibri Light" panose="020F0302020204030204" pitchFamily="34" charset="0"/>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gn="r" defTabSz="914282">
                <a:lnSpc>
                  <a:spcPct val="100000"/>
                </a:lnSpc>
                <a:defRPr/>
              </a:pPr>
              <a:r>
                <a:rPr lang="en-US" sz="800">
                  <a:solidFill>
                    <a:schemeClr val="accent1"/>
                  </a:solidFill>
                  <a:latin typeface="Calibri"/>
                </a:rPr>
                <a:t>Knowledgebase Agent</a:t>
              </a:r>
            </a:p>
          </p:txBody>
        </p:sp>
        <p:grpSp>
          <p:nvGrpSpPr>
            <p:cNvPr id="9" name="Group 8">
              <a:extLst>
                <a:ext uri="{FF2B5EF4-FFF2-40B4-BE49-F238E27FC236}">
                  <a16:creationId xmlns:a16="http://schemas.microsoft.com/office/drawing/2014/main" id="{8FA7F367-DBF5-1189-E50E-157575AA8DFB}"/>
                </a:ext>
              </a:extLst>
            </p:cNvPr>
            <p:cNvGrpSpPr/>
            <p:nvPr/>
          </p:nvGrpSpPr>
          <p:grpSpPr>
            <a:xfrm>
              <a:off x="10897194" y="2299780"/>
              <a:ext cx="219458" cy="201168"/>
              <a:chOff x="-613410" y="2348865"/>
              <a:chExt cx="405764" cy="363849"/>
            </a:xfrm>
          </p:grpSpPr>
          <p:grpSp>
            <p:nvGrpSpPr>
              <p:cNvPr id="10" name="Group 9">
                <a:extLst>
                  <a:ext uri="{FF2B5EF4-FFF2-40B4-BE49-F238E27FC236}">
                    <a16:creationId xmlns:a16="http://schemas.microsoft.com/office/drawing/2014/main" id="{D2E5606F-A919-3F40-9007-7B75634F932E}"/>
                  </a:ext>
                </a:extLst>
              </p:cNvPr>
              <p:cNvGrpSpPr/>
              <p:nvPr/>
            </p:nvGrpSpPr>
            <p:grpSpPr>
              <a:xfrm>
                <a:off x="-585470" y="2386324"/>
                <a:ext cx="341932" cy="326390"/>
                <a:chOff x="-680720" y="2332990"/>
                <a:chExt cx="385838" cy="368301"/>
              </a:xfrm>
            </p:grpSpPr>
            <p:sp>
              <p:nvSpPr>
                <p:cNvPr id="17" name="Oval 16">
                  <a:extLst>
                    <a:ext uri="{FF2B5EF4-FFF2-40B4-BE49-F238E27FC236}">
                      <a16:creationId xmlns:a16="http://schemas.microsoft.com/office/drawing/2014/main" id="{4BB20E9A-A0EE-378C-EE67-BBEC1F958383}"/>
                    </a:ext>
                  </a:extLst>
                </p:cNvPr>
                <p:cNvSpPr/>
                <p:nvPr/>
              </p:nvSpPr>
              <p:spPr bwMode="auto">
                <a:xfrm>
                  <a:off x="-680720" y="2332990"/>
                  <a:ext cx="385838" cy="368301"/>
                </a:xfrm>
                <a:prstGeom prst="ellipse">
                  <a:avLst/>
                </a:prstGeom>
                <a:solidFill>
                  <a:schemeClr val="bg2"/>
                </a:solidFill>
                <a:ln>
                  <a:solidFill>
                    <a:schemeClr val="accent3">
                      <a:lumMod val="20000"/>
                      <a:lumOff val="80000"/>
                    </a:schemeClr>
                  </a:solidFill>
                </a:ln>
                <a:effectLst/>
              </p:spPr>
              <p:txBody>
                <a:bodyPr wrap="square" lIns="0" tIns="0" rIns="0" bIns="0" rtlCol="0" anchor="ctr"/>
                <a:lstStyle/>
                <a:p>
                  <a:pPr algn="ctr"/>
                  <a:endParaRPr lang="en-US" sz="2400">
                    <a:solidFill>
                      <a:schemeClr val="accent5"/>
                    </a:solidFill>
                    <a:latin typeface="Calibri Light" panose="020F0302020204030204" pitchFamily="34" charset="0"/>
                    <a:ea typeface="Human Sans ExtraLight" charset="0"/>
                    <a:cs typeface="Human Sans ExtraLight" charset="0"/>
                  </a:endParaRPr>
                </a:p>
              </p:txBody>
            </p:sp>
            <p:pic>
              <p:nvPicPr>
                <p:cNvPr id="19" name="Graphic 18" descr="Folder Search outline">
                  <a:extLst>
                    <a:ext uri="{FF2B5EF4-FFF2-40B4-BE49-F238E27FC236}">
                      <a16:creationId xmlns:a16="http://schemas.microsoft.com/office/drawing/2014/main" id="{A502DA03-6F62-C20C-9DB9-A7FFC7F97FF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24811" y="2374472"/>
                  <a:ext cx="311156" cy="311154"/>
                </a:xfrm>
                <a:prstGeom prst="rect">
                  <a:avLst/>
                </a:prstGeom>
              </p:spPr>
            </p:pic>
          </p:grpSp>
          <p:cxnSp>
            <p:nvCxnSpPr>
              <p:cNvPr id="11" name="Straight Connector 10">
                <a:extLst>
                  <a:ext uri="{FF2B5EF4-FFF2-40B4-BE49-F238E27FC236}">
                    <a16:creationId xmlns:a16="http://schemas.microsoft.com/office/drawing/2014/main" id="{8BC14572-00CA-6DCE-D6D7-4DAD527FFC27}"/>
                  </a:ext>
                </a:extLst>
              </p:cNvPr>
              <p:cNvCxnSpPr>
                <a:cxnSpLocks/>
                <a:stCxn id="17" idx="1"/>
              </p:cNvCxnSpPr>
              <p:nvPr/>
            </p:nvCxnSpPr>
            <p:spPr>
              <a:xfrm flipH="1" flipV="1">
                <a:off x="-590550" y="2369820"/>
                <a:ext cx="55155" cy="64309"/>
              </a:xfrm>
              <a:prstGeom prst="line">
                <a:avLst/>
              </a:prstGeom>
              <a:ln w="6350">
                <a:solidFill>
                  <a:schemeClr val="accent3">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47851CD-063F-6D1B-3B86-CAB91130AE05}"/>
                  </a:ext>
                </a:extLst>
              </p:cNvPr>
              <p:cNvCxnSpPr>
                <a:cxnSpLocks/>
                <a:stCxn id="17" idx="7"/>
              </p:cNvCxnSpPr>
              <p:nvPr/>
            </p:nvCxnSpPr>
            <p:spPr>
              <a:xfrm flipV="1">
                <a:off x="-293613" y="2385060"/>
                <a:ext cx="53583" cy="49069"/>
              </a:xfrm>
              <a:prstGeom prst="line">
                <a:avLst/>
              </a:prstGeom>
              <a:ln w="6350">
                <a:solidFill>
                  <a:schemeClr val="accent3">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14" name="Oval 13">
                <a:extLst>
                  <a:ext uri="{FF2B5EF4-FFF2-40B4-BE49-F238E27FC236}">
                    <a16:creationId xmlns:a16="http://schemas.microsoft.com/office/drawing/2014/main" id="{27BD13B8-62AE-116D-8300-5C7F0FB2BC21}"/>
                  </a:ext>
                </a:extLst>
              </p:cNvPr>
              <p:cNvSpPr/>
              <p:nvPr/>
            </p:nvSpPr>
            <p:spPr bwMode="auto">
              <a:xfrm>
                <a:off x="-613410" y="2348865"/>
                <a:ext cx="45719" cy="45719"/>
              </a:xfrm>
              <a:prstGeom prst="ellipse">
                <a:avLst/>
              </a:prstGeom>
              <a:solidFill>
                <a:schemeClr val="accent3">
                  <a:lumMod val="40000"/>
                  <a:lumOff val="60000"/>
                </a:schemeClr>
              </a:solidFill>
              <a:ln>
                <a:noFill/>
              </a:ln>
              <a:effectLst/>
            </p:spPr>
            <p:txBody>
              <a:bodyPr wrap="square" lIns="0" tIns="0" rIns="0" bIns="0" rtlCol="0" anchor="ctr"/>
              <a:lstStyle/>
              <a:p>
                <a:pPr algn="ctr"/>
                <a:endParaRPr lang="en-US" sz="2400">
                  <a:solidFill>
                    <a:schemeClr val="accent5"/>
                  </a:solidFill>
                  <a:latin typeface="Calibri Light" panose="020F0302020204030204" pitchFamily="34" charset="0"/>
                  <a:ea typeface="Human Sans ExtraLight" charset="0"/>
                  <a:cs typeface="Human Sans ExtraLight" charset="0"/>
                </a:endParaRPr>
              </a:p>
            </p:txBody>
          </p:sp>
          <p:sp>
            <p:nvSpPr>
              <p:cNvPr id="16" name="Oval 15">
                <a:extLst>
                  <a:ext uri="{FF2B5EF4-FFF2-40B4-BE49-F238E27FC236}">
                    <a16:creationId xmlns:a16="http://schemas.microsoft.com/office/drawing/2014/main" id="{23B70069-41BD-DD87-A133-34FD9E74AC4F}"/>
                  </a:ext>
                </a:extLst>
              </p:cNvPr>
              <p:cNvSpPr/>
              <p:nvPr/>
            </p:nvSpPr>
            <p:spPr bwMode="auto">
              <a:xfrm>
                <a:off x="-253365" y="2348865"/>
                <a:ext cx="45719" cy="45719"/>
              </a:xfrm>
              <a:prstGeom prst="ellipse">
                <a:avLst/>
              </a:prstGeom>
              <a:solidFill>
                <a:schemeClr val="accent3">
                  <a:lumMod val="40000"/>
                  <a:lumOff val="60000"/>
                </a:schemeClr>
              </a:solidFill>
              <a:ln>
                <a:noFill/>
              </a:ln>
              <a:effectLst/>
            </p:spPr>
            <p:txBody>
              <a:bodyPr wrap="square" lIns="0" tIns="0" rIns="0" bIns="0" rtlCol="0" anchor="ctr"/>
              <a:lstStyle/>
              <a:p>
                <a:pPr algn="ctr"/>
                <a:endParaRPr lang="en-US" sz="2400">
                  <a:solidFill>
                    <a:schemeClr val="accent5"/>
                  </a:solidFill>
                  <a:latin typeface="Calibri Light" panose="020F0302020204030204" pitchFamily="34" charset="0"/>
                  <a:ea typeface="Human Sans ExtraLight" charset="0"/>
                  <a:cs typeface="Human Sans ExtraLight" charset="0"/>
                </a:endParaRPr>
              </a:p>
            </p:txBody>
          </p:sp>
        </p:grpSp>
      </p:grpSp>
      <p:sp>
        <p:nvSpPr>
          <p:cNvPr id="48" name="Rectangle 47">
            <a:extLst>
              <a:ext uri="{FF2B5EF4-FFF2-40B4-BE49-F238E27FC236}">
                <a16:creationId xmlns:a16="http://schemas.microsoft.com/office/drawing/2014/main" id="{1A8FAB12-244E-45D7-D929-1ED72D18D7DD}"/>
              </a:ext>
            </a:extLst>
          </p:cNvPr>
          <p:cNvSpPr/>
          <p:nvPr/>
        </p:nvSpPr>
        <p:spPr bwMode="auto">
          <a:xfrm>
            <a:off x="4776318" y="5764292"/>
            <a:ext cx="4530000" cy="549543"/>
          </a:xfrm>
          <a:prstGeom prst="rect">
            <a:avLst/>
          </a:prstGeom>
          <a:noFill/>
          <a:ln>
            <a:gradFill>
              <a:gsLst>
                <a:gs pos="0">
                  <a:schemeClr val="accent2"/>
                </a:gs>
                <a:gs pos="74000">
                  <a:schemeClr val="accent5"/>
                </a:gs>
                <a:gs pos="100000">
                  <a:schemeClr val="accent4"/>
                </a:gs>
              </a:gsLst>
              <a:lin ang="5400000" scaled="1"/>
            </a:gradFill>
          </a:ln>
          <a:effectLst/>
        </p:spPr>
        <p:txBody>
          <a:bodyPr wrap="square" lIns="60000" tIns="0" rIns="60000" bIns="0" rtlCol="0" anchor="ctr" anchorCtr="0"/>
          <a:lstStyle/>
          <a:p>
            <a:pPr fontAlgn="base"/>
            <a:r>
              <a:rPr lang="en-US" sz="1000" b="1">
                <a:solidFill>
                  <a:srgbClr val="000000"/>
                </a:solidFill>
                <a:latin typeface="Calibri" panose="020F0502020204030204" pitchFamily="34" charset="0"/>
              </a:rPr>
              <a:t>AI-Enabled SDLC</a:t>
            </a:r>
            <a:r>
              <a:rPr lang="en-US" sz="1000">
                <a:solidFill>
                  <a:srgbClr val="000000"/>
                </a:solidFill>
                <a:latin typeface="Calibri" panose="020F0502020204030204" pitchFamily="34" charset="0"/>
              </a:rPr>
              <a:t> - Integrating AI tools into SDLC to boost efficiency. This involves automating requirement documentation, thoroughly reverse-engineering project documents, streamlining workflows etc. </a:t>
            </a:r>
            <a:endParaRPr lang="en-US" sz="1000">
              <a:solidFill>
                <a:srgbClr val="000000"/>
              </a:solidFill>
              <a:latin typeface="Segoe UI" panose="020B0502040204020203" pitchFamily="34" charset="0"/>
            </a:endParaRPr>
          </a:p>
        </p:txBody>
      </p:sp>
      <p:grpSp>
        <p:nvGrpSpPr>
          <p:cNvPr id="63" name="Group 62">
            <a:extLst>
              <a:ext uri="{FF2B5EF4-FFF2-40B4-BE49-F238E27FC236}">
                <a16:creationId xmlns:a16="http://schemas.microsoft.com/office/drawing/2014/main" id="{B2D00F0C-1DAB-9B14-8A25-3D89890D24B5}"/>
              </a:ext>
            </a:extLst>
          </p:cNvPr>
          <p:cNvGrpSpPr/>
          <p:nvPr/>
        </p:nvGrpSpPr>
        <p:grpSpPr>
          <a:xfrm>
            <a:off x="7967859" y="3083776"/>
            <a:ext cx="1211613" cy="279074"/>
            <a:chOff x="9905040" y="2265375"/>
            <a:chExt cx="1211612" cy="279074"/>
          </a:xfrm>
        </p:grpSpPr>
        <p:sp>
          <p:nvSpPr>
            <p:cNvPr id="64" name="Text Placeholder 3">
              <a:extLst>
                <a:ext uri="{FF2B5EF4-FFF2-40B4-BE49-F238E27FC236}">
                  <a16:creationId xmlns:a16="http://schemas.microsoft.com/office/drawing/2014/main" id="{2C57FE58-7483-A058-3B6C-B55105AD074C}"/>
                </a:ext>
              </a:extLst>
            </p:cNvPr>
            <p:cNvSpPr txBox="1">
              <a:spLocks/>
            </p:cNvSpPr>
            <p:nvPr/>
          </p:nvSpPr>
          <p:spPr>
            <a:xfrm>
              <a:off x="9905040" y="2265375"/>
              <a:ext cx="885409" cy="279074"/>
            </a:xfrm>
            <a:prstGeom prst="rect">
              <a:avLst/>
            </a:prstGeom>
          </p:spPr>
          <p:txBody>
            <a:bodyPr lIns="0" tIns="0" rIns="0" bIns="0" anchor="ctr">
              <a:noAutofit/>
            </a:bodyPr>
            <a:lstStyle>
              <a:defPPr>
                <a:defRPr lang="en-US"/>
              </a:defPPr>
              <a:lvl1pPr marR="0" lvl="0" indent="0" fontAlgn="auto">
                <a:lnSpc>
                  <a:spcPts val="1600"/>
                </a:lnSpc>
                <a:spcBef>
                  <a:spcPts val="0"/>
                </a:spcBef>
                <a:spcAft>
                  <a:spcPts val="0"/>
                </a:spcAft>
                <a:buClrTx/>
                <a:buSzTx/>
                <a:buFont typeface="Arial" panose="020B0604020202020204" pitchFamily="34" charset="0"/>
                <a:buNone/>
                <a:tabLst/>
                <a:defRPr kumimoji="0" sz="1400" b="1" i="0" u="none" strike="noStrike" cap="none" spc="0" normalizeH="0" baseline="0">
                  <a:ln>
                    <a:noFill/>
                  </a:ln>
                  <a:gradFill>
                    <a:gsLst>
                      <a:gs pos="0">
                        <a:schemeClr val="accent2"/>
                      </a:gs>
                      <a:gs pos="34000">
                        <a:schemeClr val="accent2">
                          <a:lumMod val="75000"/>
                        </a:schemeClr>
                      </a:gs>
                      <a:gs pos="99000">
                        <a:schemeClr val="accent4"/>
                      </a:gs>
                    </a:gsLst>
                    <a:lin ang="2400000" scaled="0"/>
                  </a:gradFill>
                  <a:effectLst/>
                  <a:uLnTx/>
                  <a:uFillTx/>
                  <a:latin typeface="Calibri" panose="020F0502020204030204" pitchFamily="34" charset="0"/>
                  <a:ea typeface="Source Sans Pro" panose="020B0503030403020204" pitchFamily="34" charset="0"/>
                  <a:cs typeface="Calibri" panose="020F0502020204030204" pitchFamily="34" charset="0"/>
                </a:defRPr>
              </a:lvl1pPr>
              <a:lvl2pPr marL="6350" indent="0">
                <a:lnSpc>
                  <a:spcPct val="110000"/>
                </a:lnSpc>
                <a:spcBef>
                  <a:spcPts val="600"/>
                </a:spcBef>
                <a:spcAft>
                  <a:spcPts val="0"/>
                </a:spcAft>
                <a:buFont typeface="Arial" panose="020B0604020202020204" pitchFamily="34" charset="0"/>
                <a:buNone/>
                <a:tabLst/>
                <a:defRPr sz="1200" b="0" i="0">
                  <a:latin typeface="Calibri Light" panose="020F0302020204030204" pitchFamily="34" charset="0"/>
                  <a:ea typeface="Source Sans Pro" panose="020B0503030403020204" pitchFamily="34" charset="0"/>
                  <a:cs typeface="Calibri Light" panose="020F0302020204030204" pitchFamily="34" charset="0"/>
                </a:defRPr>
              </a:lvl2pPr>
              <a:lvl3pPr marL="228600" indent="-228600">
                <a:lnSpc>
                  <a:spcPct val="110000"/>
                </a:lnSpc>
                <a:spcBef>
                  <a:spcPts val="600"/>
                </a:spcBef>
                <a:spcAft>
                  <a:spcPts val="0"/>
                </a:spcAft>
                <a:buFont typeface="Arial" panose="020B0604020202020204" pitchFamily="34" charset="0"/>
                <a:buChar char="•"/>
                <a:tabLst/>
                <a:defRPr sz="1200" b="0" i="0">
                  <a:latin typeface="Calibri Light" panose="020F0302020204030204" pitchFamily="34" charset="0"/>
                  <a:ea typeface="Source Sans Pro" panose="020B0503030403020204" pitchFamily="34" charset="0"/>
                  <a:cs typeface="Calibri Light" panose="020F0302020204030204" pitchFamily="34" charset="0"/>
                </a:defRPr>
              </a:lvl3pPr>
              <a:lvl4pPr marL="401638" indent="-228600">
                <a:lnSpc>
                  <a:spcPct val="110000"/>
                </a:lnSpc>
                <a:spcBef>
                  <a:spcPts val="600"/>
                </a:spcBef>
                <a:spcAft>
                  <a:spcPts val="0"/>
                </a:spcAft>
                <a:buFont typeface="Arial" panose="020B0604020202020204" pitchFamily="34" charset="0"/>
                <a:buChar char="•"/>
                <a:tabLst/>
                <a:defRPr sz="1200" b="0" i="0">
                  <a:latin typeface="Calibri Light" panose="020F0302020204030204" pitchFamily="34" charset="0"/>
                  <a:ea typeface="Source Sans Pro" panose="020B0503030403020204" pitchFamily="34" charset="0"/>
                  <a:cs typeface="Calibri Light" panose="020F0302020204030204" pitchFamily="34" charset="0"/>
                </a:defRPr>
              </a:lvl4pPr>
              <a:lvl5pPr marL="582613" indent="-228600">
                <a:lnSpc>
                  <a:spcPct val="110000"/>
                </a:lnSpc>
                <a:spcBef>
                  <a:spcPts val="600"/>
                </a:spcBef>
                <a:spcAft>
                  <a:spcPts val="0"/>
                </a:spcAft>
                <a:buFont typeface="Arial" panose="020B0604020202020204" pitchFamily="34" charset="0"/>
                <a:buChar char="•"/>
                <a:tabLst/>
                <a:defRPr sz="1200" b="0" i="0">
                  <a:latin typeface="Calibri Light" panose="020F0302020204030204" pitchFamily="34" charset="0"/>
                  <a:ea typeface="Source Sans Pro" panose="020B0503030403020204" pitchFamily="34" charset="0"/>
                  <a:cs typeface="Calibri Light" panose="020F0302020204030204" pitchFamily="34" charset="0"/>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gn="r" defTabSz="914282">
                <a:lnSpc>
                  <a:spcPct val="100000"/>
                </a:lnSpc>
                <a:defRPr/>
              </a:pPr>
              <a:r>
                <a:rPr lang="en-US" sz="800">
                  <a:solidFill>
                    <a:schemeClr val="accent1"/>
                  </a:solidFill>
                  <a:latin typeface="Calibri"/>
                </a:rPr>
                <a:t>Coverage and Rating Analysis Agent</a:t>
              </a:r>
            </a:p>
          </p:txBody>
        </p:sp>
        <p:grpSp>
          <p:nvGrpSpPr>
            <p:cNvPr id="65" name="Group 64">
              <a:extLst>
                <a:ext uri="{FF2B5EF4-FFF2-40B4-BE49-F238E27FC236}">
                  <a16:creationId xmlns:a16="http://schemas.microsoft.com/office/drawing/2014/main" id="{DE110463-6161-7E41-6FB2-E1B4866F6416}"/>
                </a:ext>
              </a:extLst>
            </p:cNvPr>
            <p:cNvGrpSpPr/>
            <p:nvPr/>
          </p:nvGrpSpPr>
          <p:grpSpPr>
            <a:xfrm>
              <a:off x="10897194" y="2299780"/>
              <a:ext cx="219458" cy="201168"/>
              <a:chOff x="-613410" y="2348865"/>
              <a:chExt cx="405764" cy="363849"/>
            </a:xfrm>
          </p:grpSpPr>
          <p:grpSp>
            <p:nvGrpSpPr>
              <p:cNvPr id="66" name="Group 65">
                <a:extLst>
                  <a:ext uri="{FF2B5EF4-FFF2-40B4-BE49-F238E27FC236}">
                    <a16:creationId xmlns:a16="http://schemas.microsoft.com/office/drawing/2014/main" id="{5354E638-24C1-28CA-6D1F-79E6E8372713}"/>
                  </a:ext>
                </a:extLst>
              </p:cNvPr>
              <p:cNvGrpSpPr/>
              <p:nvPr/>
            </p:nvGrpSpPr>
            <p:grpSpPr>
              <a:xfrm>
                <a:off x="-585470" y="2386324"/>
                <a:ext cx="341932" cy="326390"/>
                <a:chOff x="-680720" y="2332990"/>
                <a:chExt cx="385838" cy="368301"/>
              </a:xfrm>
            </p:grpSpPr>
            <p:sp>
              <p:nvSpPr>
                <p:cNvPr id="71" name="Oval 70">
                  <a:extLst>
                    <a:ext uri="{FF2B5EF4-FFF2-40B4-BE49-F238E27FC236}">
                      <a16:creationId xmlns:a16="http://schemas.microsoft.com/office/drawing/2014/main" id="{7DD06999-77D9-29D1-6BFD-266B84161A7E}"/>
                    </a:ext>
                  </a:extLst>
                </p:cNvPr>
                <p:cNvSpPr/>
                <p:nvPr/>
              </p:nvSpPr>
              <p:spPr bwMode="auto">
                <a:xfrm>
                  <a:off x="-680720" y="2332990"/>
                  <a:ext cx="385838" cy="368301"/>
                </a:xfrm>
                <a:prstGeom prst="ellipse">
                  <a:avLst/>
                </a:prstGeom>
                <a:solidFill>
                  <a:schemeClr val="bg2"/>
                </a:solidFill>
                <a:ln>
                  <a:solidFill>
                    <a:schemeClr val="accent3">
                      <a:lumMod val="20000"/>
                      <a:lumOff val="80000"/>
                    </a:schemeClr>
                  </a:solidFill>
                </a:ln>
                <a:effectLst/>
              </p:spPr>
              <p:txBody>
                <a:bodyPr wrap="square" lIns="0" tIns="0" rIns="0" bIns="0" rtlCol="0" anchor="ctr"/>
                <a:lstStyle/>
                <a:p>
                  <a:pPr algn="ctr"/>
                  <a:endParaRPr lang="en-US" sz="2400">
                    <a:solidFill>
                      <a:schemeClr val="accent5"/>
                    </a:solidFill>
                    <a:latin typeface="Calibri Light" panose="020F0302020204030204" pitchFamily="34" charset="0"/>
                    <a:ea typeface="Human Sans ExtraLight" charset="0"/>
                    <a:cs typeface="Human Sans ExtraLight" charset="0"/>
                  </a:endParaRPr>
                </a:p>
              </p:txBody>
            </p:sp>
            <p:pic>
              <p:nvPicPr>
                <p:cNvPr id="72" name="Graphic 71" descr="Folder Search outline">
                  <a:extLst>
                    <a:ext uri="{FF2B5EF4-FFF2-40B4-BE49-F238E27FC236}">
                      <a16:creationId xmlns:a16="http://schemas.microsoft.com/office/drawing/2014/main" id="{6128C736-1CBF-64B1-8C2B-8D708F760C8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24811" y="2374472"/>
                  <a:ext cx="311156" cy="311154"/>
                </a:xfrm>
                <a:prstGeom prst="rect">
                  <a:avLst/>
                </a:prstGeom>
              </p:spPr>
            </p:pic>
          </p:grpSp>
          <p:cxnSp>
            <p:nvCxnSpPr>
              <p:cNvPr id="67" name="Straight Connector 66">
                <a:extLst>
                  <a:ext uri="{FF2B5EF4-FFF2-40B4-BE49-F238E27FC236}">
                    <a16:creationId xmlns:a16="http://schemas.microsoft.com/office/drawing/2014/main" id="{14F1F02C-A797-E94C-8176-95F0BA030763}"/>
                  </a:ext>
                </a:extLst>
              </p:cNvPr>
              <p:cNvCxnSpPr>
                <a:cxnSpLocks/>
                <a:stCxn id="71" idx="1"/>
              </p:cNvCxnSpPr>
              <p:nvPr/>
            </p:nvCxnSpPr>
            <p:spPr>
              <a:xfrm flipH="1" flipV="1">
                <a:off x="-590550" y="2369820"/>
                <a:ext cx="55155" cy="64309"/>
              </a:xfrm>
              <a:prstGeom prst="line">
                <a:avLst/>
              </a:prstGeom>
              <a:ln w="6350">
                <a:solidFill>
                  <a:schemeClr val="accent3">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D525FEDE-465D-0F5F-C634-89BF6F5BDAF3}"/>
                  </a:ext>
                </a:extLst>
              </p:cNvPr>
              <p:cNvCxnSpPr>
                <a:cxnSpLocks/>
                <a:stCxn id="71" idx="7"/>
              </p:cNvCxnSpPr>
              <p:nvPr/>
            </p:nvCxnSpPr>
            <p:spPr>
              <a:xfrm flipV="1">
                <a:off x="-293613" y="2385060"/>
                <a:ext cx="53583" cy="49069"/>
              </a:xfrm>
              <a:prstGeom prst="line">
                <a:avLst/>
              </a:prstGeom>
              <a:ln w="6350">
                <a:solidFill>
                  <a:schemeClr val="accent3">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69" name="Oval 68">
                <a:extLst>
                  <a:ext uri="{FF2B5EF4-FFF2-40B4-BE49-F238E27FC236}">
                    <a16:creationId xmlns:a16="http://schemas.microsoft.com/office/drawing/2014/main" id="{0988A501-4EED-F322-8B07-CF3965F10A08}"/>
                  </a:ext>
                </a:extLst>
              </p:cNvPr>
              <p:cNvSpPr/>
              <p:nvPr/>
            </p:nvSpPr>
            <p:spPr bwMode="auto">
              <a:xfrm>
                <a:off x="-613410" y="2348865"/>
                <a:ext cx="45719" cy="45719"/>
              </a:xfrm>
              <a:prstGeom prst="ellipse">
                <a:avLst/>
              </a:prstGeom>
              <a:solidFill>
                <a:schemeClr val="accent3">
                  <a:lumMod val="40000"/>
                  <a:lumOff val="60000"/>
                </a:schemeClr>
              </a:solidFill>
              <a:ln>
                <a:noFill/>
              </a:ln>
              <a:effectLst/>
            </p:spPr>
            <p:txBody>
              <a:bodyPr wrap="square" lIns="0" tIns="0" rIns="0" bIns="0" rtlCol="0" anchor="ctr"/>
              <a:lstStyle/>
              <a:p>
                <a:pPr algn="ctr"/>
                <a:endParaRPr lang="en-US" sz="2400">
                  <a:solidFill>
                    <a:schemeClr val="accent5"/>
                  </a:solidFill>
                  <a:latin typeface="Calibri Light" panose="020F0302020204030204" pitchFamily="34" charset="0"/>
                  <a:ea typeface="Human Sans ExtraLight" charset="0"/>
                  <a:cs typeface="Human Sans ExtraLight" charset="0"/>
                </a:endParaRPr>
              </a:p>
            </p:txBody>
          </p:sp>
          <p:sp>
            <p:nvSpPr>
              <p:cNvPr id="70" name="Oval 69">
                <a:extLst>
                  <a:ext uri="{FF2B5EF4-FFF2-40B4-BE49-F238E27FC236}">
                    <a16:creationId xmlns:a16="http://schemas.microsoft.com/office/drawing/2014/main" id="{FA3035CC-C763-E7DD-3545-AFEEDA218B1E}"/>
                  </a:ext>
                </a:extLst>
              </p:cNvPr>
              <p:cNvSpPr/>
              <p:nvPr/>
            </p:nvSpPr>
            <p:spPr bwMode="auto">
              <a:xfrm>
                <a:off x="-253365" y="2348865"/>
                <a:ext cx="45719" cy="45719"/>
              </a:xfrm>
              <a:prstGeom prst="ellipse">
                <a:avLst/>
              </a:prstGeom>
              <a:solidFill>
                <a:schemeClr val="accent3">
                  <a:lumMod val="40000"/>
                  <a:lumOff val="60000"/>
                </a:schemeClr>
              </a:solidFill>
              <a:ln>
                <a:noFill/>
              </a:ln>
              <a:effectLst/>
            </p:spPr>
            <p:txBody>
              <a:bodyPr wrap="square" lIns="0" tIns="0" rIns="0" bIns="0" rtlCol="0" anchor="ctr"/>
              <a:lstStyle/>
              <a:p>
                <a:pPr algn="ctr"/>
                <a:endParaRPr lang="en-US" sz="2400">
                  <a:solidFill>
                    <a:schemeClr val="accent5"/>
                  </a:solidFill>
                  <a:latin typeface="Calibri Light" panose="020F0302020204030204" pitchFamily="34" charset="0"/>
                  <a:ea typeface="Human Sans ExtraLight" charset="0"/>
                  <a:cs typeface="Human Sans ExtraLight" charset="0"/>
                </a:endParaRPr>
              </a:p>
            </p:txBody>
          </p:sp>
        </p:grpSp>
      </p:grpSp>
      <p:grpSp>
        <p:nvGrpSpPr>
          <p:cNvPr id="76" name="Group 75">
            <a:extLst>
              <a:ext uri="{FF2B5EF4-FFF2-40B4-BE49-F238E27FC236}">
                <a16:creationId xmlns:a16="http://schemas.microsoft.com/office/drawing/2014/main" id="{D18E94F3-6193-9713-4542-1B2023C24C9A}"/>
              </a:ext>
            </a:extLst>
          </p:cNvPr>
          <p:cNvGrpSpPr/>
          <p:nvPr/>
        </p:nvGrpSpPr>
        <p:grpSpPr>
          <a:xfrm>
            <a:off x="3136793" y="3151567"/>
            <a:ext cx="1211613" cy="279074"/>
            <a:chOff x="9905040" y="2265375"/>
            <a:chExt cx="1211612" cy="279074"/>
          </a:xfrm>
        </p:grpSpPr>
        <p:sp>
          <p:nvSpPr>
            <p:cNvPr id="77" name="Text Placeholder 3">
              <a:extLst>
                <a:ext uri="{FF2B5EF4-FFF2-40B4-BE49-F238E27FC236}">
                  <a16:creationId xmlns:a16="http://schemas.microsoft.com/office/drawing/2014/main" id="{8982A910-124C-375B-00FE-073456E45581}"/>
                </a:ext>
              </a:extLst>
            </p:cNvPr>
            <p:cNvSpPr txBox="1">
              <a:spLocks/>
            </p:cNvSpPr>
            <p:nvPr/>
          </p:nvSpPr>
          <p:spPr>
            <a:xfrm>
              <a:off x="9905040" y="2265375"/>
              <a:ext cx="885409" cy="279074"/>
            </a:xfrm>
            <a:prstGeom prst="rect">
              <a:avLst/>
            </a:prstGeom>
          </p:spPr>
          <p:txBody>
            <a:bodyPr lIns="0" tIns="0" rIns="0" bIns="0" anchor="ctr">
              <a:noAutofit/>
            </a:bodyPr>
            <a:lstStyle>
              <a:defPPr>
                <a:defRPr lang="en-US"/>
              </a:defPPr>
              <a:lvl1pPr marR="0" lvl="0" indent="0" fontAlgn="auto">
                <a:lnSpc>
                  <a:spcPts val="1600"/>
                </a:lnSpc>
                <a:spcBef>
                  <a:spcPts val="0"/>
                </a:spcBef>
                <a:spcAft>
                  <a:spcPts val="0"/>
                </a:spcAft>
                <a:buClrTx/>
                <a:buSzTx/>
                <a:buFont typeface="Arial" panose="020B0604020202020204" pitchFamily="34" charset="0"/>
                <a:buNone/>
                <a:tabLst/>
                <a:defRPr kumimoji="0" sz="1400" b="1" i="0" u="none" strike="noStrike" cap="none" spc="0" normalizeH="0" baseline="0">
                  <a:ln>
                    <a:noFill/>
                  </a:ln>
                  <a:gradFill>
                    <a:gsLst>
                      <a:gs pos="0">
                        <a:schemeClr val="accent2"/>
                      </a:gs>
                      <a:gs pos="34000">
                        <a:schemeClr val="accent2">
                          <a:lumMod val="75000"/>
                        </a:schemeClr>
                      </a:gs>
                      <a:gs pos="99000">
                        <a:schemeClr val="accent4"/>
                      </a:gs>
                    </a:gsLst>
                    <a:lin ang="2400000" scaled="0"/>
                  </a:gradFill>
                  <a:effectLst/>
                  <a:uLnTx/>
                  <a:uFillTx/>
                  <a:latin typeface="Calibri" panose="020F0502020204030204" pitchFamily="34" charset="0"/>
                  <a:ea typeface="Source Sans Pro" panose="020B0503030403020204" pitchFamily="34" charset="0"/>
                  <a:cs typeface="Calibri" panose="020F0502020204030204" pitchFamily="34" charset="0"/>
                </a:defRPr>
              </a:lvl1pPr>
              <a:lvl2pPr marL="6350" indent="0">
                <a:lnSpc>
                  <a:spcPct val="110000"/>
                </a:lnSpc>
                <a:spcBef>
                  <a:spcPts val="600"/>
                </a:spcBef>
                <a:spcAft>
                  <a:spcPts val="0"/>
                </a:spcAft>
                <a:buFont typeface="Arial" panose="020B0604020202020204" pitchFamily="34" charset="0"/>
                <a:buNone/>
                <a:tabLst/>
                <a:defRPr sz="1200" b="0" i="0">
                  <a:latin typeface="Calibri Light" panose="020F0302020204030204" pitchFamily="34" charset="0"/>
                  <a:ea typeface="Source Sans Pro" panose="020B0503030403020204" pitchFamily="34" charset="0"/>
                  <a:cs typeface="Calibri Light" panose="020F0302020204030204" pitchFamily="34" charset="0"/>
                </a:defRPr>
              </a:lvl2pPr>
              <a:lvl3pPr marL="228600" indent="-228600">
                <a:lnSpc>
                  <a:spcPct val="110000"/>
                </a:lnSpc>
                <a:spcBef>
                  <a:spcPts val="600"/>
                </a:spcBef>
                <a:spcAft>
                  <a:spcPts val="0"/>
                </a:spcAft>
                <a:buFont typeface="Arial" panose="020B0604020202020204" pitchFamily="34" charset="0"/>
                <a:buChar char="•"/>
                <a:tabLst/>
                <a:defRPr sz="1200" b="0" i="0">
                  <a:latin typeface="Calibri Light" panose="020F0302020204030204" pitchFamily="34" charset="0"/>
                  <a:ea typeface="Source Sans Pro" panose="020B0503030403020204" pitchFamily="34" charset="0"/>
                  <a:cs typeface="Calibri Light" panose="020F0302020204030204" pitchFamily="34" charset="0"/>
                </a:defRPr>
              </a:lvl3pPr>
              <a:lvl4pPr marL="401638" indent="-228600">
                <a:lnSpc>
                  <a:spcPct val="110000"/>
                </a:lnSpc>
                <a:spcBef>
                  <a:spcPts val="600"/>
                </a:spcBef>
                <a:spcAft>
                  <a:spcPts val="0"/>
                </a:spcAft>
                <a:buFont typeface="Arial" panose="020B0604020202020204" pitchFamily="34" charset="0"/>
                <a:buChar char="•"/>
                <a:tabLst/>
                <a:defRPr sz="1200" b="0" i="0">
                  <a:latin typeface="Calibri Light" panose="020F0302020204030204" pitchFamily="34" charset="0"/>
                  <a:ea typeface="Source Sans Pro" panose="020B0503030403020204" pitchFamily="34" charset="0"/>
                  <a:cs typeface="Calibri Light" panose="020F0302020204030204" pitchFamily="34" charset="0"/>
                </a:defRPr>
              </a:lvl4pPr>
              <a:lvl5pPr marL="582613" indent="-228600">
                <a:lnSpc>
                  <a:spcPct val="110000"/>
                </a:lnSpc>
                <a:spcBef>
                  <a:spcPts val="600"/>
                </a:spcBef>
                <a:spcAft>
                  <a:spcPts val="0"/>
                </a:spcAft>
                <a:buFont typeface="Arial" panose="020B0604020202020204" pitchFamily="34" charset="0"/>
                <a:buChar char="•"/>
                <a:tabLst/>
                <a:defRPr sz="1200" b="0" i="0">
                  <a:latin typeface="Calibri Light" panose="020F0302020204030204" pitchFamily="34" charset="0"/>
                  <a:ea typeface="Source Sans Pro" panose="020B0503030403020204" pitchFamily="34" charset="0"/>
                  <a:cs typeface="Calibri Light" panose="020F0302020204030204" pitchFamily="34" charset="0"/>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gn="r" defTabSz="914282">
                <a:lnSpc>
                  <a:spcPct val="100000"/>
                </a:lnSpc>
                <a:defRPr/>
              </a:pPr>
              <a:r>
                <a:rPr lang="en-US" sz="800">
                  <a:solidFill>
                    <a:schemeClr val="accent1"/>
                  </a:solidFill>
                  <a:latin typeface="Calibri"/>
                </a:rPr>
                <a:t>Code Agents (Claude Code)</a:t>
              </a:r>
            </a:p>
          </p:txBody>
        </p:sp>
        <p:grpSp>
          <p:nvGrpSpPr>
            <p:cNvPr id="78" name="Group 77">
              <a:extLst>
                <a:ext uri="{FF2B5EF4-FFF2-40B4-BE49-F238E27FC236}">
                  <a16:creationId xmlns:a16="http://schemas.microsoft.com/office/drawing/2014/main" id="{CDC5EA79-1744-3B8D-BF2C-178BE341375B}"/>
                </a:ext>
              </a:extLst>
            </p:cNvPr>
            <p:cNvGrpSpPr/>
            <p:nvPr/>
          </p:nvGrpSpPr>
          <p:grpSpPr>
            <a:xfrm>
              <a:off x="10897194" y="2299780"/>
              <a:ext cx="219458" cy="201168"/>
              <a:chOff x="-613410" y="2348865"/>
              <a:chExt cx="405764" cy="363849"/>
            </a:xfrm>
          </p:grpSpPr>
          <p:grpSp>
            <p:nvGrpSpPr>
              <p:cNvPr id="79" name="Group 78">
                <a:extLst>
                  <a:ext uri="{FF2B5EF4-FFF2-40B4-BE49-F238E27FC236}">
                    <a16:creationId xmlns:a16="http://schemas.microsoft.com/office/drawing/2014/main" id="{A0F31437-AA8E-274F-D681-D5B741D2436C}"/>
                  </a:ext>
                </a:extLst>
              </p:cNvPr>
              <p:cNvGrpSpPr/>
              <p:nvPr/>
            </p:nvGrpSpPr>
            <p:grpSpPr>
              <a:xfrm>
                <a:off x="-585470" y="2386324"/>
                <a:ext cx="341932" cy="326390"/>
                <a:chOff x="-680720" y="2332990"/>
                <a:chExt cx="385838" cy="368301"/>
              </a:xfrm>
            </p:grpSpPr>
            <p:sp>
              <p:nvSpPr>
                <p:cNvPr id="84" name="Oval 83">
                  <a:extLst>
                    <a:ext uri="{FF2B5EF4-FFF2-40B4-BE49-F238E27FC236}">
                      <a16:creationId xmlns:a16="http://schemas.microsoft.com/office/drawing/2014/main" id="{BADE7634-2E5E-39B3-DB89-172711650DD9}"/>
                    </a:ext>
                  </a:extLst>
                </p:cNvPr>
                <p:cNvSpPr/>
                <p:nvPr/>
              </p:nvSpPr>
              <p:spPr bwMode="auto">
                <a:xfrm>
                  <a:off x="-680720" y="2332990"/>
                  <a:ext cx="385838" cy="368301"/>
                </a:xfrm>
                <a:prstGeom prst="ellipse">
                  <a:avLst/>
                </a:prstGeom>
                <a:solidFill>
                  <a:schemeClr val="bg2"/>
                </a:solidFill>
                <a:ln>
                  <a:solidFill>
                    <a:schemeClr val="accent3">
                      <a:lumMod val="20000"/>
                      <a:lumOff val="80000"/>
                    </a:schemeClr>
                  </a:solidFill>
                </a:ln>
                <a:effectLst/>
              </p:spPr>
              <p:txBody>
                <a:bodyPr wrap="square" lIns="0" tIns="0" rIns="0" bIns="0" rtlCol="0" anchor="ctr"/>
                <a:lstStyle/>
                <a:p>
                  <a:pPr algn="ctr"/>
                  <a:endParaRPr lang="en-US" sz="2400">
                    <a:solidFill>
                      <a:schemeClr val="accent5"/>
                    </a:solidFill>
                    <a:latin typeface="Calibri Light" panose="020F0302020204030204" pitchFamily="34" charset="0"/>
                    <a:ea typeface="Human Sans ExtraLight" charset="0"/>
                    <a:cs typeface="Human Sans ExtraLight" charset="0"/>
                  </a:endParaRPr>
                </a:p>
              </p:txBody>
            </p:sp>
            <p:pic>
              <p:nvPicPr>
                <p:cNvPr id="85" name="Graphic 84" descr="Folder Search outline">
                  <a:extLst>
                    <a:ext uri="{FF2B5EF4-FFF2-40B4-BE49-F238E27FC236}">
                      <a16:creationId xmlns:a16="http://schemas.microsoft.com/office/drawing/2014/main" id="{302D7EBF-8BC8-DEFE-8E39-77037299294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24811" y="2374472"/>
                  <a:ext cx="311156" cy="311154"/>
                </a:xfrm>
                <a:prstGeom prst="rect">
                  <a:avLst/>
                </a:prstGeom>
              </p:spPr>
            </p:pic>
          </p:grpSp>
          <p:cxnSp>
            <p:nvCxnSpPr>
              <p:cNvPr id="80" name="Straight Connector 79">
                <a:extLst>
                  <a:ext uri="{FF2B5EF4-FFF2-40B4-BE49-F238E27FC236}">
                    <a16:creationId xmlns:a16="http://schemas.microsoft.com/office/drawing/2014/main" id="{E8411068-667B-BDAA-DD51-226D3C14B2BA}"/>
                  </a:ext>
                </a:extLst>
              </p:cNvPr>
              <p:cNvCxnSpPr>
                <a:cxnSpLocks/>
                <a:stCxn id="84" idx="1"/>
              </p:cNvCxnSpPr>
              <p:nvPr/>
            </p:nvCxnSpPr>
            <p:spPr>
              <a:xfrm flipH="1" flipV="1">
                <a:off x="-590550" y="2369820"/>
                <a:ext cx="55155" cy="64309"/>
              </a:xfrm>
              <a:prstGeom prst="line">
                <a:avLst/>
              </a:prstGeom>
              <a:ln w="6350">
                <a:solidFill>
                  <a:schemeClr val="accent3">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2142A870-F98F-9621-31D2-2837CEB93F4D}"/>
                  </a:ext>
                </a:extLst>
              </p:cNvPr>
              <p:cNvCxnSpPr>
                <a:cxnSpLocks/>
                <a:stCxn id="84" idx="7"/>
              </p:cNvCxnSpPr>
              <p:nvPr/>
            </p:nvCxnSpPr>
            <p:spPr>
              <a:xfrm flipV="1">
                <a:off x="-293613" y="2385060"/>
                <a:ext cx="53583" cy="49069"/>
              </a:xfrm>
              <a:prstGeom prst="line">
                <a:avLst/>
              </a:prstGeom>
              <a:ln w="6350">
                <a:solidFill>
                  <a:schemeClr val="accent3">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82" name="Oval 81">
                <a:extLst>
                  <a:ext uri="{FF2B5EF4-FFF2-40B4-BE49-F238E27FC236}">
                    <a16:creationId xmlns:a16="http://schemas.microsoft.com/office/drawing/2014/main" id="{CD90FB0A-FC98-27B4-87D1-D36BD41912BD}"/>
                  </a:ext>
                </a:extLst>
              </p:cNvPr>
              <p:cNvSpPr/>
              <p:nvPr/>
            </p:nvSpPr>
            <p:spPr bwMode="auto">
              <a:xfrm>
                <a:off x="-613410" y="2348865"/>
                <a:ext cx="45719" cy="45719"/>
              </a:xfrm>
              <a:prstGeom prst="ellipse">
                <a:avLst/>
              </a:prstGeom>
              <a:solidFill>
                <a:schemeClr val="accent3">
                  <a:lumMod val="40000"/>
                  <a:lumOff val="60000"/>
                </a:schemeClr>
              </a:solidFill>
              <a:ln>
                <a:noFill/>
              </a:ln>
              <a:effectLst/>
            </p:spPr>
            <p:txBody>
              <a:bodyPr wrap="square" lIns="0" tIns="0" rIns="0" bIns="0" rtlCol="0" anchor="ctr"/>
              <a:lstStyle/>
              <a:p>
                <a:pPr algn="ctr"/>
                <a:endParaRPr lang="en-US" sz="2400">
                  <a:solidFill>
                    <a:schemeClr val="accent5"/>
                  </a:solidFill>
                  <a:latin typeface="Calibri Light" panose="020F0302020204030204" pitchFamily="34" charset="0"/>
                  <a:ea typeface="Human Sans ExtraLight" charset="0"/>
                  <a:cs typeface="Human Sans ExtraLight" charset="0"/>
                </a:endParaRPr>
              </a:p>
            </p:txBody>
          </p:sp>
          <p:sp>
            <p:nvSpPr>
              <p:cNvPr id="83" name="Oval 82">
                <a:extLst>
                  <a:ext uri="{FF2B5EF4-FFF2-40B4-BE49-F238E27FC236}">
                    <a16:creationId xmlns:a16="http://schemas.microsoft.com/office/drawing/2014/main" id="{B75490CE-5B43-A309-4D9B-DAA014B55903}"/>
                  </a:ext>
                </a:extLst>
              </p:cNvPr>
              <p:cNvSpPr/>
              <p:nvPr/>
            </p:nvSpPr>
            <p:spPr bwMode="auto">
              <a:xfrm>
                <a:off x="-253365" y="2348865"/>
                <a:ext cx="45719" cy="45719"/>
              </a:xfrm>
              <a:prstGeom prst="ellipse">
                <a:avLst/>
              </a:prstGeom>
              <a:solidFill>
                <a:schemeClr val="accent3">
                  <a:lumMod val="40000"/>
                  <a:lumOff val="60000"/>
                </a:schemeClr>
              </a:solidFill>
              <a:ln>
                <a:noFill/>
              </a:ln>
              <a:effectLst/>
            </p:spPr>
            <p:txBody>
              <a:bodyPr wrap="square" lIns="0" tIns="0" rIns="0" bIns="0" rtlCol="0" anchor="ctr"/>
              <a:lstStyle/>
              <a:p>
                <a:pPr algn="ctr"/>
                <a:endParaRPr lang="en-US" sz="2400">
                  <a:solidFill>
                    <a:schemeClr val="accent5"/>
                  </a:solidFill>
                  <a:latin typeface="Calibri Light" panose="020F0302020204030204" pitchFamily="34" charset="0"/>
                  <a:ea typeface="Human Sans ExtraLight" charset="0"/>
                  <a:cs typeface="Human Sans ExtraLight" charset="0"/>
                </a:endParaRPr>
              </a:p>
            </p:txBody>
          </p:sp>
        </p:grpSp>
      </p:grpSp>
      <p:grpSp>
        <p:nvGrpSpPr>
          <p:cNvPr id="86" name="Group 85">
            <a:extLst>
              <a:ext uri="{FF2B5EF4-FFF2-40B4-BE49-F238E27FC236}">
                <a16:creationId xmlns:a16="http://schemas.microsoft.com/office/drawing/2014/main" id="{AB963C22-24C5-E64B-4EC4-36F87A08FD77}"/>
              </a:ext>
            </a:extLst>
          </p:cNvPr>
          <p:cNvGrpSpPr/>
          <p:nvPr/>
        </p:nvGrpSpPr>
        <p:grpSpPr>
          <a:xfrm>
            <a:off x="7865221" y="3924406"/>
            <a:ext cx="1314251" cy="279074"/>
            <a:chOff x="9802402" y="2265375"/>
            <a:chExt cx="1314250" cy="279074"/>
          </a:xfrm>
        </p:grpSpPr>
        <p:sp>
          <p:nvSpPr>
            <p:cNvPr id="87" name="Text Placeholder 3">
              <a:extLst>
                <a:ext uri="{FF2B5EF4-FFF2-40B4-BE49-F238E27FC236}">
                  <a16:creationId xmlns:a16="http://schemas.microsoft.com/office/drawing/2014/main" id="{0F156CC7-1FA3-89C6-8D1B-E87A649CF842}"/>
                </a:ext>
              </a:extLst>
            </p:cNvPr>
            <p:cNvSpPr txBox="1">
              <a:spLocks/>
            </p:cNvSpPr>
            <p:nvPr/>
          </p:nvSpPr>
          <p:spPr>
            <a:xfrm>
              <a:off x="9802402" y="2265375"/>
              <a:ext cx="988048" cy="279074"/>
            </a:xfrm>
            <a:prstGeom prst="rect">
              <a:avLst/>
            </a:prstGeom>
          </p:spPr>
          <p:txBody>
            <a:bodyPr lIns="0" tIns="0" rIns="0" bIns="0" anchor="ctr">
              <a:noAutofit/>
            </a:bodyPr>
            <a:lstStyle>
              <a:defPPr>
                <a:defRPr lang="en-US"/>
              </a:defPPr>
              <a:lvl1pPr marR="0" lvl="0" indent="0" fontAlgn="auto">
                <a:lnSpc>
                  <a:spcPts val="1600"/>
                </a:lnSpc>
                <a:spcBef>
                  <a:spcPts val="0"/>
                </a:spcBef>
                <a:spcAft>
                  <a:spcPts val="0"/>
                </a:spcAft>
                <a:buClrTx/>
                <a:buSzTx/>
                <a:buFont typeface="Arial" panose="020B0604020202020204" pitchFamily="34" charset="0"/>
                <a:buNone/>
                <a:tabLst/>
                <a:defRPr kumimoji="0" sz="1400" b="1" i="0" u="none" strike="noStrike" cap="none" spc="0" normalizeH="0" baseline="0">
                  <a:ln>
                    <a:noFill/>
                  </a:ln>
                  <a:gradFill>
                    <a:gsLst>
                      <a:gs pos="0">
                        <a:schemeClr val="accent2"/>
                      </a:gs>
                      <a:gs pos="34000">
                        <a:schemeClr val="accent2">
                          <a:lumMod val="75000"/>
                        </a:schemeClr>
                      </a:gs>
                      <a:gs pos="99000">
                        <a:schemeClr val="accent4"/>
                      </a:gs>
                    </a:gsLst>
                    <a:lin ang="2400000" scaled="0"/>
                  </a:gradFill>
                  <a:effectLst/>
                  <a:uLnTx/>
                  <a:uFillTx/>
                  <a:latin typeface="Calibri" panose="020F0502020204030204" pitchFamily="34" charset="0"/>
                  <a:ea typeface="Source Sans Pro" panose="020B0503030403020204" pitchFamily="34" charset="0"/>
                  <a:cs typeface="Calibri" panose="020F0502020204030204" pitchFamily="34" charset="0"/>
                </a:defRPr>
              </a:lvl1pPr>
              <a:lvl2pPr marL="6350" indent="0">
                <a:lnSpc>
                  <a:spcPct val="110000"/>
                </a:lnSpc>
                <a:spcBef>
                  <a:spcPts val="600"/>
                </a:spcBef>
                <a:spcAft>
                  <a:spcPts val="0"/>
                </a:spcAft>
                <a:buFont typeface="Arial" panose="020B0604020202020204" pitchFamily="34" charset="0"/>
                <a:buNone/>
                <a:tabLst/>
                <a:defRPr sz="1200" b="0" i="0">
                  <a:latin typeface="Calibri Light" panose="020F0302020204030204" pitchFamily="34" charset="0"/>
                  <a:ea typeface="Source Sans Pro" panose="020B0503030403020204" pitchFamily="34" charset="0"/>
                  <a:cs typeface="Calibri Light" panose="020F0302020204030204" pitchFamily="34" charset="0"/>
                </a:defRPr>
              </a:lvl2pPr>
              <a:lvl3pPr marL="228600" indent="-228600">
                <a:lnSpc>
                  <a:spcPct val="110000"/>
                </a:lnSpc>
                <a:spcBef>
                  <a:spcPts val="600"/>
                </a:spcBef>
                <a:spcAft>
                  <a:spcPts val="0"/>
                </a:spcAft>
                <a:buFont typeface="Arial" panose="020B0604020202020204" pitchFamily="34" charset="0"/>
                <a:buChar char="•"/>
                <a:tabLst/>
                <a:defRPr sz="1200" b="0" i="0">
                  <a:latin typeface="Calibri Light" panose="020F0302020204030204" pitchFamily="34" charset="0"/>
                  <a:ea typeface="Source Sans Pro" panose="020B0503030403020204" pitchFamily="34" charset="0"/>
                  <a:cs typeface="Calibri Light" panose="020F0302020204030204" pitchFamily="34" charset="0"/>
                </a:defRPr>
              </a:lvl3pPr>
              <a:lvl4pPr marL="401638" indent="-228600">
                <a:lnSpc>
                  <a:spcPct val="110000"/>
                </a:lnSpc>
                <a:spcBef>
                  <a:spcPts val="600"/>
                </a:spcBef>
                <a:spcAft>
                  <a:spcPts val="0"/>
                </a:spcAft>
                <a:buFont typeface="Arial" panose="020B0604020202020204" pitchFamily="34" charset="0"/>
                <a:buChar char="•"/>
                <a:tabLst/>
                <a:defRPr sz="1200" b="0" i="0">
                  <a:latin typeface="Calibri Light" panose="020F0302020204030204" pitchFamily="34" charset="0"/>
                  <a:ea typeface="Source Sans Pro" panose="020B0503030403020204" pitchFamily="34" charset="0"/>
                  <a:cs typeface="Calibri Light" panose="020F0302020204030204" pitchFamily="34" charset="0"/>
                </a:defRPr>
              </a:lvl4pPr>
              <a:lvl5pPr marL="582613" indent="-228600">
                <a:lnSpc>
                  <a:spcPct val="110000"/>
                </a:lnSpc>
                <a:spcBef>
                  <a:spcPts val="600"/>
                </a:spcBef>
                <a:spcAft>
                  <a:spcPts val="0"/>
                </a:spcAft>
                <a:buFont typeface="Arial" panose="020B0604020202020204" pitchFamily="34" charset="0"/>
                <a:buChar char="•"/>
                <a:tabLst/>
                <a:defRPr sz="1200" b="0" i="0">
                  <a:latin typeface="Calibri Light" panose="020F0302020204030204" pitchFamily="34" charset="0"/>
                  <a:ea typeface="Source Sans Pro" panose="020B0503030403020204" pitchFamily="34" charset="0"/>
                  <a:cs typeface="Calibri Light" panose="020F0302020204030204" pitchFamily="34" charset="0"/>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gn="r" defTabSz="914282">
                <a:lnSpc>
                  <a:spcPct val="100000"/>
                </a:lnSpc>
                <a:defRPr/>
              </a:pPr>
              <a:r>
                <a:rPr lang="en-US" sz="800">
                  <a:solidFill>
                    <a:schemeClr val="accent1"/>
                  </a:solidFill>
                  <a:latin typeface="Calibri"/>
                </a:rPr>
                <a:t>Coverage and Rating Implementation Agent</a:t>
              </a:r>
            </a:p>
          </p:txBody>
        </p:sp>
        <p:grpSp>
          <p:nvGrpSpPr>
            <p:cNvPr id="88" name="Group 87">
              <a:extLst>
                <a:ext uri="{FF2B5EF4-FFF2-40B4-BE49-F238E27FC236}">
                  <a16:creationId xmlns:a16="http://schemas.microsoft.com/office/drawing/2014/main" id="{2C4B50E7-9BD7-314E-70A8-1C6F5FBC68AC}"/>
                </a:ext>
              </a:extLst>
            </p:cNvPr>
            <p:cNvGrpSpPr/>
            <p:nvPr/>
          </p:nvGrpSpPr>
          <p:grpSpPr>
            <a:xfrm>
              <a:off x="10897194" y="2299780"/>
              <a:ext cx="219458" cy="201168"/>
              <a:chOff x="-613410" y="2348865"/>
              <a:chExt cx="405764" cy="363849"/>
            </a:xfrm>
          </p:grpSpPr>
          <p:grpSp>
            <p:nvGrpSpPr>
              <p:cNvPr id="89" name="Group 88">
                <a:extLst>
                  <a:ext uri="{FF2B5EF4-FFF2-40B4-BE49-F238E27FC236}">
                    <a16:creationId xmlns:a16="http://schemas.microsoft.com/office/drawing/2014/main" id="{064292AF-55A3-769B-5437-CFE6DF8F256D}"/>
                  </a:ext>
                </a:extLst>
              </p:cNvPr>
              <p:cNvGrpSpPr/>
              <p:nvPr/>
            </p:nvGrpSpPr>
            <p:grpSpPr>
              <a:xfrm>
                <a:off x="-585470" y="2386324"/>
                <a:ext cx="341932" cy="326390"/>
                <a:chOff x="-680720" y="2332990"/>
                <a:chExt cx="385838" cy="368301"/>
              </a:xfrm>
            </p:grpSpPr>
            <p:sp>
              <p:nvSpPr>
                <p:cNvPr id="94" name="Oval 93">
                  <a:extLst>
                    <a:ext uri="{FF2B5EF4-FFF2-40B4-BE49-F238E27FC236}">
                      <a16:creationId xmlns:a16="http://schemas.microsoft.com/office/drawing/2014/main" id="{DF265893-E2A9-B51D-5841-053B398A910A}"/>
                    </a:ext>
                  </a:extLst>
                </p:cNvPr>
                <p:cNvSpPr/>
                <p:nvPr/>
              </p:nvSpPr>
              <p:spPr bwMode="auto">
                <a:xfrm>
                  <a:off x="-680720" y="2332990"/>
                  <a:ext cx="385838" cy="368301"/>
                </a:xfrm>
                <a:prstGeom prst="ellipse">
                  <a:avLst/>
                </a:prstGeom>
                <a:solidFill>
                  <a:schemeClr val="bg2"/>
                </a:solidFill>
                <a:ln>
                  <a:solidFill>
                    <a:schemeClr val="accent3">
                      <a:lumMod val="20000"/>
                      <a:lumOff val="80000"/>
                    </a:schemeClr>
                  </a:solidFill>
                </a:ln>
                <a:effectLst/>
              </p:spPr>
              <p:txBody>
                <a:bodyPr wrap="square" lIns="0" tIns="0" rIns="0" bIns="0" rtlCol="0" anchor="ctr"/>
                <a:lstStyle/>
                <a:p>
                  <a:pPr algn="ctr"/>
                  <a:endParaRPr lang="en-US" sz="2400">
                    <a:solidFill>
                      <a:schemeClr val="accent5"/>
                    </a:solidFill>
                    <a:latin typeface="Calibri Light" panose="020F0302020204030204" pitchFamily="34" charset="0"/>
                    <a:ea typeface="Human Sans ExtraLight" charset="0"/>
                    <a:cs typeface="Human Sans ExtraLight" charset="0"/>
                  </a:endParaRPr>
                </a:p>
              </p:txBody>
            </p:sp>
            <p:pic>
              <p:nvPicPr>
                <p:cNvPr id="95" name="Graphic 94" descr="Folder Search outline">
                  <a:extLst>
                    <a:ext uri="{FF2B5EF4-FFF2-40B4-BE49-F238E27FC236}">
                      <a16:creationId xmlns:a16="http://schemas.microsoft.com/office/drawing/2014/main" id="{D98DEDD9-B1D8-1B35-D2F9-5D252CB5294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24811" y="2374472"/>
                  <a:ext cx="311156" cy="311154"/>
                </a:xfrm>
                <a:prstGeom prst="rect">
                  <a:avLst/>
                </a:prstGeom>
              </p:spPr>
            </p:pic>
          </p:grpSp>
          <p:cxnSp>
            <p:nvCxnSpPr>
              <p:cNvPr id="90" name="Straight Connector 89">
                <a:extLst>
                  <a:ext uri="{FF2B5EF4-FFF2-40B4-BE49-F238E27FC236}">
                    <a16:creationId xmlns:a16="http://schemas.microsoft.com/office/drawing/2014/main" id="{93AE4F70-8FC9-2727-2C57-EAF1FD6E757B}"/>
                  </a:ext>
                </a:extLst>
              </p:cNvPr>
              <p:cNvCxnSpPr>
                <a:cxnSpLocks/>
                <a:stCxn id="94" idx="1"/>
              </p:cNvCxnSpPr>
              <p:nvPr/>
            </p:nvCxnSpPr>
            <p:spPr>
              <a:xfrm flipH="1" flipV="1">
                <a:off x="-590550" y="2369820"/>
                <a:ext cx="55155" cy="64309"/>
              </a:xfrm>
              <a:prstGeom prst="line">
                <a:avLst/>
              </a:prstGeom>
              <a:ln w="6350">
                <a:solidFill>
                  <a:schemeClr val="accent3">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8FA7064C-F457-1D28-3F57-8845F03AD68D}"/>
                  </a:ext>
                </a:extLst>
              </p:cNvPr>
              <p:cNvCxnSpPr>
                <a:cxnSpLocks/>
                <a:stCxn id="94" idx="7"/>
              </p:cNvCxnSpPr>
              <p:nvPr/>
            </p:nvCxnSpPr>
            <p:spPr>
              <a:xfrm flipV="1">
                <a:off x="-293613" y="2385060"/>
                <a:ext cx="53583" cy="49069"/>
              </a:xfrm>
              <a:prstGeom prst="line">
                <a:avLst/>
              </a:prstGeom>
              <a:ln w="6350">
                <a:solidFill>
                  <a:schemeClr val="accent3">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92" name="Oval 91">
                <a:extLst>
                  <a:ext uri="{FF2B5EF4-FFF2-40B4-BE49-F238E27FC236}">
                    <a16:creationId xmlns:a16="http://schemas.microsoft.com/office/drawing/2014/main" id="{185FC1E3-38DF-950A-F1B9-6010CAE3E936}"/>
                  </a:ext>
                </a:extLst>
              </p:cNvPr>
              <p:cNvSpPr/>
              <p:nvPr/>
            </p:nvSpPr>
            <p:spPr bwMode="auto">
              <a:xfrm>
                <a:off x="-613410" y="2348865"/>
                <a:ext cx="45719" cy="45719"/>
              </a:xfrm>
              <a:prstGeom prst="ellipse">
                <a:avLst/>
              </a:prstGeom>
              <a:solidFill>
                <a:schemeClr val="accent3">
                  <a:lumMod val="40000"/>
                  <a:lumOff val="60000"/>
                </a:schemeClr>
              </a:solidFill>
              <a:ln>
                <a:noFill/>
              </a:ln>
              <a:effectLst/>
            </p:spPr>
            <p:txBody>
              <a:bodyPr wrap="square" lIns="0" tIns="0" rIns="0" bIns="0" rtlCol="0" anchor="ctr"/>
              <a:lstStyle/>
              <a:p>
                <a:pPr algn="ctr"/>
                <a:endParaRPr lang="en-US" sz="2400">
                  <a:solidFill>
                    <a:schemeClr val="accent5"/>
                  </a:solidFill>
                  <a:latin typeface="Calibri Light" panose="020F0302020204030204" pitchFamily="34" charset="0"/>
                  <a:ea typeface="Human Sans ExtraLight" charset="0"/>
                  <a:cs typeface="Human Sans ExtraLight" charset="0"/>
                </a:endParaRPr>
              </a:p>
            </p:txBody>
          </p:sp>
          <p:sp>
            <p:nvSpPr>
              <p:cNvPr id="93" name="Oval 92">
                <a:extLst>
                  <a:ext uri="{FF2B5EF4-FFF2-40B4-BE49-F238E27FC236}">
                    <a16:creationId xmlns:a16="http://schemas.microsoft.com/office/drawing/2014/main" id="{D665B12F-981B-279D-186D-AE1C59A566F1}"/>
                  </a:ext>
                </a:extLst>
              </p:cNvPr>
              <p:cNvSpPr/>
              <p:nvPr/>
            </p:nvSpPr>
            <p:spPr bwMode="auto">
              <a:xfrm>
                <a:off x="-253365" y="2348865"/>
                <a:ext cx="45719" cy="45719"/>
              </a:xfrm>
              <a:prstGeom prst="ellipse">
                <a:avLst/>
              </a:prstGeom>
              <a:solidFill>
                <a:schemeClr val="accent3">
                  <a:lumMod val="40000"/>
                  <a:lumOff val="60000"/>
                </a:schemeClr>
              </a:solidFill>
              <a:ln>
                <a:noFill/>
              </a:ln>
              <a:effectLst/>
            </p:spPr>
            <p:txBody>
              <a:bodyPr wrap="square" lIns="0" tIns="0" rIns="0" bIns="0" rtlCol="0" anchor="ctr"/>
              <a:lstStyle/>
              <a:p>
                <a:pPr algn="ctr"/>
                <a:endParaRPr lang="en-US" sz="2400">
                  <a:solidFill>
                    <a:schemeClr val="accent5"/>
                  </a:solidFill>
                  <a:latin typeface="Calibri Light" panose="020F0302020204030204" pitchFamily="34" charset="0"/>
                  <a:ea typeface="Human Sans ExtraLight" charset="0"/>
                  <a:cs typeface="Human Sans ExtraLight" charset="0"/>
                </a:endParaRPr>
              </a:p>
            </p:txBody>
          </p:sp>
        </p:grpSp>
      </p:grpSp>
      <p:grpSp>
        <p:nvGrpSpPr>
          <p:cNvPr id="15" name="Group 14">
            <a:extLst>
              <a:ext uri="{FF2B5EF4-FFF2-40B4-BE49-F238E27FC236}">
                <a16:creationId xmlns:a16="http://schemas.microsoft.com/office/drawing/2014/main" id="{86B63626-EA45-FF7B-E784-6EFC2DB860E1}"/>
              </a:ext>
            </a:extLst>
          </p:cNvPr>
          <p:cNvGrpSpPr/>
          <p:nvPr/>
        </p:nvGrpSpPr>
        <p:grpSpPr>
          <a:xfrm>
            <a:off x="2906868" y="4268843"/>
            <a:ext cx="1441538" cy="201168"/>
            <a:chOff x="2906868" y="4268843"/>
            <a:chExt cx="1441538" cy="201168"/>
          </a:xfrm>
        </p:grpSpPr>
        <p:sp>
          <p:nvSpPr>
            <p:cNvPr id="97" name="Text Placeholder 3">
              <a:extLst>
                <a:ext uri="{FF2B5EF4-FFF2-40B4-BE49-F238E27FC236}">
                  <a16:creationId xmlns:a16="http://schemas.microsoft.com/office/drawing/2014/main" id="{4E796861-87BD-6161-0658-D751C0BEF753}"/>
                </a:ext>
              </a:extLst>
            </p:cNvPr>
            <p:cNvSpPr txBox="1">
              <a:spLocks/>
            </p:cNvSpPr>
            <p:nvPr/>
          </p:nvSpPr>
          <p:spPr>
            <a:xfrm>
              <a:off x="2906868" y="4281622"/>
              <a:ext cx="1147436" cy="182881"/>
            </a:xfrm>
            <a:prstGeom prst="rect">
              <a:avLst/>
            </a:prstGeom>
          </p:spPr>
          <p:txBody>
            <a:bodyPr lIns="0" tIns="0" rIns="0" bIns="0" anchor="ctr">
              <a:noAutofit/>
            </a:bodyPr>
            <a:lstStyle>
              <a:defPPr>
                <a:defRPr lang="en-US"/>
              </a:defPPr>
              <a:lvl1pPr marR="0" lvl="0" indent="0" fontAlgn="auto">
                <a:lnSpc>
                  <a:spcPts val="1600"/>
                </a:lnSpc>
                <a:spcBef>
                  <a:spcPts val="0"/>
                </a:spcBef>
                <a:spcAft>
                  <a:spcPts val="0"/>
                </a:spcAft>
                <a:buClrTx/>
                <a:buSzTx/>
                <a:buFont typeface="Arial" panose="020B0604020202020204" pitchFamily="34" charset="0"/>
                <a:buNone/>
                <a:tabLst/>
                <a:defRPr kumimoji="0" sz="1400" b="1" i="0" u="none" strike="noStrike" cap="none" spc="0" normalizeH="0" baseline="0">
                  <a:ln>
                    <a:noFill/>
                  </a:ln>
                  <a:gradFill>
                    <a:gsLst>
                      <a:gs pos="0">
                        <a:schemeClr val="accent2"/>
                      </a:gs>
                      <a:gs pos="34000">
                        <a:schemeClr val="accent2">
                          <a:lumMod val="75000"/>
                        </a:schemeClr>
                      </a:gs>
                      <a:gs pos="99000">
                        <a:schemeClr val="accent4"/>
                      </a:gs>
                    </a:gsLst>
                    <a:lin ang="2400000" scaled="0"/>
                  </a:gradFill>
                  <a:effectLst/>
                  <a:uLnTx/>
                  <a:uFillTx/>
                  <a:latin typeface="Calibri" panose="020F0502020204030204" pitchFamily="34" charset="0"/>
                  <a:ea typeface="Source Sans Pro" panose="020B0503030403020204" pitchFamily="34" charset="0"/>
                  <a:cs typeface="Calibri" panose="020F0502020204030204" pitchFamily="34" charset="0"/>
                </a:defRPr>
              </a:lvl1pPr>
              <a:lvl2pPr marL="6350" indent="0">
                <a:lnSpc>
                  <a:spcPct val="110000"/>
                </a:lnSpc>
                <a:spcBef>
                  <a:spcPts val="600"/>
                </a:spcBef>
                <a:spcAft>
                  <a:spcPts val="0"/>
                </a:spcAft>
                <a:buFont typeface="Arial" panose="020B0604020202020204" pitchFamily="34" charset="0"/>
                <a:buNone/>
                <a:tabLst/>
                <a:defRPr sz="1200" b="0" i="0">
                  <a:latin typeface="Calibri Light" panose="020F0302020204030204" pitchFamily="34" charset="0"/>
                  <a:ea typeface="Source Sans Pro" panose="020B0503030403020204" pitchFamily="34" charset="0"/>
                  <a:cs typeface="Calibri Light" panose="020F0302020204030204" pitchFamily="34" charset="0"/>
                </a:defRPr>
              </a:lvl2pPr>
              <a:lvl3pPr marL="228600" indent="-228600">
                <a:lnSpc>
                  <a:spcPct val="110000"/>
                </a:lnSpc>
                <a:spcBef>
                  <a:spcPts val="600"/>
                </a:spcBef>
                <a:spcAft>
                  <a:spcPts val="0"/>
                </a:spcAft>
                <a:buFont typeface="Arial" panose="020B0604020202020204" pitchFamily="34" charset="0"/>
                <a:buChar char="•"/>
                <a:tabLst/>
                <a:defRPr sz="1200" b="0" i="0">
                  <a:latin typeface="Calibri Light" panose="020F0302020204030204" pitchFamily="34" charset="0"/>
                  <a:ea typeface="Source Sans Pro" panose="020B0503030403020204" pitchFamily="34" charset="0"/>
                  <a:cs typeface="Calibri Light" panose="020F0302020204030204" pitchFamily="34" charset="0"/>
                </a:defRPr>
              </a:lvl3pPr>
              <a:lvl4pPr marL="401638" indent="-228600">
                <a:lnSpc>
                  <a:spcPct val="110000"/>
                </a:lnSpc>
                <a:spcBef>
                  <a:spcPts val="600"/>
                </a:spcBef>
                <a:spcAft>
                  <a:spcPts val="0"/>
                </a:spcAft>
                <a:buFont typeface="Arial" panose="020B0604020202020204" pitchFamily="34" charset="0"/>
                <a:buChar char="•"/>
                <a:tabLst/>
                <a:defRPr sz="1200" b="0" i="0">
                  <a:latin typeface="Calibri Light" panose="020F0302020204030204" pitchFamily="34" charset="0"/>
                  <a:ea typeface="Source Sans Pro" panose="020B0503030403020204" pitchFamily="34" charset="0"/>
                  <a:cs typeface="Calibri Light" panose="020F0302020204030204" pitchFamily="34" charset="0"/>
                </a:defRPr>
              </a:lvl4pPr>
              <a:lvl5pPr marL="582613" indent="-228600">
                <a:lnSpc>
                  <a:spcPct val="110000"/>
                </a:lnSpc>
                <a:spcBef>
                  <a:spcPts val="600"/>
                </a:spcBef>
                <a:spcAft>
                  <a:spcPts val="0"/>
                </a:spcAft>
                <a:buFont typeface="Arial" panose="020B0604020202020204" pitchFamily="34" charset="0"/>
                <a:buChar char="•"/>
                <a:tabLst/>
                <a:defRPr sz="1200" b="0" i="0">
                  <a:latin typeface="Calibri Light" panose="020F0302020204030204" pitchFamily="34" charset="0"/>
                  <a:ea typeface="Source Sans Pro" panose="020B0503030403020204" pitchFamily="34" charset="0"/>
                  <a:cs typeface="Calibri Light" panose="020F0302020204030204" pitchFamily="34" charset="0"/>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gn="r" defTabSz="914282">
                <a:lnSpc>
                  <a:spcPct val="100000"/>
                </a:lnSpc>
                <a:defRPr/>
              </a:pPr>
              <a:r>
                <a:rPr lang="en-US" sz="800">
                  <a:solidFill>
                    <a:schemeClr val="accent1"/>
                  </a:solidFill>
                  <a:latin typeface="Calibri"/>
                </a:rPr>
                <a:t>Test Cases Agent</a:t>
              </a:r>
            </a:p>
          </p:txBody>
        </p:sp>
        <p:grpSp>
          <p:nvGrpSpPr>
            <p:cNvPr id="5" name="Group 4">
              <a:extLst>
                <a:ext uri="{FF2B5EF4-FFF2-40B4-BE49-F238E27FC236}">
                  <a16:creationId xmlns:a16="http://schemas.microsoft.com/office/drawing/2014/main" id="{E7D11EC1-53A1-C8C8-602E-2A9C38C85504}"/>
                </a:ext>
              </a:extLst>
            </p:cNvPr>
            <p:cNvGrpSpPr/>
            <p:nvPr/>
          </p:nvGrpSpPr>
          <p:grpSpPr>
            <a:xfrm>
              <a:off x="4128945" y="4268843"/>
              <a:ext cx="219461" cy="201168"/>
              <a:chOff x="4128945" y="4268843"/>
              <a:chExt cx="219461" cy="201168"/>
            </a:xfrm>
          </p:grpSpPr>
          <p:grpSp>
            <p:nvGrpSpPr>
              <p:cNvPr id="99" name="Group 98">
                <a:extLst>
                  <a:ext uri="{FF2B5EF4-FFF2-40B4-BE49-F238E27FC236}">
                    <a16:creationId xmlns:a16="http://schemas.microsoft.com/office/drawing/2014/main" id="{D80EEE61-E3CF-A051-2898-BAD7288ABEF8}"/>
                  </a:ext>
                </a:extLst>
              </p:cNvPr>
              <p:cNvGrpSpPr/>
              <p:nvPr/>
            </p:nvGrpSpPr>
            <p:grpSpPr>
              <a:xfrm>
                <a:off x="4128945" y="4268843"/>
                <a:ext cx="219461" cy="201168"/>
                <a:chOff x="8486950" y="4628122"/>
                <a:chExt cx="409035" cy="366786"/>
              </a:xfrm>
            </p:grpSpPr>
            <p:sp>
              <p:nvSpPr>
                <p:cNvPr id="101" name="Oval 100">
                  <a:extLst>
                    <a:ext uri="{FF2B5EF4-FFF2-40B4-BE49-F238E27FC236}">
                      <a16:creationId xmlns:a16="http://schemas.microsoft.com/office/drawing/2014/main" id="{783AB536-07E6-8828-C017-AA3D6292C6E5}"/>
                    </a:ext>
                  </a:extLst>
                </p:cNvPr>
                <p:cNvSpPr/>
                <p:nvPr/>
              </p:nvSpPr>
              <p:spPr bwMode="auto">
                <a:xfrm>
                  <a:off x="8515114" y="4665888"/>
                  <a:ext cx="344689" cy="329020"/>
                </a:xfrm>
                <a:prstGeom prst="ellipse">
                  <a:avLst/>
                </a:prstGeom>
                <a:solidFill>
                  <a:schemeClr val="bg2"/>
                </a:solidFill>
                <a:ln>
                  <a:solidFill>
                    <a:schemeClr val="accent3">
                      <a:lumMod val="20000"/>
                      <a:lumOff val="80000"/>
                    </a:schemeClr>
                  </a:solidFill>
                </a:ln>
                <a:effectLst/>
              </p:spPr>
              <p:txBody>
                <a:bodyPr wrap="square" lIns="0" tIns="0" rIns="0" bIns="0" rtlCol="0" anchor="ctr"/>
                <a:lstStyle/>
                <a:p>
                  <a:pPr algn="ctr"/>
                  <a:endParaRPr lang="en-US" sz="2400">
                    <a:solidFill>
                      <a:schemeClr val="accent5"/>
                    </a:solidFill>
                    <a:latin typeface="Calibri Light" panose="020F0302020204030204" pitchFamily="34" charset="0"/>
                    <a:ea typeface="Human Sans ExtraLight" charset="0"/>
                    <a:cs typeface="Human Sans ExtraLight" charset="0"/>
                  </a:endParaRPr>
                </a:p>
              </p:txBody>
            </p:sp>
            <p:cxnSp>
              <p:nvCxnSpPr>
                <p:cNvPr id="102" name="Straight Connector 101">
                  <a:extLst>
                    <a:ext uri="{FF2B5EF4-FFF2-40B4-BE49-F238E27FC236}">
                      <a16:creationId xmlns:a16="http://schemas.microsoft.com/office/drawing/2014/main" id="{692F05A9-8575-E53B-ED84-C93D40CEC7A9}"/>
                    </a:ext>
                  </a:extLst>
                </p:cNvPr>
                <p:cNvCxnSpPr>
                  <a:cxnSpLocks/>
                  <a:stCxn id="101" idx="1"/>
                </p:cNvCxnSpPr>
                <p:nvPr/>
              </p:nvCxnSpPr>
              <p:spPr>
                <a:xfrm flipH="1" flipV="1">
                  <a:off x="8509994" y="4649243"/>
                  <a:ext cx="55600" cy="64827"/>
                </a:xfrm>
                <a:prstGeom prst="line">
                  <a:avLst/>
                </a:prstGeom>
                <a:ln w="6350">
                  <a:solidFill>
                    <a:schemeClr val="accent3">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103" name="Straight Connector 102">
                  <a:extLst>
                    <a:ext uri="{FF2B5EF4-FFF2-40B4-BE49-F238E27FC236}">
                      <a16:creationId xmlns:a16="http://schemas.microsoft.com/office/drawing/2014/main" id="{D391CEE2-97F8-D10B-0EF7-4EE50A621937}"/>
                    </a:ext>
                  </a:extLst>
                </p:cNvPr>
                <p:cNvCxnSpPr>
                  <a:cxnSpLocks/>
                  <a:stCxn id="101" idx="7"/>
                </p:cNvCxnSpPr>
                <p:nvPr/>
              </p:nvCxnSpPr>
              <p:spPr>
                <a:xfrm flipV="1">
                  <a:off x="8809325" y="4664608"/>
                  <a:ext cx="54015" cy="49466"/>
                </a:xfrm>
                <a:prstGeom prst="line">
                  <a:avLst/>
                </a:prstGeom>
                <a:ln w="6350">
                  <a:solidFill>
                    <a:schemeClr val="accent3">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104" name="Oval 103">
                  <a:extLst>
                    <a:ext uri="{FF2B5EF4-FFF2-40B4-BE49-F238E27FC236}">
                      <a16:creationId xmlns:a16="http://schemas.microsoft.com/office/drawing/2014/main" id="{E0A97CAB-1005-D2DC-28EE-96D634A51D77}"/>
                    </a:ext>
                  </a:extLst>
                </p:cNvPr>
                <p:cNvSpPr/>
                <p:nvPr/>
              </p:nvSpPr>
              <p:spPr bwMode="auto">
                <a:xfrm>
                  <a:off x="8486950" y="4628122"/>
                  <a:ext cx="46088" cy="46088"/>
                </a:xfrm>
                <a:prstGeom prst="ellipse">
                  <a:avLst/>
                </a:prstGeom>
                <a:solidFill>
                  <a:schemeClr val="accent3">
                    <a:lumMod val="40000"/>
                    <a:lumOff val="60000"/>
                  </a:schemeClr>
                </a:solidFill>
                <a:ln>
                  <a:noFill/>
                </a:ln>
                <a:effectLst/>
              </p:spPr>
              <p:txBody>
                <a:bodyPr wrap="square" lIns="0" tIns="0" rIns="0" bIns="0" rtlCol="0" anchor="ctr"/>
                <a:lstStyle/>
                <a:p>
                  <a:pPr algn="ctr"/>
                  <a:endParaRPr lang="en-US" sz="2400">
                    <a:solidFill>
                      <a:schemeClr val="accent5"/>
                    </a:solidFill>
                    <a:latin typeface="Calibri Light" panose="020F0302020204030204" pitchFamily="34" charset="0"/>
                    <a:ea typeface="Human Sans ExtraLight" charset="0"/>
                    <a:cs typeface="Human Sans ExtraLight" charset="0"/>
                  </a:endParaRPr>
                </a:p>
              </p:txBody>
            </p:sp>
            <p:sp>
              <p:nvSpPr>
                <p:cNvPr id="105" name="Oval 104">
                  <a:extLst>
                    <a:ext uri="{FF2B5EF4-FFF2-40B4-BE49-F238E27FC236}">
                      <a16:creationId xmlns:a16="http://schemas.microsoft.com/office/drawing/2014/main" id="{B5D0A88B-8E9C-4940-F96D-82FF872B88B3}"/>
                    </a:ext>
                  </a:extLst>
                </p:cNvPr>
                <p:cNvSpPr/>
                <p:nvPr/>
              </p:nvSpPr>
              <p:spPr bwMode="auto">
                <a:xfrm>
                  <a:off x="8849897" y="4628122"/>
                  <a:ext cx="46088" cy="46088"/>
                </a:xfrm>
                <a:prstGeom prst="ellipse">
                  <a:avLst/>
                </a:prstGeom>
                <a:solidFill>
                  <a:schemeClr val="accent3">
                    <a:lumMod val="40000"/>
                    <a:lumOff val="60000"/>
                  </a:schemeClr>
                </a:solidFill>
                <a:ln>
                  <a:noFill/>
                </a:ln>
                <a:effectLst/>
              </p:spPr>
              <p:txBody>
                <a:bodyPr wrap="square" lIns="0" tIns="0" rIns="0" bIns="0" rtlCol="0" anchor="ctr"/>
                <a:lstStyle/>
                <a:p>
                  <a:pPr algn="ctr"/>
                  <a:endParaRPr lang="en-US" sz="2400">
                    <a:solidFill>
                      <a:schemeClr val="accent5"/>
                    </a:solidFill>
                    <a:latin typeface="Calibri Light" panose="020F0302020204030204" pitchFamily="34" charset="0"/>
                    <a:ea typeface="Human Sans ExtraLight" charset="0"/>
                    <a:cs typeface="Human Sans ExtraLight" charset="0"/>
                  </a:endParaRPr>
                </a:p>
              </p:txBody>
            </p:sp>
          </p:grpSp>
          <p:pic>
            <p:nvPicPr>
              <p:cNvPr id="100" name="Graphic 99">
                <a:extLst>
                  <a:ext uri="{FF2B5EF4-FFF2-40B4-BE49-F238E27FC236}">
                    <a16:creationId xmlns:a16="http://schemas.microsoft.com/office/drawing/2014/main" id="{D7F539FA-E683-9888-1C9E-849133F090BE}"/>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176924" y="4316260"/>
                <a:ext cx="121212" cy="123908"/>
              </a:xfrm>
              <a:prstGeom prst="rect">
                <a:avLst/>
              </a:prstGeom>
            </p:spPr>
          </p:pic>
        </p:grpSp>
      </p:grpSp>
      <p:grpSp>
        <p:nvGrpSpPr>
          <p:cNvPr id="106" name="Group 105">
            <a:extLst>
              <a:ext uri="{FF2B5EF4-FFF2-40B4-BE49-F238E27FC236}">
                <a16:creationId xmlns:a16="http://schemas.microsoft.com/office/drawing/2014/main" id="{38AB8D96-B6C6-E032-BF16-35BD5B3CC393}"/>
              </a:ext>
            </a:extLst>
          </p:cNvPr>
          <p:cNvGrpSpPr/>
          <p:nvPr/>
        </p:nvGrpSpPr>
        <p:grpSpPr>
          <a:xfrm>
            <a:off x="7634319" y="4624278"/>
            <a:ext cx="1545153" cy="251333"/>
            <a:chOff x="10170520" y="1102904"/>
            <a:chExt cx="1545152" cy="251333"/>
          </a:xfrm>
        </p:grpSpPr>
        <p:sp>
          <p:nvSpPr>
            <p:cNvPr id="107" name="Text Placeholder 3">
              <a:extLst>
                <a:ext uri="{FF2B5EF4-FFF2-40B4-BE49-F238E27FC236}">
                  <a16:creationId xmlns:a16="http://schemas.microsoft.com/office/drawing/2014/main" id="{9B504C6B-1827-C307-9B94-D1636AB64EBA}"/>
                </a:ext>
              </a:extLst>
            </p:cNvPr>
            <p:cNvSpPr txBox="1">
              <a:spLocks/>
            </p:cNvSpPr>
            <p:nvPr/>
          </p:nvSpPr>
          <p:spPr>
            <a:xfrm>
              <a:off x="10170520" y="1102904"/>
              <a:ext cx="1245831" cy="251333"/>
            </a:xfrm>
            <a:prstGeom prst="rect">
              <a:avLst/>
            </a:prstGeom>
          </p:spPr>
          <p:txBody>
            <a:bodyPr lIns="0" tIns="0" rIns="0" bIns="0" anchor="ctr">
              <a:noAutofit/>
            </a:bodyPr>
            <a:lstStyle>
              <a:defPPr>
                <a:defRPr lang="en-US"/>
              </a:defPPr>
              <a:lvl1pPr marR="0" lvl="0" indent="0" fontAlgn="auto">
                <a:lnSpc>
                  <a:spcPts val="1600"/>
                </a:lnSpc>
                <a:spcBef>
                  <a:spcPts val="0"/>
                </a:spcBef>
                <a:spcAft>
                  <a:spcPts val="0"/>
                </a:spcAft>
                <a:buClrTx/>
                <a:buSzTx/>
                <a:buFont typeface="Arial" panose="020B0604020202020204" pitchFamily="34" charset="0"/>
                <a:buNone/>
                <a:tabLst/>
                <a:defRPr kumimoji="0" sz="1400" b="1" i="0" u="none" strike="noStrike" cap="none" spc="0" normalizeH="0" baseline="0">
                  <a:ln>
                    <a:noFill/>
                  </a:ln>
                  <a:gradFill>
                    <a:gsLst>
                      <a:gs pos="0">
                        <a:schemeClr val="accent2"/>
                      </a:gs>
                      <a:gs pos="34000">
                        <a:schemeClr val="accent2">
                          <a:lumMod val="75000"/>
                        </a:schemeClr>
                      </a:gs>
                      <a:gs pos="99000">
                        <a:schemeClr val="accent4"/>
                      </a:gs>
                    </a:gsLst>
                    <a:lin ang="2400000" scaled="0"/>
                  </a:gradFill>
                  <a:effectLst/>
                  <a:uLnTx/>
                  <a:uFillTx/>
                  <a:latin typeface="Calibri" panose="020F0502020204030204" pitchFamily="34" charset="0"/>
                  <a:ea typeface="Source Sans Pro" panose="020B0503030403020204" pitchFamily="34" charset="0"/>
                  <a:cs typeface="Calibri" panose="020F0502020204030204" pitchFamily="34" charset="0"/>
                </a:defRPr>
              </a:lvl1pPr>
              <a:lvl2pPr marL="6350" indent="0">
                <a:lnSpc>
                  <a:spcPct val="110000"/>
                </a:lnSpc>
                <a:spcBef>
                  <a:spcPts val="600"/>
                </a:spcBef>
                <a:spcAft>
                  <a:spcPts val="0"/>
                </a:spcAft>
                <a:buFont typeface="Arial" panose="020B0604020202020204" pitchFamily="34" charset="0"/>
                <a:buNone/>
                <a:tabLst/>
                <a:defRPr sz="1200" b="0" i="0">
                  <a:latin typeface="Calibri Light" panose="020F0302020204030204" pitchFamily="34" charset="0"/>
                  <a:ea typeface="Source Sans Pro" panose="020B0503030403020204" pitchFamily="34" charset="0"/>
                  <a:cs typeface="Calibri Light" panose="020F0302020204030204" pitchFamily="34" charset="0"/>
                </a:defRPr>
              </a:lvl2pPr>
              <a:lvl3pPr marL="228600" indent="-228600">
                <a:lnSpc>
                  <a:spcPct val="110000"/>
                </a:lnSpc>
                <a:spcBef>
                  <a:spcPts val="600"/>
                </a:spcBef>
                <a:spcAft>
                  <a:spcPts val="0"/>
                </a:spcAft>
                <a:buFont typeface="Arial" panose="020B0604020202020204" pitchFamily="34" charset="0"/>
                <a:buChar char="•"/>
                <a:tabLst/>
                <a:defRPr sz="1200" b="0" i="0">
                  <a:latin typeface="Calibri Light" panose="020F0302020204030204" pitchFamily="34" charset="0"/>
                  <a:ea typeface="Source Sans Pro" panose="020B0503030403020204" pitchFamily="34" charset="0"/>
                  <a:cs typeface="Calibri Light" panose="020F0302020204030204" pitchFamily="34" charset="0"/>
                </a:defRPr>
              </a:lvl3pPr>
              <a:lvl4pPr marL="401638" indent="-228600">
                <a:lnSpc>
                  <a:spcPct val="110000"/>
                </a:lnSpc>
                <a:spcBef>
                  <a:spcPts val="600"/>
                </a:spcBef>
                <a:spcAft>
                  <a:spcPts val="0"/>
                </a:spcAft>
                <a:buFont typeface="Arial" panose="020B0604020202020204" pitchFamily="34" charset="0"/>
                <a:buChar char="•"/>
                <a:tabLst/>
                <a:defRPr sz="1200" b="0" i="0">
                  <a:latin typeface="Calibri Light" panose="020F0302020204030204" pitchFamily="34" charset="0"/>
                  <a:ea typeface="Source Sans Pro" panose="020B0503030403020204" pitchFamily="34" charset="0"/>
                  <a:cs typeface="Calibri Light" panose="020F0302020204030204" pitchFamily="34" charset="0"/>
                </a:defRPr>
              </a:lvl4pPr>
              <a:lvl5pPr marL="582613" indent="-228600">
                <a:lnSpc>
                  <a:spcPct val="110000"/>
                </a:lnSpc>
                <a:spcBef>
                  <a:spcPts val="600"/>
                </a:spcBef>
                <a:spcAft>
                  <a:spcPts val="0"/>
                </a:spcAft>
                <a:buFont typeface="Arial" panose="020B0604020202020204" pitchFamily="34" charset="0"/>
                <a:buChar char="•"/>
                <a:tabLst/>
                <a:defRPr sz="1200" b="0" i="0">
                  <a:latin typeface="Calibri Light" panose="020F0302020204030204" pitchFamily="34" charset="0"/>
                  <a:ea typeface="Source Sans Pro" panose="020B0503030403020204" pitchFamily="34" charset="0"/>
                  <a:cs typeface="Calibri Light" panose="020F0302020204030204" pitchFamily="34" charset="0"/>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gn="r" defTabSz="914282">
                <a:lnSpc>
                  <a:spcPct val="100000"/>
                </a:lnSpc>
                <a:defRPr/>
              </a:pPr>
              <a:r>
                <a:rPr lang="en-US" sz="800">
                  <a:solidFill>
                    <a:schemeClr val="accent1"/>
                  </a:solidFill>
                  <a:latin typeface="Calibri"/>
                </a:rPr>
                <a:t>Unit Testing </a:t>
              </a:r>
            </a:p>
            <a:p>
              <a:pPr algn="r" defTabSz="914282">
                <a:lnSpc>
                  <a:spcPct val="100000"/>
                </a:lnSpc>
                <a:defRPr/>
              </a:pPr>
              <a:r>
                <a:rPr lang="en-US" sz="800">
                  <a:solidFill>
                    <a:schemeClr val="accent1"/>
                  </a:solidFill>
                  <a:latin typeface="Calibri"/>
                </a:rPr>
                <a:t>Implementation Agent</a:t>
              </a:r>
            </a:p>
          </p:txBody>
        </p:sp>
        <p:grpSp>
          <p:nvGrpSpPr>
            <p:cNvPr id="108" name="Group 107">
              <a:extLst>
                <a:ext uri="{FF2B5EF4-FFF2-40B4-BE49-F238E27FC236}">
                  <a16:creationId xmlns:a16="http://schemas.microsoft.com/office/drawing/2014/main" id="{9DE3DDC2-B437-4BEA-5B23-17264C0CAD3B}"/>
                </a:ext>
              </a:extLst>
            </p:cNvPr>
            <p:cNvGrpSpPr/>
            <p:nvPr/>
          </p:nvGrpSpPr>
          <p:grpSpPr>
            <a:xfrm>
              <a:off x="11496209" y="1131575"/>
              <a:ext cx="219463" cy="201168"/>
              <a:chOff x="8486950" y="4628122"/>
              <a:chExt cx="409035" cy="366788"/>
            </a:xfrm>
          </p:grpSpPr>
          <p:sp>
            <p:nvSpPr>
              <p:cNvPr id="109" name="Oval 108">
                <a:extLst>
                  <a:ext uri="{FF2B5EF4-FFF2-40B4-BE49-F238E27FC236}">
                    <a16:creationId xmlns:a16="http://schemas.microsoft.com/office/drawing/2014/main" id="{2D3A21E5-6CF3-8F5A-577E-1C8582CDCDA5}"/>
                  </a:ext>
                </a:extLst>
              </p:cNvPr>
              <p:cNvSpPr/>
              <p:nvPr/>
            </p:nvSpPr>
            <p:spPr bwMode="auto">
              <a:xfrm>
                <a:off x="8515115" y="4665889"/>
                <a:ext cx="344688" cy="329021"/>
              </a:xfrm>
              <a:prstGeom prst="ellipse">
                <a:avLst/>
              </a:prstGeom>
              <a:solidFill>
                <a:schemeClr val="bg2"/>
              </a:solidFill>
              <a:ln>
                <a:solidFill>
                  <a:schemeClr val="accent3">
                    <a:lumMod val="20000"/>
                    <a:lumOff val="80000"/>
                  </a:schemeClr>
                </a:solidFill>
              </a:ln>
              <a:effectLst/>
            </p:spPr>
            <p:txBody>
              <a:bodyPr wrap="square" lIns="0" tIns="0" rIns="0" bIns="0" rtlCol="0" anchor="ctr"/>
              <a:lstStyle/>
              <a:p>
                <a:pPr algn="ctr"/>
                <a:endParaRPr lang="en-US" sz="2400">
                  <a:solidFill>
                    <a:schemeClr val="accent5"/>
                  </a:solidFill>
                  <a:latin typeface="Calibri Light" panose="020F0302020204030204" pitchFamily="34" charset="0"/>
                  <a:ea typeface="Human Sans ExtraLight" charset="0"/>
                  <a:cs typeface="Human Sans ExtraLight" charset="0"/>
                </a:endParaRPr>
              </a:p>
            </p:txBody>
          </p:sp>
          <p:cxnSp>
            <p:nvCxnSpPr>
              <p:cNvPr id="110" name="Straight Connector 109">
                <a:extLst>
                  <a:ext uri="{FF2B5EF4-FFF2-40B4-BE49-F238E27FC236}">
                    <a16:creationId xmlns:a16="http://schemas.microsoft.com/office/drawing/2014/main" id="{BCDB2BEA-F725-3EDF-891A-798B8E33C93A}"/>
                  </a:ext>
                </a:extLst>
              </p:cNvPr>
              <p:cNvCxnSpPr>
                <a:cxnSpLocks/>
                <a:stCxn id="109" idx="1"/>
              </p:cNvCxnSpPr>
              <p:nvPr/>
            </p:nvCxnSpPr>
            <p:spPr>
              <a:xfrm flipH="1" flipV="1">
                <a:off x="8509994" y="4649246"/>
                <a:ext cx="55600" cy="64827"/>
              </a:xfrm>
              <a:prstGeom prst="line">
                <a:avLst/>
              </a:prstGeom>
              <a:ln w="6350">
                <a:solidFill>
                  <a:schemeClr val="accent3">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111" name="Straight Connector 110">
                <a:extLst>
                  <a:ext uri="{FF2B5EF4-FFF2-40B4-BE49-F238E27FC236}">
                    <a16:creationId xmlns:a16="http://schemas.microsoft.com/office/drawing/2014/main" id="{6DA988B8-C603-EE65-EC6E-D029617618D1}"/>
                  </a:ext>
                </a:extLst>
              </p:cNvPr>
              <p:cNvCxnSpPr>
                <a:cxnSpLocks/>
                <a:stCxn id="109" idx="7"/>
              </p:cNvCxnSpPr>
              <p:nvPr/>
            </p:nvCxnSpPr>
            <p:spPr>
              <a:xfrm flipV="1">
                <a:off x="8809325" y="4664609"/>
                <a:ext cx="54015" cy="49465"/>
              </a:xfrm>
              <a:prstGeom prst="line">
                <a:avLst/>
              </a:prstGeom>
              <a:ln w="6350">
                <a:solidFill>
                  <a:schemeClr val="accent3">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112" name="Oval 111">
                <a:extLst>
                  <a:ext uri="{FF2B5EF4-FFF2-40B4-BE49-F238E27FC236}">
                    <a16:creationId xmlns:a16="http://schemas.microsoft.com/office/drawing/2014/main" id="{D937F064-D2F1-EB44-7A18-AA29F90A99CA}"/>
                  </a:ext>
                </a:extLst>
              </p:cNvPr>
              <p:cNvSpPr/>
              <p:nvPr/>
            </p:nvSpPr>
            <p:spPr bwMode="auto">
              <a:xfrm>
                <a:off x="8486950" y="4628122"/>
                <a:ext cx="46088" cy="46088"/>
              </a:xfrm>
              <a:prstGeom prst="ellipse">
                <a:avLst/>
              </a:prstGeom>
              <a:solidFill>
                <a:schemeClr val="accent3">
                  <a:lumMod val="40000"/>
                  <a:lumOff val="60000"/>
                </a:schemeClr>
              </a:solidFill>
              <a:ln>
                <a:noFill/>
              </a:ln>
              <a:effectLst/>
            </p:spPr>
            <p:txBody>
              <a:bodyPr wrap="square" lIns="0" tIns="0" rIns="0" bIns="0" rtlCol="0" anchor="ctr"/>
              <a:lstStyle/>
              <a:p>
                <a:pPr algn="ctr"/>
                <a:endParaRPr lang="en-US" sz="2400">
                  <a:solidFill>
                    <a:schemeClr val="accent5"/>
                  </a:solidFill>
                  <a:latin typeface="Calibri Light" panose="020F0302020204030204" pitchFamily="34" charset="0"/>
                  <a:ea typeface="Human Sans ExtraLight" charset="0"/>
                  <a:cs typeface="Human Sans ExtraLight" charset="0"/>
                </a:endParaRPr>
              </a:p>
            </p:txBody>
          </p:sp>
          <p:sp>
            <p:nvSpPr>
              <p:cNvPr id="113" name="Oval 112">
                <a:extLst>
                  <a:ext uri="{FF2B5EF4-FFF2-40B4-BE49-F238E27FC236}">
                    <a16:creationId xmlns:a16="http://schemas.microsoft.com/office/drawing/2014/main" id="{D6D21022-B3EF-C9AF-2198-1E87740C51E9}"/>
                  </a:ext>
                </a:extLst>
              </p:cNvPr>
              <p:cNvSpPr/>
              <p:nvPr/>
            </p:nvSpPr>
            <p:spPr bwMode="auto">
              <a:xfrm>
                <a:off x="8849897" y="4628122"/>
                <a:ext cx="46088" cy="46088"/>
              </a:xfrm>
              <a:prstGeom prst="ellipse">
                <a:avLst/>
              </a:prstGeom>
              <a:solidFill>
                <a:schemeClr val="accent3">
                  <a:lumMod val="40000"/>
                  <a:lumOff val="60000"/>
                </a:schemeClr>
              </a:solidFill>
              <a:ln>
                <a:noFill/>
              </a:ln>
              <a:effectLst/>
            </p:spPr>
            <p:txBody>
              <a:bodyPr wrap="square" lIns="0" tIns="0" rIns="0" bIns="0" rtlCol="0" anchor="ctr"/>
              <a:lstStyle/>
              <a:p>
                <a:pPr algn="ctr"/>
                <a:endParaRPr lang="en-US" sz="2400">
                  <a:solidFill>
                    <a:schemeClr val="accent5"/>
                  </a:solidFill>
                  <a:latin typeface="Calibri Light" panose="020F0302020204030204" pitchFamily="34" charset="0"/>
                  <a:ea typeface="Human Sans ExtraLight" charset="0"/>
                  <a:cs typeface="Human Sans ExtraLight" charset="0"/>
                </a:endParaRPr>
              </a:p>
            </p:txBody>
          </p:sp>
          <p:pic>
            <p:nvPicPr>
              <p:cNvPr id="114" name="Graphic 113">
                <a:extLst>
                  <a:ext uri="{FF2B5EF4-FFF2-40B4-BE49-F238E27FC236}">
                    <a16:creationId xmlns:a16="http://schemas.microsoft.com/office/drawing/2014/main" id="{7027C55A-B432-FA9E-A016-F72DA53EED0E}"/>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571370" y="4723492"/>
                <a:ext cx="225920" cy="225920"/>
              </a:xfrm>
              <a:prstGeom prst="rect">
                <a:avLst/>
              </a:prstGeom>
            </p:spPr>
          </p:pic>
        </p:grpSp>
      </p:grpSp>
      <p:grpSp>
        <p:nvGrpSpPr>
          <p:cNvPr id="115" name="Group 114">
            <a:extLst>
              <a:ext uri="{FF2B5EF4-FFF2-40B4-BE49-F238E27FC236}">
                <a16:creationId xmlns:a16="http://schemas.microsoft.com/office/drawing/2014/main" id="{CC726CD4-D5ED-FF35-C769-6832D6806D67}"/>
              </a:ext>
            </a:extLst>
          </p:cNvPr>
          <p:cNvGrpSpPr/>
          <p:nvPr/>
        </p:nvGrpSpPr>
        <p:grpSpPr>
          <a:xfrm>
            <a:off x="3136793" y="5391335"/>
            <a:ext cx="1211613" cy="279074"/>
            <a:chOff x="9905040" y="2265375"/>
            <a:chExt cx="1211612" cy="279074"/>
          </a:xfrm>
        </p:grpSpPr>
        <p:sp>
          <p:nvSpPr>
            <p:cNvPr id="116" name="Text Placeholder 3">
              <a:extLst>
                <a:ext uri="{FF2B5EF4-FFF2-40B4-BE49-F238E27FC236}">
                  <a16:creationId xmlns:a16="http://schemas.microsoft.com/office/drawing/2014/main" id="{F2F975E1-971F-A62D-5234-DC0C735CC6C7}"/>
                </a:ext>
              </a:extLst>
            </p:cNvPr>
            <p:cNvSpPr txBox="1">
              <a:spLocks/>
            </p:cNvSpPr>
            <p:nvPr/>
          </p:nvSpPr>
          <p:spPr>
            <a:xfrm>
              <a:off x="9905040" y="2265375"/>
              <a:ext cx="885409" cy="279074"/>
            </a:xfrm>
            <a:prstGeom prst="rect">
              <a:avLst/>
            </a:prstGeom>
          </p:spPr>
          <p:txBody>
            <a:bodyPr lIns="0" tIns="0" rIns="0" bIns="0" anchor="ctr">
              <a:noAutofit/>
            </a:bodyPr>
            <a:lstStyle>
              <a:defPPr>
                <a:defRPr lang="en-US"/>
              </a:defPPr>
              <a:lvl1pPr marR="0" lvl="0" indent="0" fontAlgn="auto">
                <a:lnSpc>
                  <a:spcPts val="1600"/>
                </a:lnSpc>
                <a:spcBef>
                  <a:spcPts val="0"/>
                </a:spcBef>
                <a:spcAft>
                  <a:spcPts val="0"/>
                </a:spcAft>
                <a:buClrTx/>
                <a:buSzTx/>
                <a:buFont typeface="Arial" panose="020B0604020202020204" pitchFamily="34" charset="0"/>
                <a:buNone/>
                <a:tabLst/>
                <a:defRPr kumimoji="0" sz="1400" b="1" i="0" u="none" strike="noStrike" cap="none" spc="0" normalizeH="0" baseline="0">
                  <a:ln>
                    <a:noFill/>
                  </a:ln>
                  <a:gradFill>
                    <a:gsLst>
                      <a:gs pos="0">
                        <a:schemeClr val="accent2"/>
                      </a:gs>
                      <a:gs pos="34000">
                        <a:schemeClr val="accent2">
                          <a:lumMod val="75000"/>
                        </a:schemeClr>
                      </a:gs>
                      <a:gs pos="99000">
                        <a:schemeClr val="accent4"/>
                      </a:gs>
                    </a:gsLst>
                    <a:lin ang="2400000" scaled="0"/>
                  </a:gradFill>
                  <a:effectLst/>
                  <a:uLnTx/>
                  <a:uFillTx/>
                  <a:latin typeface="Calibri" panose="020F0502020204030204" pitchFamily="34" charset="0"/>
                  <a:ea typeface="Source Sans Pro" panose="020B0503030403020204" pitchFamily="34" charset="0"/>
                  <a:cs typeface="Calibri" panose="020F0502020204030204" pitchFamily="34" charset="0"/>
                </a:defRPr>
              </a:lvl1pPr>
              <a:lvl2pPr marL="6350" indent="0">
                <a:lnSpc>
                  <a:spcPct val="110000"/>
                </a:lnSpc>
                <a:spcBef>
                  <a:spcPts val="600"/>
                </a:spcBef>
                <a:spcAft>
                  <a:spcPts val="0"/>
                </a:spcAft>
                <a:buFont typeface="Arial" panose="020B0604020202020204" pitchFamily="34" charset="0"/>
                <a:buNone/>
                <a:tabLst/>
                <a:defRPr sz="1200" b="0" i="0">
                  <a:latin typeface="Calibri Light" panose="020F0302020204030204" pitchFamily="34" charset="0"/>
                  <a:ea typeface="Source Sans Pro" panose="020B0503030403020204" pitchFamily="34" charset="0"/>
                  <a:cs typeface="Calibri Light" panose="020F0302020204030204" pitchFamily="34" charset="0"/>
                </a:defRPr>
              </a:lvl2pPr>
              <a:lvl3pPr marL="228600" indent="-228600">
                <a:lnSpc>
                  <a:spcPct val="110000"/>
                </a:lnSpc>
                <a:spcBef>
                  <a:spcPts val="600"/>
                </a:spcBef>
                <a:spcAft>
                  <a:spcPts val="0"/>
                </a:spcAft>
                <a:buFont typeface="Arial" panose="020B0604020202020204" pitchFamily="34" charset="0"/>
                <a:buChar char="•"/>
                <a:tabLst/>
                <a:defRPr sz="1200" b="0" i="0">
                  <a:latin typeface="Calibri Light" panose="020F0302020204030204" pitchFamily="34" charset="0"/>
                  <a:ea typeface="Source Sans Pro" panose="020B0503030403020204" pitchFamily="34" charset="0"/>
                  <a:cs typeface="Calibri Light" panose="020F0302020204030204" pitchFamily="34" charset="0"/>
                </a:defRPr>
              </a:lvl3pPr>
              <a:lvl4pPr marL="401638" indent="-228600">
                <a:lnSpc>
                  <a:spcPct val="110000"/>
                </a:lnSpc>
                <a:spcBef>
                  <a:spcPts val="600"/>
                </a:spcBef>
                <a:spcAft>
                  <a:spcPts val="0"/>
                </a:spcAft>
                <a:buFont typeface="Arial" panose="020B0604020202020204" pitchFamily="34" charset="0"/>
                <a:buChar char="•"/>
                <a:tabLst/>
                <a:defRPr sz="1200" b="0" i="0">
                  <a:latin typeface="Calibri Light" panose="020F0302020204030204" pitchFamily="34" charset="0"/>
                  <a:ea typeface="Source Sans Pro" panose="020B0503030403020204" pitchFamily="34" charset="0"/>
                  <a:cs typeface="Calibri Light" panose="020F0302020204030204" pitchFamily="34" charset="0"/>
                </a:defRPr>
              </a:lvl4pPr>
              <a:lvl5pPr marL="582613" indent="-228600">
                <a:lnSpc>
                  <a:spcPct val="110000"/>
                </a:lnSpc>
                <a:spcBef>
                  <a:spcPts val="600"/>
                </a:spcBef>
                <a:spcAft>
                  <a:spcPts val="0"/>
                </a:spcAft>
                <a:buFont typeface="Arial" panose="020B0604020202020204" pitchFamily="34" charset="0"/>
                <a:buChar char="•"/>
                <a:tabLst/>
                <a:defRPr sz="1200" b="0" i="0">
                  <a:latin typeface="Calibri Light" panose="020F0302020204030204" pitchFamily="34" charset="0"/>
                  <a:ea typeface="Source Sans Pro" panose="020B0503030403020204" pitchFamily="34" charset="0"/>
                  <a:cs typeface="Calibri Light" panose="020F0302020204030204" pitchFamily="34" charset="0"/>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gn="r" defTabSz="914282">
                <a:lnSpc>
                  <a:spcPct val="100000"/>
                </a:lnSpc>
                <a:defRPr/>
              </a:pPr>
              <a:r>
                <a:rPr lang="en-US" sz="800">
                  <a:solidFill>
                    <a:schemeClr val="accent1"/>
                  </a:solidFill>
                  <a:latin typeface="Calibri"/>
                </a:rPr>
                <a:t>Documentation </a:t>
              </a:r>
              <a:br>
                <a:rPr lang="en-US" sz="800">
                  <a:solidFill>
                    <a:schemeClr val="accent1"/>
                  </a:solidFill>
                  <a:latin typeface="Calibri"/>
                </a:rPr>
              </a:br>
              <a:r>
                <a:rPr lang="en-US" sz="800">
                  <a:solidFill>
                    <a:schemeClr val="accent1"/>
                  </a:solidFill>
                  <a:latin typeface="Calibri"/>
                </a:rPr>
                <a:t>Agent</a:t>
              </a:r>
            </a:p>
          </p:txBody>
        </p:sp>
        <p:grpSp>
          <p:nvGrpSpPr>
            <p:cNvPr id="117" name="Group 116">
              <a:extLst>
                <a:ext uri="{FF2B5EF4-FFF2-40B4-BE49-F238E27FC236}">
                  <a16:creationId xmlns:a16="http://schemas.microsoft.com/office/drawing/2014/main" id="{B3642E4E-3076-EEDD-F4D1-3274C880F2BD}"/>
                </a:ext>
              </a:extLst>
            </p:cNvPr>
            <p:cNvGrpSpPr/>
            <p:nvPr/>
          </p:nvGrpSpPr>
          <p:grpSpPr>
            <a:xfrm>
              <a:off x="10897194" y="2299780"/>
              <a:ext cx="219458" cy="201168"/>
              <a:chOff x="-613410" y="2348865"/>
              <a:chExt cx="405764" cy="363849"/>
            </a:xfrm>
          </p:grpSpPr>
          <p:grpSp>
            <p:nvGrpSpPr>
              <p:cNvPr id="118" name="Group 117">
                <a:extLst>
                  <a:ext uri="{FF2B5EF4-FFF2-40B4-BE49-F238E27FC236}">
                    <a16:creationId xmlns:a16="http://schemas.microsoft.com/office/drawing/2014/main" id="{38189932-A41D-4B16-E9A6-B91652D596C8}"/>
                  </a:ext>
                </a:extLst>
              </p:cNvPr>
              <p:cNvGrpSpPr/>
              <p:nvPr/>
            </p:nvGrpSpPr>
            <p:grpSpPr>
              <a:xfrm>
                <a:off x="-585470" y="2386324"/>
                <a:ext cx="341932" cy="326390"/>
                <a:chOff x="-680720" y="2332990"/>
                <a:chExt cx="385838" cy="368301"/>
              </a:xfrm>
            </p:grpSpPr>
            <p:sp>
              <p:nvSpPr>
                <p:cNvPr id="123" name="Oval 122">
                  <a:extLst>
                    <a:ext uri="{FF2B5EF4-FFF2-40B4-BE49-F238E27FC236}">
                      <a16:creationId xmlns:a16="http://schemas.microsoft.com/office/drawing/2014/main" id="{0F075AA3-07FB-6539-65CB-4113FE2FF126}"/>
                    </a:ext>
                  </a:extLst>
                </p:cNvPr>
                <p:cNvSpPr/>
                <p:nvPr/>
              </p:nvSpPr>
              <p:spPr bwMode="auto">
                <a:xfrm>
                  <a:off x="-680720" y="2332990"/>
                  <a:ext cx="385838" cy="368301"/>
                </a:xfrm>
                <a:prstGeom prst="ellipse">
                  <a:avLst/>
                </a:prstGeom>
                <a:solidFill>
                  <a:schemeClr val="bg2"/>
                </a:solidFill>
                <a:ln>
                  <a:solidFill>
                    <a:schemeClr val="accent3">
                      <a:lumMod val="20000"/>
                      <a:lumOff val="80000"/>
                    </a:schemeClr>
                  </a:solidFill>
                </a:ln>
                <a:effectLst/>
              </p:spPr>
              <p:txBody>
                <a:bodyPr wrap="square" lIns="0" tIns="0" rIns="0" bIns="0" rtlCol="0" anchor="ctr"/>
                <a:lstStyle/>
                <a:p>
                  <a:pPr algn="ctr"/>
                  <a:endParaRPr lang="en-US" sz="2400">
                    <a:solidFill>
                      <a:schemeClr val="accent5"/>
                    </a:solidFill>
                    <a:latin typeface="Calibri Light" panose="020F0302020204030204" pitchFamily="34" charset="0"/>
                    <a:ea typeface="Human Sans ExtraLight" charset="0"/>
                    <a:cs typeface="Human Sans ExtraLight" charset="0"/>
                  </a:endParaRPr>
                </a:p>
              </p:txBody>
            </p:sp>
            <p:pic>
              <p:nvPicPr>
                <p:cNvPr id="124" name="Graphic 123" descr="Folder Search outline">
                  <a:extLst>
                    <a:ext uri="{FF2B5EF4-FFF2-40B4-BE49-F238E27FC236}">
                      <a16:creationId xmlns:a16="http://schemas.microsoft.com/office/drawing/2014/main" id="{CFB674DB-3BAF-5B1F-3A75-AF8389CAB75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24811" y="2374472"/>
                  <a:ext cx="311156" cy="311154"/>
                </a:xfrm>
                <a:prstGeom prst="rect">
                  <a:avLst/>
                </a:prstGeom>
              </p:spPr>
            </p:pic>
          </p:grpSp>
          <p:cxnSp>
            <p:nvCxnSpPr>
              <p:cNvPr id="119" name="Straight Connector 118">
                <a:extLst>
                  <a:ext uri="{FF2B5EF4-FFF2-40B4-BE49-F238E27FC236}">
                    <a16:creationId xmlns:a16="http://schemas.microsoft.com/office/drawing/2014/main" id="{5F54294D-6697-EE1C-A0E0-C04D0AD88B7A}"/>
                  </a:ext>
                </a:extLst>
              </p:cNvPr>
              <p:cNvCxnSpPr>
                <a:cxnSpLocks/>
                <a:stCxn id="123" idx="1"/>
              </p:cNvCxnSpPr>
              <p:nvPr/>
            </p:nvCxnSpPr>
            <p:spPr>
              <a:xfrm flipH="1" flipV="1">
                <a:off x="-590550" y="2369820"/>
                <a:ext cx="55155" cy="64309"/>
              </a:xfrm>
              <a:prstGeom prst="line">
                <a:avLst/>
              </a:prstGeom>
              <a:ln w="6350">
                <a:solidFill>
                  <a:schemeClr val="accent3">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120" name="Straight Connector 119">
                <a:extLst>
                  <a:ext uri="{FF2B5EF4-FFF2-40B4-BE49-F238E27FC236}">
                    <a16:creationId xmlns:a16="http://schemas.microsoft.com/office/drawing/2014/main" id="{F3BDE873-2E62-DB13-8B86-A451070E2103}"/>
                  </a:ext>
                </a:extLst>
              </p:cNvPr>
              <p:cNvCxnSpPr>
                <a:cxnSpLocks/>
                <a:stCxn id="123" idx="7"/>
              </p:cNvCxnSpPr>
              <p:nvPr/>
            </p:nvCxnSpPr>
            <p:spPr>
              <a:xfrm flipV="1">
                <a:off x="-293613" y="2385060"/>
                <a:ext cx="53583" cy="49069"/>
              </a:xfrm>
              <a:prstGeom prst="line">
                <a:avLst/>
              </a:prstGeom>
              <a:ln w="6350">
                <a:solidFill>
                  <a:schemeClr val="accent3">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121" name="Oval 120">
                <a:extLst>
                  <a:ext uri="{FF2B5EF4-FFF2-40B4-BE49-F238E27FC236}">
                    <a16:creationId xmlns:a16="http://schemas.microsoft.com/office/drawing/2014/main" id="{5213A173-C6A3-22DC-95EB-5FA5571EEC44}"/>
                  </a:ext>
                </a:extLst>
              </p:cNvPr>
              <p:cNvSpPr/>
              <p:nvPr/>
            </p:nvSpPr>
            <p:spPr bwMode="auto">
              <a:xfrm>
                <a:off x="-613410" y="2348865"/>
                <a:ext cx="45719" cy="45719"/>
              </a:xfrm>
              <a:prstGeom prst="ellipse">
                <a:avLst/>
              </a:prstGeom>
              <a:solidFill>
                <a:schemeClr val="accent3">
                  <a:lumMod val="40000"/>
                  <a:lumOff val="60000"/>
                </a:schemeClr>
              </a:solidFill>
              <a:ln>
                <a:noFill/>
              </a:ln>
              <a:effectLst/>
            </p:spPr>
            <p:txBody>
              <a:bodyPr wrap="square" lIns="0" tIns="0" rIns="0" bIns="0" rtlCol="0" anchor="ctr"/>
              <a:lstStyle/>
              <a:p>
                <a:pPr algn="ctr"/>
                <a:endParaRPr lang="en-US" sz="2400">
                  <a:solidFill>
                    <a:schemeClr val="accent5"/>
                  </a:solidFill>
                  <a:latin typeface="Calibri Light" panose="020F0302020204030204" pitchFamily="34" charset="0"/>
                  <a:ea typeface="Human Sans ExtraLight" charset="0"/>
                  <a:cs typeface="Human Sans ExtraLight" charset="0"/>
                </a:endParaRPr>
              </a:p>
            </p:txBody>
          </p:sp>
          <p:sp>
            <p:nvSpPr>
              <p:cNvPr id="122" name="Oval 121">
                <a:extLst>
                  <a:ext uri="{FF2B5EF4-FFF2-40B4-BE49-F238E27FC236}">
                    <a16:creationId xmlns:a16="http://schemas.microsoft.com/office/drawing/2014/main" id="{4B33ABA4-09E8-3520-59CE-8552DBB44427}"/>
                  </a:ext>
                </a:extLst>
              </p:cNvPr>
              <p:cNvSpPr/>
              <p:nvPr/>
            </p:nvSpPr>
            <p:spPr bwMode="auto">
              <a:xfrm>
                <a:off x="-253365" y="2348865"/>
                <a:ext cx="45719" cy="45719"/>
              </a:xfrm>
              <a:prstGeom prst="ellipse">
                <a:avLst/>
              </a:prstGeom>
              <a:solidFill>
                <a:schemeClr val="accent3">
                  <a:lumMod val="40000"/>
                  <a:lumOff val="60000"/>
                </a:schemeClr>
              </a:solidFill>
              <a:ln>
                <a:noFill/>
              </a:ln>
              <a:effectLst/>
            </p:spPr>
            <p:txBody>
              <a:bodyPr wrap="square" lIns="0" tIns="0" rIns="0" bIns="0" rtlCol="0" anchor="ctr"/>
              <a:lstStyle/>
              <a:p>
                <a:pPr algn="ctr"/>
                <a:endParaRPr lang="en-US" sz="2400">
                  <a:solidFill>
                    <a:schemeClr val="accent5"/>
                  </a:solidFill>
                  <a:latin typeface="Calibri Light" panose="020F0302020204030204" pitchFamily="34" charset="0"/>
                  <a:ea typeface="Human Sans ExtraLight" charset="0"/>
                  <a:cs typeface="Human Sans ExtraLight" charset="0"/>
                </a:endParaRPr>
              </a:p>
            </p:txBody>
          </p:sp>
        </p:grpSp>
      </p:grpSp>
    </p:spTree>
    <p:extLst>
      <p:ext uri="{BB962C8B-B14F-4D97-AF65-F5344CB8AC3E}">
        <p14:creationId xmlns:p14="http://schemas.microsoft.com/office/powerpoint/2010/main" val="1695504758"/>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B8C982-17FE-EBE9-9CB7-8399D7C2BC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CCDD90-B964-DE92-C302-439163B03B7D}"/>
              </a:ext>
            </a:extLst>
          </p:cNvPr>
          <p:cNvSpPr>
            <a:spLocks noGrp="1"/>
          </p:cNvSpPr>
          <p:nvPr>
            <p:ph type="title"/>
          </p:nvPr>
        </p:nvSpPr>
        <p:spPr>
          <a:xfrm>
            <a:off x="457200" y="723900"/>
            <a:ext cx="2111829" cy="457200"/>
          </a:xfrm>
        </p:spPr>
        <p:txBody>
          <a:bodyPr/>
          <a:lstStyle/>
          <a:p>
            <a:r>
              <a:rPr lang="en-US"/>
              <a:t>Prioritization of use cases based on Efficiency Gains and Effort</a:t>
            </a:r>
          </a:p>
        </p:txBody>
      </p:sp>
      <p:sp>
        <p:nvSpPr>
          <p:cNvPr id="39" name="Text Placeholder 38">
            <a:extLst>
              <a:ext uri="{FF2B5EF4-FFF2-40B4-BE49-F238E27FC236}">
                <a16:creationId xmlns:a16="http://schemas.microsoft.com/office/drawing/2014/main" id="{DF084CED-130E-FF31-1C24-0D1D62F74EB5}"/>
              </a:ext>
            </a:extLst>
          </p:cNvPr>
          <p:cNvSpPr>
            <a:spLocks noGrp="1"/>
          </p:cNvSpPr>
          <p:nvPr>
            <p:ph type="body" sz="quarter" idx="15"/>
          </p:nvPr>
        </p:nvSpPr>
        <p:spPr/>
        <p:txBody>
          <a:bodyPr/>
          <a:lstStyle/>
          <a:p>
            <a:endParaRPr lang="en-US"/>
          </a:p>
        </p:txBody>
      </p:sp>
      <p:sp>
        <p:nvSpPr>
          <p:cNvPr id="8" name="TextBox 7">
            <a:extLst>
              <a:ext uri="{FF2B5EF4-FFF2-40B4-BE49-F238E27FC236}">
                <a16:creationId xmlns:a16="http://schemas.microsoft.com/office/drawing/2014/main" id="{EBE22E2E-7B21-010A-C920-3B4CF1FD5E26}"/>
              </a:ext>
            </a:extLst>
          </p:cNvPr>
          <p:cNvSpPr txBox="1"/>
          <p:nvPr/>
        </p:nvSpPr>
        <p:spPr>
          <a:xfrm>
            <a:off x="467007" y="3721100"/>
            <a:ext cx="2441978" cy="1533946"/>
          </a:xfrm>
          <a:prstGeom prst="rect">
            <a:avLst/>
          </a:prstGeom>
        </p:spPr>
        <p:txBody>
          <a:bodyPr wrap="square" lIns="0" tIns="0" rIns="0" bIns="0" rtlCol="0">
            <a:spAutoFit/>
          </a:bodyPr>
          <a:lstStyle/>
          <a:p>
            <a:pPr>
              <a:lnSpc>
                <a:spcPct val="120000"/>
              </a:lnSpc>
              <a:spcBef>
                <a:spcPts val="600"/>
              </a:spcBef>
              <a:spcAft>
                <a:spcPts val="600"/>
              </a:spcAft>
            </a:pPr>
            <a:r>
              <a:rPr lang="en-US" sz="1400">
                <a:solidFill>
                  <a:schemeClr val="bg1"/>
                </a:solidFill>
              </a:rPr>
              <a:t>We recommend prioritizing the AI agents to implement and pilot based on the </a:t>
            </a:r>
            <a:r>
              <a:rPr lang="en-US" sz="1400" b="1">
                <a:solidFill>
                  <a:schemeClr val="bg1"/>
                </a:solidFill>
              </a:rPr>
              <a:t>impact and benefit the agents will provide</a:t>
            </a:r>
            <a:r>
              <a:rPr lang="en-US" sz="1400">
                <a:solidFill>
                  <a:schemeClr val="bg1"/>
                </a:solidFill>
              </a:rPr>
              <a:t>, as well as the AI </a:t>
            </a:r>
            <a:r>
              <a:rPr lang="en-US" sz="1400" b="1">
                <a:solidFill>
                  <a:schemeClr val="bg1"/>
                </a:solidFill>
              </a:rPr>
              <a:t>agents' complexity and development effort</a:t>
            </a:r>
            <a:r>
              <a:rPr lang="en-US" sz="1400">
                <a:solidFill>
                  <a:schemeClr val="bg1"/>
                </a:solidFill>
              </a:rPr>
              <a:t>.</a:t>
            </a:r>
          </a:p>
        </p:txBody>
      </p:sp>
      <p:sp>
        <p:nvSpPr>
          <p:cNvPr id="377" name="Rectangle: Rounded Corners 376">
            <a:extLst>
              <a:ext uri="{FF2B5EF4-FFF2-40B4-BE49-F238E27FC236}">
                <a16:creationId xmlns:a16="http://schemas.microsoft.com/office/drawing/2014/main" id="{E2DD6E59-EFBA-CB46-8703-854B73FDF05F}"/>
              </a:ext>
            </a:extLst>
          </p:cNvPr>
          <p:cNvSpPr/>
          <p:nvPr/>
        </p:nvSpPr>
        <p:spPr bwMode="auto">
          <a:xfrm>
            <a:off x="4485214" y="1153800"/>
            <a:ext cx="2968752" cy="2267712"/>
          </a:xfrm>
          <a:prstGeom prst="roundRect">
            <a:avLst>
              <a:gd name="adj" fmla="val 0"/>
            </a:avLst>
          </a:prstGeom>
          <a:solidFill>
            <a:schemeClr val="accent4">
              <a:lumMod val="75000"/>
              <a:alpha val="28000"/>
            </a:schemeClr>
          </a:solidFill>
          <a:ln>
            <a:noFill/>
          </a:ln>
          <a:effectLst/>
        </p:spPr>
        <p:txBody>
          <a:bodyPr wrap="square" lIns="0" tIns="0" rIns="0" bIns="0" rtlCol="0" anchor="ctr"/>
          <a:lstStyle/>
          <a:p>
            <a:pPr algn="ctr"/>
            <a:endParaRPr lang="en-US" sz="2400">
              <a:solidFill>
                <a:schemeClr val="accent5"/>
              </a:solidFill>
              <a:latin typeface="Calibri Light" panose="020F0302020204030204" pitchFamily="34" charset="0"/>
              <a:ea typeface="Human Sans ExtraLight" charset="0"/>
              <a:cs typeface="Human Sans ExtraLight" charset="0"/>
            </a:endParaRPr>
          </a:p>
        </p:txBody>
      </p:sp>
      <p:graphicFrame>
        <p:nvGraphicFramePr>
          <p:cNvPr id="378" name="Table 377">
            <a:extLst>
              <a:ext uri="{FF2B5EF4-FFF2-40B4-BE49-F238E27FC236}">
                <a16:creationId xmlns:a16="http://schemas.microsoft.com/office/drawing/2014/main" id="{C2F5B13F-2D10-AAA5-697C-03B705B409D0}"/>
              </a:ext>
            </a:extLst>
          </p:cNvPr>
          <p:cNvGraphicFramePr>
            <a:graphicFrameLocks noGrp="1"/>
          </p:cNvGraphicFramePr>
          <p:nvPr>
            <p:extLst>
              <p:ext uri="{D42A27DB-BD31-4B8C-83A1-F6EECF244321}">
                <p14:modId xmlns:p14="http://schemas.microsoft.com/office/powerpoint/2010/main" val="1557776296"/>
              </p:ext>
            </p:extLst>
          </p:nvPr>
        </p:nvGraphicFramePr>
        <p:xfrm>
          <a:off x="4494010" y="1170912"/>
          <a:ext cx="5922380" cy="4516176"/>
        </p:xfrm>
        <a:graphic>
          <a:graphicData uri="http://schemas.openxmlformats.org/drawingml/2006/table">
            <a:tbl>
              <a:tblPr>
                <a:tableStyleId>{2D5ABB26-0587-4C30-8999-92F81FD0307C}</a:tableStyleId>
              </a:tblPr>
              <a:tblGrid>
                <a:gridCol w="1480595">
                  <a:extLst>
                    <a:ext uri="{9D8B030D-6E8A-4147-A177-3AD203B41FA5}">
                      <a16:colId xmlns:a16="http://schemas.microsoft.com/office/drawing/2014/main" val="233095158"/>
                    </a:ext>
                  </a:extLst>
                </a:gridCol>
                <a:gridCol w="1480595">
                  <a:extLst>
                    <a:ext uri="{9D8B030D-6E8A-4147-A177-3AD203B41FA5}">
                      <a16:colId xmlns:a16="http://schemas.microsoft.com/office/drawing/2014/main" val="3899107373"/>
                    </a:ext>
                  </a:extLst>
                </a:gridCol>
                <a:gridCol w="1480595">
                  <a:extLst>
                    <a:ext uri="{9D8B030D-6E8A-4147-A177-3AD203B41FA5}">
                      <a16:colId xmlns:a16="http://schemas.microsoft.com/office/drawing/2014/main" val="2690796396"/>
                    </a:ext>
                  </a:extLst>
                </a:gridCol>
                <a:gridCol w="1480595">
                  <a:extLst>
                    <a:ext uri="{9D8B030D-6E8A-4147-A177-3AD203B41FA5}">
                      <a16:colId xmlns:a16="http://schemas.microsoft.com/office/drawing/2014/main" val="2743806976"/>
                    </a:ext>
                  </a:extLst>
                </a:gridCol>
              </a:tblGrid>
              <a:tr h="1129044">
                <a:tc>
                  <a:txBody>
                    <a:bodyPr/>
                    <a:lstStyle/>
                    <a:p>
                      <a:pPr algn="l" fontAlgn="b"/>
                      <a:endParaRPr lang="en-US" sz="1400" b="0" i="0" u="none" strike="noStrike">
                        <a:solidFill>
                          <a:srgbClr val="000000"/>
                        </a:solidFill>
                        <a:effectLst/>
                        <a:latin typeface="Aptos Narrow" panose="020B0004020202020204" pitchFamily="34" charset="0"/>
                      </a:endParaRPr>
                    </a:p>
                  </a:txBody>
                  <a:tcPr marL="0" marR="0" marT="0" marB="0" anchor="b">
                    <a:lnR w="12700" cap="flat" cmpd="sng" algn="ctr">
                      <a:solidFill>
                        <a:schemeClr val="accent2">
                          <a:lumMod val="50000"/>
                        </a:schemeClr>
                      </a:solidFill>
                      <a:prstDash val="lgDash"/>
                      <a:round/>
                      <a:headEnd type="none" w="med" len="med"/>
                      <a:tailEnd type="none" w="med" len="med"/>
                    </a:lnR>
                    <a:lnB w="12700" cap="flat" cmpd="sng" algn="ctr">
                      <a:solidFill>
                        <a:schemeClr val="accent2">
                          <a:lumMod val="50000"/>
                        </a:schemeClr>
                      </a:solidFill>
                      <a:prstDash val="lgDash"/>
                      <a:round/>
                      <a:headEnd type="none" w="med" len="med"/>
                      <a:tailEnd type="none" w="med" len="med"/>
                    </a:lnB>
                  </a:tcPr>
                </a:tc>
                <a:tc>
                  <a:txBody>
                    <a:bodyPr/>
                    <a:lstStyle/>
                    <a:p>
                      <a:pPr algn="l" fontAlgn="b"/>
                      <a:endParaRPr lang="en-US" sz="1400" b="0" i="0" u="none" strike="noStrike">
                        <a:solidFill>
                          <a:srgbClr val="000000"/>
                        </a:solidFill>
                        <a:effectLst/>
                        <a:latin typeface="Aptos Narrow" panose="020B0004020202020204" pitchFamily="34" charset="0"/>
                      </a:endParaRPr>
                    </a:p>
                  </a:txBody>
                  <a:tcPr marL="0" marR="0" marT="0" marB="0" anchor="b">
                    <a:lnL w="12700" cap="flat" cmpd="sng" algn="ctr">
                      <a:solidFill>
                        <a:schemeClr val="accent2">
                          <a:lumMod val="50000"/>
                        </a:schemeClr>
                      </a:solidFill>
                      <a:prstDash val="lgDash"/>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accent2">
                          <a:lumMod val="50000"/>
                        </a:schemeClr>
                      </a:solidFill>
                      <a:prstDash val="lgDash"/>
                      <a:round/>
                      <a:headEnd type="none" w="med" len="med"/>
                      <a:tailEnd type="none" w="med" len="med"/>
                    </a:lnB>
                  </a:tcPr>
                </a:tc>
                <a:tc>
                  <a:txBody>
                    <a:bodyPr/>
                    <a:lstStyle/>
                    <a:p>
                      <a:pPr algn="l" fontAlgn="b"/>
                      <a:endParaRPr lang="en-US" sz="1400" b="0" i="0" u="none" strike="noStrike">
                        <a:solidFill>
                          <a:srgbClr val="000000"/>
                        </a:solidFill>
                        <a:effectLst/>
                        <a:latin typeface="Aptos Narrow" panose="020B0004020202020204" pitchFamily="34" charset="0"/>
                      </a:endParaRPr>
                    </a:p>
                  </a:txBody>
                  <a:tcPr marL="0" marR="0" marT="0" marB="0" anchor="b">
                    <a:lnL w="12700" cap="flat" cmpd="sng" algn="ctr">
                      <a:solidFill>
                        <a:schemeClr val="bg1"/>
                      </a:solidFill>
                      <a:prstDash val="solid"/>
                      <a:round/>
                      <a:headEnd type="none" w="med" len="med"/>
                      <a:tailEnd type="none" w="med" len="med"/>
                    </a:lnL>
                    <a:lnR w="12700" cap="flat" cmpd="sng" algn="ctr">
                      <a:solidFill>
                        <a:schemeClr val="accent2">
                          <a:lumMod val="50000"/>
                        </a:schemeClr>
                      </a:solidFill>
                      <a:prstDash val="lgDash"/>
                      <a:round/>
                      <a:headEnd type="none" w="med" len="med"/>
                      <a:tailEnd type="none" w="med" len="med"/>
                    </a:lnR>
                    <a:lnB w="12700" cap="flat" cmpd="sng" algn="ctr">
                      <a:solidFill>
                        <a:schemeClr val="accent2">
                          <a:lumMod val="50000"/>
                        </a:schemeClr>
                      </a:solidFill>
                      <a:prstDash val="lgDash"/>
                      <a:round/>
                      <a:headEnd type="none" w="med" len="med"/>
                      <a:tailEnd type="none" w="med" len="med"/>
                    </a:lnB>
                  </a:tcPr>
                </a:tc>
                <a:tc>
                  <a:txBody>
                    <a:bodyPr/>
                    <a:lstStyle/>
                    <a:p>
                      <a:pPr algn="l" fontAlgn="b"/>
                      <a:endParaRPr lang="en-US" sz="1400" b="0" i="0" u="none" strike="noStrike">
                        <a:solidFill>
                          <a:srgbClr val="000000"/>
                        </a:solidFill>
                        <a:effectLst/>
                        <a:latin typeface="Aptos Narrow" panose="020B0004020202020204" pitchFamily="34" charset="0"/>
                      </a:endParaRPr>
                    </a:p>
                  </a:txBody>
                  <a:tcPr marL="0" marR="0" marT="0" marB="0" anchor="b">
                    <a:lnL w="12700" cap="flat" cmpd="sng" algn="ctr">
                      <a:solidFill>
                        <a:schemeClr val="accent2">
                          <a:lumMod val="50000"/>
                        </a:schemeClr>
                      </a:solidFill>
                      <a:prstDash val="lgDash"/>
                      <a:round/>
                      <a:headEnd type="none" w="med" len="med"/>
                      <a:tailEnd type="none" w="med" len="med"/>
                    </a:lnL>
                    <a:lnB w="12700" cap="flat" cmpd="sng" algn="ctr">
                      <a:solidFill>
                        <a:schemeClr val="accent2">
                          <a:lumMod val="50000"/>
                        </a:schemeClr>
                      </a:solidFill>
                      <a:prstDash val="lgDash"/>
                      <a:round/>
                      <a:headEnd type="none" w="med" len="med"/>
                      <a:tailEnd type="none" w="med" len="med"/>
                    </a:lnB>
                  </a:tcPr>
                </a:tc>
                <a:extLst>
                  <a:ext uri="{0D108BD9-81ED-4DB2-BD59-A6C34878D82A}">
                    <a16:rowId xmlns:a16="http://schemas.microsoft.com/office/drawing/2014/main" val="322238335"/>
                  </a:ext>
                </a:extLst>
              </a:tr>
              <a:tr h="1129044">
                <a:tc>
                  <a:txBody>
                    <a:bodyPr/>
                    <a:lstStyle/>
                    <a:p>
                      <a:pPr algn="l" fontAlgn="b"/>
                      <a:endParaRPr lang="en-US" sz="1400" b="0" i="0" u="none" strike="noStrike">
                        <a:solidFill>
                          <a:srgbClr val="000000"/>
                        </a:solidFill>
                        <a:effectLst/>
                        <a:latin typeface="Aptos Narrow" panose="020B0004020202020204" pitchFamily="34" charset="0"/>
                      </a:endParaRPr>
                    </a:p>
                  </a:txBody>
                  <a:tcPr marL="0" marR="0" marT="0" marB="0" anchor="b">
                    <a:lnR w="12700" cap="flat" cmpd="sng" algn="ctr">
                      <a:solidFill>
                        <a:schemeClr val="accent2">
                          <a:lumMod val="50000"/>
                        </a:schemeClr>
                      </a:solidFill>
                      <a:prstDash val="lgDash"/>
                      <a:round/>
                      <a:headEnd type="none" w="med" len="med"/>
                      <a:tailEnd type="none" w="med" len="med"/>
                    </a:lnR>
                    <a:lnT w="12700" cap="flat" cmpd="sng" algn="ctr">
                      <a:solidFill>
                        <a:schemeClr val="accent2">
                          <a:lumMod val="50000"/>
                        </a:schemeClr>
                      </a:solidFill>
                      <a:prstDash val="lgDash"/>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l" fontAlgn="b"/>
                      <a:endParaRPr lang="en-US" sz="1400" b="0" i="0" u="none" strike="noStrike">
                        <a:solidFill>
                          <a:srgbClr val="000000"/>
                        </a:solidFill>
                        <a:effectLst/>
                        <a:latin typeface="Aptos Narrow" panose="020B0004020202020204" pitchFamily="34" charset="0"/>
                      </a:endParaRPr>
                    </a:p>
                  </a:txBody>
                  <a:tcPr marL="0" marR="0" marT="0" marB="0" anchor="b">
                    <a:lnL w="12700" cap="flat" cmpd="sng" algn="ctr">
                      <a:solidFill>
                        <a:schemeClr val="accent2">
                          <a:lumMod val="50000"/>
                        </a:schemeClr>
                      </a:solidFill>
                      <a:prstDash val="lgDash"/>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accent2">
                          <a:lumMod val="50000"/>
                        </a:schemeClr>
                      </a:solidFill>
                      <a:prstDash val="lgDash"/>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l" fontAlgn="b"/>
                      <a:endParaRPr lang="en-US" sz="1400" b="0" i="0" u="none" strike="noStrike">
                        <a:solidFill>
                          <a:srgbClr val="000000"/>
                        </a:solidFill>
                        <a:effectLst/>
                        <a:latin typeface="Aptos Narrow" panose="020B0004020202020204" pitchFamily="34" charset="0"/>
                      </a:endParaRPr>
                    </a:p>
                  </a:txBody>
                  <a:tcPr marL="0" marR="0" marT="0" marB="0" anchor="b">
                    <a:lnL w="12700" cap="flat" cmpd="sng" algn="ctr">
                      <a:solidFill>
                        <a:schemeClr val="bg1"/>
                      </a:solidFill>
                      <a:prstDash val="solid"/>
                      <a:round/>
                      <a:headEnd type="none" w="med" len="med"/>
                      <a:tailEnd type="none" w="med" len="med"/>
                    </a:lnL>
                    <a:lnR w="12700" cap="flat" cmpd="sng" algn="ctr">
                      <a:solidFill>
                        <a:schemeClr val="accent2">
                          <a:lumMod val="50000"/>
                        </a:schemeClr>
                      </a:solidFill>
                      <a:prstDash val="lgDash"/>
                      <a:round/>
                      <a:headEnd type="none" w="med" len="med"/>
                      <a:tailEnd type="none" w="med" len="med"/>
                    </a:lnR>
                    <a:lnT w="12700" cap="flat" cmpd="sng" algn="ctr">
                      <a:solidFill>
                        <a:schemeClr val="accent2">
                          <a:lumMod val="50000"/>
                        </a:schemeClr>
                      </a:solidFill>
                      <a:prstDash val="lgDash"/>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l" fontAlgn="b"/>
                      <a:endParaRPr lang="en-US" sz="1400" b="0" i="0" u="none" strike="noStrike">
                        <a:solidFill>
                          <a:srgbClr val="000000"/>
                        </a:solidFill>
                        <a:effectLst/>
                        <a:latin typeface="Aptos Narrow" panose="020B0004020202020204" pitchFamily="34" charset="0"/>
                      </a:endParaRPr>
                    </a:p>
                  </a:txBody>
                  <a:tcPr marL="0" marR="0" marT="0" marB="0" anchor="b">
                    <a:lnL w="12700" cap="flat" cmpd="sng" algn="ctr">
                      <a:solidFill>
                        <a:schemeClr val="accent2">
                          <a:lumMod val="50000"/>
                        </a:schemeClr>
                      </a:solidFill>
                      <a:prstDash val="lgDash"/>
                      <a:round/>
                      <a:headEnd type="none" w="med" len="med"/>
                      <a:tailEnd type="none" w="med" len="med"/>
                    </a:lnL>
                    <a:lnT w="12700" cap="flat" cmpd="sng" algn="ctr">
                      <a:solidFill>
                        <a:schemeClr val="accent2">
                          <a:lumMod val="50000"/>
                        </a:schemeClr>
                      </a:solidFill>
                      <a:prstDash val="lgDash"/>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2853891584"/>
                  </a:ext>
                </a:extLst>
              </a:tr>
              <a:tr h="1129044">
                <a:tc>
                  <a:txBody>
                    <a:bodyPr/>
                    <a:lstStyle/>
                    <a:p>
                      <a:pPr algn="l" fontAlgn="b"/>
                      <a:endParaRPr lang="en-US" sz="1400" b="0" i="0" u="none" strike="noStrike">
                        <a:solidFill>
                          <a:srgbClr val="000000"/>
                        </a:solidFill>
                        <a:effectLst/>
                        <a:latin typeface="Aptos Narrow" panose="020B0004020202020204" pitchFamily="34" charset="0"/>
                      </a:endParaRPr>
                    </a:p>
                  </a:txBody>
                  <a:tcPr marL="0" marR="0" marT="0" marB="0" anchor="b">
                    <a:lnR w="12700" cap="flat" cmpd="sng" algn="ctr">
                      <a:solidFill>
                        <a:schemeClr val="accent2">
                          <a:lumMod val="50000"/>
                        </a:schemeClr>
                      </a:solidFill>
                      <a:prstDash val="lgDash"/>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accent2">
                          <a:lumMod val="50000"/>
                        </a:schemeClr>
                      </a:solidFill>
                      <a:prstDash val="lgDash"/>
                      <a:round/>
                      <a:headEnd type="none" w="med" len="med"/>
                      <a:tailEnd type="none" w="med" len="med"/>
                    </a:lnB>
                  </a:tcPr>
                </a:tc>
                <a:tc>
                  <a:txBody>
                    <a:bodyPr/>
                    <a:lstStyle/>
                    <a:p>
                      <a:pPr algn="l" fontAlgn="b"/>
                      <a:endParaRPr lang="en-US" sz="1400" b="0" i="0" u="none" strike="noStrike">
                        <a:solidFill>
                          <a:srgbClr val="000000"/>
                        </a:solidFill>
                        <a:effectLst/>
                        <a:latin typeface="Aptos Narrow" panose="020B0004020202020204" pitchFamily="34" charset="0"/>
                      </a:endParaRPr>
                    </a:p>
                  </a:txBody>
                  <a:tcPr marL="0" marR="0" marT="0" marB="0" anchor="b">
                    <a:lnL w="12700" cap="flat" cmpd="sng" algn="ctr">
                      <a:solidFill>
                        <a:schemeClr val="accent2">
                          <a:lumMod val="50000"/>
                        </a:schemeClr>
                      </a:solidFill>
                      <a:prstDash val="lgDash"/>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accent2">
                          <a:lumMod val="50000"/>
                        </a:schemeClr>
                      </a:solidFill>
                      <a:prstDash val="lgDash"/>
                      <a:round/>
                      <a:headEnd type="none" w="med" len="med"/>
                      <a:tailEnd type="none" w="med" len="med"/>
                    </a:lnB>
                  </a:tcPr>
                </a:tc>
                <a:tc>
                  <a:txBody>
                    <a:bodyPr/>
                    <a:lstStyle/>
                    <a:p>
                      <a:pPr algn="l" fontAlgn="b"/>
                      <a:endParaRPr lang="en-US" sz="1400" b="0" i="0" u="none" strike="noStrike">
                        <a:solidFill>
                          <a:srgbClr val="000000"/>
                        </a:solidFill>
                        <a:effectLst/>
                        <a:latin typeface="Aptos Narrow" panose="020B0004020202020204" pitchFamily="34" charset="0"/>
                      </a:endParaRPr>
                    </a:p>
                  </a:txBody>
                  <a:tcPr marL="0" marR="0" marT="0" marB="0" anchor="b">
                    <a:lnL w="12700" cap="flat" cmpd="sng" algn="ctr">
                      <a:solidFill>
                        <a:schemeClr val="bg1"/>
                      </a:solidFill>
                      <a:prstDash val="solid"/>
                      <a:round/>
                      <a:headEnd type="none" w="med" len="med"/>
                      <a:tailEnd type="none" w="med" len="med"/>
                    </a:lnL>
                    <a:lnR w="12700" cap="flat" cmpd="sng" algn="ctr">
                      <a:solidFill>
                        <a:schemeClr val="accent2">
                          <a:lumMod val="50000"/>
                        </a:schemeClr>
                      </a:solidFill>
                      <a:prstDash val="lgDash"/>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accent2">
                          <a:lumMod val="50000"/>
                        </a:schemeClr>
                      </a:solidFill>
                      <a:prstDash val="lgDash"/>
                      <a:round/>
                      <a:headEnd type="none" w="med" len="med"/>
                      <a:tailEnd type="none" w="med" len="med"/>
                    </a:lnB>
                  </a:tcPr>
                </a:tc>
                <a:tc>
                  <a:txBody>
                    <a:bodyPr/>
                    <a:lstStyle/>
                    <a:p>
                      <a:pPr algn="l" fontAlgn="b"/>
                      <a:endParaRPr lang="en-US" sz="1400" b="0" i="0" u="none" strike="noStrike">
                        <a:solidFill>
                          <a:srgbClr val="000000"/>
                        </a:solidFill>
                        <a:effectLst/>
                        <a:latin typeface="Aptos Narrow" panose="020B0004020202020204" pitchFamily="34" charset="0"/>
                      </a:endParaRPr>
                    </a:p>
                  </a:txBody>
                  <a:tcPr marL="0" marR="0" marT="0" marB="0" anchor="b">
                    <a:lnL w="12700" cap="flat" cmpd="sng" algn="ctr">
                      <a:solidFill>
                        <a:schemeClr val="accent2">
                          <a:lumMod val="50000"/>
                        </a:schemeClr>
                      </a:solidFill>
                      <a:prstDash val="lgDash"/>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accent2">
                          <a:lumMod val="50000"/>
                        </a:schemeClr>
                      </a:solidFill>
                      <a:prstDash val="lgDash"/>
                      <a:round/>
                      <a:headEnd type="none" w="med" len="med"/>
                      <a:tailEnd type="none" w="med" len="med"/>
                    </a:lnB>
                  </a:tcPr>
                </a:tc>
                <a:extLst>
                  <a:ext uri="{0D108BD9-81ED-4DB2-BD59-A6C34878D82A}">
                    <a16:rowId xmlns:a16="http://schemas.microsoft.com/office/drawing/2014/main" val="1571155219"/>
                  </a:ext>
                </a:extLst>
              </a:tr>
              <a:tr h="1129044">
                <a:tc>
                  <a:txBody>
                    <a:bodyPr/>
                    <a:lstStyle/>
                    <a:p>
                      <a:pPr algn="l" fontAlgn="b"/>
                      <a:endParaRPr lang="en-US" sz="1400" b="0" i="0" u="none" strike="noStrike">
                        <a:solidFill>
                          <a:srgbClr val="000000"/>
                        </a:solidFill>
                        <a:effectLst/>
                        <a:latin typeface="Aptos Narrow" panose="020B0004020202020204" pitchFamily="34" charset="0"/>
                      </a:endParaRPr>
                    </a:p>
                  </a:txBody>
                  <a:tcPr marL="0" marR="0" marT="0" marB="0" anchor="b">
                    <a:lnR w="12700" cap="flat" cmpd="sng" algn="ctr">
                      <a:solidFill>
                        <a:schemeClr val="accent2">
                          <a:lumMod val="50000"/>
                        </a:schemeClr>
                      </a:solidFill>
                      <a:prstDash val="lgDash"/>
                      <a:round/>
                      <a:headEnd type="none" w="med" len="med"/>
                      <a:tailEnd type="none" w="med" len="med"/>
                    </a:lnR>
                    <a:lnT w="12700" cap="flat" cmpd="sng" algn="ctr">
                      <a:solidFill>
                        <a:schemeClr val="accent2">
                          <a:lumMod val="50000"/>
                        </a:schemeClr>
                      </a:solidFill>
                      <a:prstDash val="lgDash"/>
                      <a:round/>
                      <a:headEnd type="none" w="med" len="med"/>
                      <a:tailEnd type="none" w="med" len="med"/>
                    </a:lnT>
                  </a:tcPr>
                </a:tc>
                <a:tc>
                  <a:txBody>
                    <a:bodyPr/>
                    <a:lstStyle/>
                    <a:p>
                      <a:pPr algn="l" fontAlgn="b"/>
                      <a:endParaRPr lang="en-US" sz="1400" b="0" i="0" u="none" strike="noStrike">
                        <a:solidFill>
                          <a:srgbClr val="000000"/>
                        </a:solidFill>
                        <a:effectLst/>
                        <a:latin typeface="Aptos Narrow" panose="020B0004020202020204" pitchFamily="34" charset="0"/>
                      </a:endParaRPr>
                    </a:p>
                  </a:txBody>
                  <a:tcPr marL="0" marR="0" marT="0" marB="0" anchor="b">
                    <a:lnL w="12700" cap="flat" cmpd="sng" algn="ctr">
                      <a:solidFill>
                        <a:schemeClr val="accent2">
                          <a:lumMod val="50000"/>
                        </a:schemeClr>
                      </a:solidFill>
                      <a:prstDash val="lgDash"/>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accent2">
                          <a:lumMod val="50000"/>
                        </a:schemeClr>
                      </a:solidFill>
                      <a:prstDash val="lgDash"/>
                      <a:round/>
                      <a:headEnd type="none" w="med" len="med"/>
                      <a:tailEnd type="none" w="med" len="med"/>
                    </a:lnT>
                  </a:tcPr>
                </a:tc>
                <a:tc>
                  <a:txBody>
                    <a:bodyPr/>
                    <a:lstStyle/>
                    <a:p>
                      <a:pPr algn="l" fontAlgn="b"/>
                      <a:endParaRPr lang="en-US" sz="1400" b="0" i="0" u="none" strike="noStrike">
                        <a:solidFill>
                          <a:srgbClr val="000000"/>
                        </a:solidFill>
                        <a:effectLst/>
                        <a:latin typeface="Aptos Narrow" panose="020B0004020202020204" pitchFamily="34" charset="0"/>
                      </a:endParaRPr>
                    </a:p>
                  </a:txBody>
                  <a:tcPr marL="0" marR="0" marT="0" marB="0" anchor="b">
                    <a:lnL w="12700" cap="flat" cmpd="sng" algn="ctr">
                      <a:solidFill>
                        <a:schemeClr val="bg1"/>
                      </a:solidFill>
                      <a:prstDash val="solid"/>
                      <a:round/>
                      <a:headEnd type="none" w="med" len="med"/>
                      <a:tailEnd type="none" w="med" len="med"/>
                    </a:lnL>
                    <a:lnR w="12700" cap="flat" cmpd="sng" algn="ctr">
                      <a:solidFill>
                        <a:schemeClr val="accent2">
                          <a:lumMod val="50000"/>
                        </a:schemeClr>
                      </a:solidFill>
                      <a:prstDash val="lgDash"/>
                      <a:round/>
                      <a:headEnd type="none" w="med" len="med"/>
                      <a:tailEnd type="none" w="med" len="med"/>
                    </a:lnR>
                    <a:lnT w="12700" cap="flat" cmpd="sng" algn="ctr">
                      <a:solidFill>
                        <a:schemeClr val="accent2">
                          <a:lumMod val="50000"/>
                        </a:schemeClr>
                      </a:solidFill>
                      <a:prstDash val="lgDash"/>
                      <a:round/>
                      <a:headEnd type="none" w="med" len="med"/>
                      <a:tailEnd type="none" w="med" len="med"/>
                    </a:lnT>
                  </a:tcPr>
                </a:tc>
                <a:tc>
                  <a:txBody>
                    <a:bodyPr/>
                    <a:lstStyle/>
                    <a:p>
                      <a:pPr algn="l" fontAlgn="b"/>
                      <a:endParaRPr lang="en-US" sz="1400" b="0" i="0" u="none" strike="noStrike">
                        <a:solidFill>
                          <a:srgbClr val="000000"/>
                        </a:solidFill>
                        <a:effectLst/>
                        <a:latin typeface="Aptos Narrow" panose="020B0004020202020204" pitchFamily="34" charset="0"/>
                      </a:endParaRPr>
                    </a:p>
                  </a:txBody>
                  <a:tcPr marL="0" marR="0" marT="0" marB="0" anchor="b">
                    <a:lnL w="12700" cap="flat" cmpd="sng" algn="ctr">
                      <a:solidFill>
                        <a:schemeClr val="accent2">
                          <a:lumMod val="50000"/>
                        </a:schemeClr>
                      </a:solidFill>
                      <a:prstDash val="lgDash"/>
                      <a:round/>
                      <a:headEnd type="none" w="med" len="med"/>
                      <a:tailEnd type="none" w="med" len="med"/>
                    </a:lnL>
                    <a:lnT w="12700" cap="flat" cmpd="sng" algn="ctr">
                      <a:solidFill>
                        <a:schemeClr val="accent2">
                          <a:lumMod val="50000"/>
                        </a:schemeClr>
                      </a:solidFill>
                      <a:prstDash val="lgDash"/>
                      <a:round/>
                      <a:headEnd type="none" w="med" len="med"/>
                      <a:tailEnd type="none" w="med" len="med"/>
                    </a:lnT>
                  </a:tcPr>
                </a:tc>
                <a:extLst>
                  <a:ext uri="{0D108BD9-81ED-4DB2-BD59-A6C34878D82A}">
                    <a16:rowId xmlns:a16="http://schemas.microsoft.com/office/drawing/2014/main" val="2963679470"/>
                  </a:ext>
                </a:extLst>
              </a:tr>
            </a:tbl>
          </a:graphicData>
        </a:graphic>
      </p:graphicFrame>
      <p:cxnSp>
        <p:nvCxnSpPr>
          <p:cNvPr id="379" name="Straight Arrow Connector 378">
            <a:extLst>
              <a:ext uri="{FF2B5EF4-FFF2-40B4-BE49-F238E27FC236}">
                <a16:creationId xmlns:a16="http://schemas.microsoft.com/office/drawing/2014/main" id="{F45B0812-1FCC-1534-FDB1-5663D4DFBDEA}"/>
              </a:ext>
            </a:extLst>
          </p:cNvPr>
          <p:cNvCxnSpPr>
            <a:cxnSpLocks/>
          </p:cNvCxnSpPr>
          <p:nvPr/>
        </p:nvCxnSpPr>
        <p:spPr>
          <a:xfrm flipV="1">
            <a:off x="4478577" y="1047005"/>
            <a:ext cx="0" cy="4664600"/>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380" name="Straight Arrow Connector 379">
            <a:extLst>
              <a:ext uri="{FF2B5EF4-FFF2-40B4-BE49-F238E27FC236}">
                <a16:creationId xmlns:a16="http://schemas.microsoft.com/office/drawing/2014/main" id="{FAFC9489-8476-3FCE-DE54-94EF5ADEACF4}"/>
              </a:ext>
            </a:extLst>
          </p:cNvPr>
          <p:cNvCxnSpPr>
            <a:cxnSpLocks/>
          </p:cNvCxnSpPr>
          <p:nvPr/>
        </p:nvCxnSpPr>
        <p:spPr>
          <a:xfrm>
            <a:off x="4468418" y="5698613"/>
            <a:ext cx="6018835" cy="0"/>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381" name="TextBox 380">
            <a:extLst>
              <a:ext uri="{FF2B5EF4-FFF2-40B4-BE49-F238E27FC236}">
                <a16:creationId xmlns:a16="http://schemas.microsoft.com/office/drawing/2014/main" id="{4DE4CCD8-F5AA-5701-28C2-D02DB2EC097C}"/>
              </a:ext>
            </a:extLst>
          </p:cNvPr>
          <p:cNvSpPr txBox="1"/>
          <p:nvPr/>
        </p:nvSpPr>
        <p:spPr>
          <a:xfrm>
            <a:off x="10200505" y="5824516"/>
            <a:ext cx="1696618" cy="184666"/>
          </a:xfrm>
          <a:prstGeom prst="rect">
            <a:avLst/>
          </a:prstGeom>
        </p:spPr>
        <p:txBody>
          <a:bodyPr wrap="none" lIns="0" tIns="0" rIns="0" bIns="0" rtlCol="0">
            <a:spAutoFit/>
          </a:bodyPr>
          <a:lstStyle/>
          <a:p>
            <a:r>
              <a:rPr lang="en-US" sz="1200" spc="100"/>
              <a:t>EFFORT &amp; COMPLEXITY</a:t>
            </a:r>
          </a:p>
        </p:txBody>
      </p:sp>
      <p:sp>
        <p:nvSpPr>
          <p:cNvPr id="382" name="TextBox 381">
            <a:extLst>
              <a:ext uri="{FF2B5EF4-FFF2-40B4-BE49-F238E27FC236}">
                <a16:creationId xmlns:a16="http://schemas.microsoft.com/office/drawing/2014/main" id="{1A6D6FAE-9120-D0E8-0422-571B145D8CFE}"/>
              </a:ext>
            </a:extLst>
          </p:cNvPr>
          <p:cNvSpPr txBox="1"/>
          <p:nvPr/>
        </p:nvSpPr>
        <p:spPr>
          <a:xfrm>
            <a:off x="4456361" y="735823"/>
            <a:ext cx="2047612" cy="184666"/>
          </a:xfrm>
          <a:prstGeom prst="rect">
            <a:avLst/>
          </a:prstGeom>
        </p:spPr>
        <p:txBody>
          <a:bodyPr wrap="none" lIns="0" tIns="0" rIns="0" bIns="0" rtlCol="0">
            <a:spAutoFit/>
          </a:bodyPr>
          <a:lstStyle/>
          <a:p>
            <a:pPr algn="l"/>
            <a:r>
              <a:rPr lang="en-US" sz="1200" spc="100"/>
              <a:t>EXPECTED EFFICIENCY GAIN</a:t>
            </a:r>
          </a:p>
        </p:txBody>
      </p:sp>
      <p:sp>
        <p:nvSpPr>
          <p:cNvPr id="383" name="TextBox 382">
            <a:extLst>
              <a:ext uri="{FF2B5EF4-FFF2-40B4-BE49-F238E27FC236}">
                <a16:creationId xmlns:a16="http://schemas.microsoft.com/office/drawing/2014/main" id="{C3D28071-9C2D-86BB-8FF2-F87990A17177}"/>
              </a:ext>
            </a:extLst>
          </p:cNvPr>
          <p:cNvSpPr txBox="1"/>
          <p:nvPr/>
        </p:nvSpPr>
        <p:spPr>
          <a:xfrm>
            <a:off x="4050210" y="4966578"/>
            <a:ext cx="266218" cy="184666"/>
          </a:xfrm>
          <a:prstGeom prst="rect">
            <a:avLst/>
          </a:prstGeom>
        </p:spPr>
        <p:txBody>
          <a:bodyPr wrap="square" lIns="0" tIns="0" rIns="0" bIns="0" rtlCol="0">
            <a:spAutoFit/>
          </a:bodyPr>
          <a:lstStyle/>
          <a:p>
            <a:pPr algn="r"/>
            <a:r>
              <a:rPr lang="en-US" sz="1200" b="1"/>
              <a:t>S</a:t>
            </a:r>
          </a:p>
        </p:txBody>
      </p:sp>
      <p:sp>
        <p:nvSpPr>
          <p:cNvPr id="384" name="TextBox 383">
            <a:extLst>
              <a:ext uri="{FF2B5EF4-FFF2-40B4-BE49-F238E27FC236}">
                <a16:creationId xmlns:a16="http://schemas.microsoft.com/office/drawing/2014/main" id="{B5258457-BADE-D87A-05E3-72DA6A34FA3E}"/>
              </a:ext>
            </a:extLst>
          </p:cNvPr>
          <p:cNvSpPr txBox="1"/>
          <p:nvPr/>
        </p:nvSpPr>
        <p:spPr>
          <a:xfrm>
            <a:off x="4050210" y="2772633"/>
            <a:ext cx="266218" cy="184666"/>
          </a:xfrm>
          <a:prstGeom prst="rect">
            <a:avLst/>
          </a:prstGeom>
        </p:spPr>
        <p:txBody>
          <a:bodyPr wrap="square" lIns="0" tIns="0" rIns="0" bIns="0" rtlCol="0">
            <a:spAutoFit/>
          </a:bodyPr>
          <a:lstStyle/>
          <a:p>
            <a:pPr algn="r"/>
            <a:r>
              <a:rPr lang="en-US" sz="1200" b="1"/>
              <a:t>L</a:t>
            </a:r>
          </a:p>
        </p:txBody>
      </p:sp>
      <p:sp>
        <p:nvSpPr>
          <p:cNvPr id="385" name="TextBox 384">
            <a:extLst>
              <a:ext uri="{FF2B5EF4-FFF2-40B4-BE49-F238E27FC236}">
                <a16:creationId xmlns:a16="http://schemas.microsoft.com/office/drawing/2014/main" id="{4688395C-7CC3-F076-D6A1-4A376C4FF198}"/>
              </a:ext>
            </a:extLst>
          </p:cNvPr>
          <p:cNvSpPr txBox="1"/>
          <p:nvPr/>
        </p:nvSpPr>
        <p:spPr>
          <a:xfrm>
            <a:off x="4050210" y="3869606"/>
            <a:ext cx="266218" cy="184666"/>
          </a:xfrm>
          <a:prstGeom prst="rect">
            <a:avLst/>
          </a:prstGeom>
        </p:spPr>
        <p:txBody>
          <a:bodyPr wrap="square" lIns="0" tIns="0" rIns="0" bIns="0" rtlCol="0">
            <a:spAutoFit/>
          </a:bodyPr>
          <a:lstStyle/>
          <a:p>
            <a:pPr algn="r"/>
            <a:r>
              <a:rPr lang="en-US" sz="1200" b="1"/>
              <a:t>M</a:t>
            </a:r>
          </a:p>
        </p:txBody>
      </p:sp>
      <p:sp>
        <p:nvSpPr>
          <p:cNvPr id="386" name="TextBox 385">
            <a:extLst>
              <a:ext uri="{FF2B5EF4-FFF2-40B4-BE49-F238E27FC236}">
                <a16:creationId xmlns:a16="http://schemas.microsoft.com/office/drawing/2014/main" id="{322547DB-1F65-BE75-E7E6-03A155E2CD0A}"/>
              </a:ext>
            </a:extLst>
          </p:cNvPr>
          <p:cNvSpPr txBox="1"/>
          <p:nvPr/>
        </p:nvSpPr>
        <p:spPr>
          <a:xfrm>
            <a:off x="4050210" y="1675658"/>
            <a:ext cx="266218" cy="184666"/>
          </a:xfrm>
          <a:prstGeom prst="rect">
            <a:avLst/>
          </a:prstGeom>
        </p:spPr>
        <p:txBody>
          <a:bodyPr wrap="square" lIns="0" tIns="0" rIns="0" bIns="0" rtlCol="0">
            <a:spAutoFit/>
          </a:bodyPr>
          <a:lstStyle/>
          <a:p>
            <a:pPr algn="r"/>
            <a:r>
              <a:rPr lang="en-US" sz="1200" b="1"/>
              <a:t>XL</a:t>
            </a:r>
          </a:p>
        </p:txBody>
      </p:sp>
      <p:sp>
        <p:nvSpPr>
          <p:cNvPr id="387" name="TextBox 386">
            <a:extLst>
              <a:ext uri="{FF2B5EF4-FFF2-40B4-BE49-F238E27FC236}">
                <a16:creationId xmlns:a16="http://schemas.microsoft.com/office/drawing/2014/main" id="{36D7A1C7-C0B5-50A9-81C4-6C2B283DDB5E}"/>
              </a:ext>
            </a:extLst>
          </p:cNvPr>
          <p:cNvSpPr txBox="1"/>
          <p:nvPr/>
        </p:nvSpPr>
        <p:spPr>
          <a:xfrm>
            <a:off x="4934130" y="5810778"/>
            <a:ext cx="266218" cy="184666"/>
          </a:xfrm>
          <a:prstGeom prst="rect">
            <a:avLst/>
          </a:prstGeom>
        </p:spPr>
        <p:txBody>
          <a:bodyPr wrap="square" lIns="0" tIns="0" rIns="0" bIns="0" rtlCol="0">
            <a:spAutoFit/>
          </a:bodyPr>
          <a:lstStyle/>
          <a:p>
            <a:pPr algn="r"/>
            <a:r>
              <a:rPr lang="en-US" sz="1200" b="1"/>
              <a:t>S</a:t>
            </a:r>
          </a:p>
        </p:txBody>
      </p:sp>
      <p:sp>
        <p:nvSpPr>
          <p:cNvPr id="388" name="TextBox 387">
            <a:extLst>
              <a:ext uri="{FF2B5EF4-FFF2-40B4-BE49-F238E27FC236}">
                <a16:creationId xmlns:a16="http://schemas.microsoft.com/office/drawing/2014/main" id="{CB4001A1-FFEF-CE85-7625-390C085E1BC0}"/>
              </a:ext>
            </a:extLst>
          </p:cNvPr>
          <p:cNvSpPr txBox="1"/>
          <p:nvPr/>
        </p:nvSpPr>
        <p:spPr>
          <a:xfrm>
            <a:off x="7948264" y="5810778"/>
            <a:ext cx="266218" cy="184666"/>
          </a:xfrm>
          <a:prstGeom prst="rect">
            <a:avLst/>
          </a:prstGeom>
        </p:spPr>
        <p:txBody>
          <a:bodyPr wrap="square" lIns="0" tIns="0" rIns="0" bIns="0" rtlCol="0">
            <a:spAutoFit/>
          </a:bodyPr>
          <a:lstStyle/>
          <a:p>
            <a:pPr algn="r"/>
            <a:r>
              <a:rPr lang="en-US" sz="1200" b="1"/>
              <a:t>L</a:t>
            </a:r>
          </a:p>
        </p:txBody>
      </p:sp>
      <p:sp>
        <p:nvSpPr>
          <p:cNvPr id="389" name="TextBox 388">
            <a:extLst>
              <a:ext uri="{FF2B5EF4-FFF2-40B4-BE49-F238E27FC236}">
                <a16:creationId xmlns:a16="http://schemas.microsoft.com/office/drawing/2014/main" id="{3FD082B5-8A31-BA87-4EF1-115262B3F7D7}"/>
              </a:ext>
            </a:extLst>
          </p:cNvPr>
          <p:cNvSpPr txBox="1"/>
          <p:nvPr/>
        </p:nvSpPr>
        <p:spPr>
          <a:xfrm>
            <a:off x="6441197" y="5810778"/>
            <a:ext cx="266218" cy="184666"/>
          </a:xfrm>
          <a:prstGeom prst="rect">
            <a:avLst/>
          </a:prstGeom>
        </p:spPr>
        <p:txBody>
          <a:bodyPr wrap="square" lIns="0" tIns="0" rIns="0" bIns="0" rtlCol="0">
            <a:spAutoFit/>
          </a:bodyPr>
          <a:lstStyle/>
          <a:p>
            <a:pPr algn="r"/>
            <a:r>
              <a:rPr lang="en-US" sz="1200" b="1"/>
              <a:t>M</a:t>
            </a:r>
          </a:p>
        </p:txBody>
      </p:sp>
      <p:sp>
        <p:nvSpPr>
          <p:cNvPr id="390" name="TextBox 389">
            <a:extLst>
              <a:ext uri="{FF2B5EF4-FFF2-40B4-BE49-F238E27FC236}">
                <a16:creationId xmlns:a16="http://schemas.microsoft.com/office/drawing/2014/main" id="{B9EF6F1B-4D97-2979-6D28-5B344968CD24}"/>
              </a:ext>
            </a:extLst>
          </p:cNvPr>
          <p:cNvSpPr txBox="1"/>
          <p:nvPr/>
        </p:nvSpPr>
        <p:spPr>
          <a:xfrm>
            <a:off x="9455330" y="5810778"/>
            <a:ext cx="266218" cy="184666"/>
          </a:xfrm>
          <a:prstGeom prst="rect">
            <a:avLst/>
          </a:prstGeom>
        </p:spPr>
        <p:txBody>
          <a:bodyPr wrap="square" lIns="0" tIns="0" rIns="0" bIns="0" rtlCol="0">
            <a:spAutoFit/>
          </a:bodyPr>
          <a:lstStyle/>
          <a:p>
            <a:pPr algn="r"/>
            <a:r>
              <a:rPr lang="en-US" sz="1200" b="1"/>
              <a:t>XL</a:t>
            </a:r>
          </a:p>
        </p:txBody>
      </p:sp>
      <p:grpSp>
        <p:nvGrpSpPr>
          <p:cNvPr id="421" name="Group 420">
            <a:extLst>
              <a:ext uri="{FF2B5EF4-FFF2-40B4-BE49-F238E27FC236}">
                <a16:creationId xmlns:a16="http://schemas.microsoft.com/office/drawing/2014/main" id="{A9136BE5-7C5F-E900-00EF-070A6C6F74C8}"/>
              </a:ext>
            </a:extLst>
          </p:cNvPr>
          <p:cNvGrpSpPr/>
          <p:nvPr/>
        </p:nvGrpSpPr>
        <p:grpSpPr>
          <a:xfrm>
            <a:off x="7528901" y="2861991"/>
            <a:ext cx="1291676" cy="284480"/>
            <a:chOff x="10218420" y="1463040"/>
            <a:chExt cx="1291676" cy="284480"/>
          </a:xfrm>
        </p:grpSpPr>
        <p:sp>
          <p:nvSpPr>
            <p:cNvPr id="422" name="Text Placeholder 3">
              <a:extLst>
                <a:ext uri="{FF2B5EF4-FFF2-40B4-BE49-F238E27FC236}">
                  <a16:creationId xmlns:a16="http://schemas.microsoft.com/office/drawing/2014/main" id="{905032BB-F5C2-E4EA-CE82-2AF206BFAECB}"/>
                </a:ext>
              </a:extLst>
            </p:cNvPr>
            <p:cNvSpPr txBox="1">
              <a:spLocks/>
            </p:cNvSpPr>
            <p:nvPr/>
          </p:nvSpPr>
          <p:spPr>
            <a:xfrm>
              <a:off x="10218420" y="1463040"/>
              <a:ext cx="984876" cy="284480"/>
            </a:xfrm>
            <a:prstGeom prst="rect">
              <a:avLst/>
            </a:prstGeom>
          </p:spPr>
          <p:txBody>
            <a:bodyPr lIns="0" tIns="0" rIns="0" bIns="0" anchor="ctr">
              <a:noAutofit/>
            </a:bodyPr>
            <a:lstStyle>
              <a:defPPr>
                <a:defRPr lang="en-US"/>
              </a:defPPr>
              <a:lvl1pPr marR="0" lvl="0" indent="0" fontAlgn="auto">
                <a:lnSpc>
                  <a:spcPts val="1600"/>
                </a:lnSpc>
                <a:spcBef>
                  <a:spcPts val="0"/>
                </a:spcBef>
                <a:spcAft>
                  <a:spcPts val="0"/>
                </a:spcAft>
                <a:buClrTx/>
                <a:buSzTx/>
                <a:buFont typeface="Arial" panose="020B0604020202020204" pitchFamily="34" charset="0"/>
                <a:buNone/>
                <a:tabLst/>
                <a:defRPr kumimoji="0" sz="1400" b="1" i="0" u="none" strike="noStrike" cap="none" spc="0" normalizeH="0" baseline="0">
                  <a:ln>
                    <a:noFill/>
                  </a:ln>
                  <a:gradFill>
                    <a:gsLst>
                      <a:gs pos="0">
                        <a:schemeClr val="accent2"/>
                      </a:gs>
                      <a:gs pos="34000">
                        <a:schemeClr val="accent2">
                          <a:lumMod val="75000"/>
                        </a:schemeClr>
                      </a:gs>
                      <a:gs pos="99000">
                        <a:schemeClr val="accent4"/>
                      </a:gs>
                    </a:gsLst>
                    <a:lin ang="2400000" scaled="0"/>
                  </a:gradFill>
                  <a:effectLst/>
                  <a:uLnTx/>
                  <a:uFillTx/>
                  <a:latin typeface="Calibri" panose="020F0502020204030204" pitchFamily="34" charset="0"/>
                  <a:ea typeface="Source Sans Pro" panose="020B0503030403020204" pitchFamily="34" charset="0"/>
                  <a:cs typeface="Calibri" panose="020F0502020204030204" pitchFamily="34" charset="0"/>
                </a:defRPr>
              </a:lvl1pPr>
              <a:lvl2pPr marL="6350" indent="0">
                <a:lnSpc>
                  <a:spcPct val="110000"/>
                </a:lnSpc>
                <a:spcBef>
                  <a:spcPts val="600"/>
                </a:spcBef>
                <a:spcAft>
                  <a:spcPts val="0"/>
                </a:spcAft>
                <a:buFont typeface="Arial" panose="020B0604020202020204" pitchFamily="34" charset="0"/>
                <a:buNone/>
                <a:tabLst/>
                <a:defRPr sz="1200" b="0" i="0">
                  <a:latin typeface="Calibri Light" panose="020F0302020204030204" pitchFamily="34" charset="0"/>
                  <a:ea typeface="Source Sans Pro" panose="020B0503030403020204" pitchFamily="34" charset="0"/>
                  <a:cs typeface="Calibri Light" panose="020F0302020204030204" pitchFamily="34" charset="0"/>
                </a:defRPr>
              </a:lvl2pPr>
              <a:lvl3pPr marL="228600" indent="-228600">
                <a:lnSpc>
                  <a:spcPct val="110000"/>
                </a:lnSpc>
                <a:spcBef>
                  <a:spcPts val="600"/>
                </a:spcBef>
                <a:spcAft>
                  <a:spcPts val="0"/>
                </a:spcAft>
                <a:buFont typeface="Arial" panose="020B0604020202020204" pitchFamily="34" charset="0"/>
                <a:buChar char="•"/>
                <a:tabLst/>
                <a:defRPr sz="1200" b="0" i="0">
                  <a:latin typeface="Calibri Light" panose="020F0302020204030204" pitchFamily="34" charset="0"/>
                  <a:ea typeface="Source Sans Pro" panose="020B0503030403020204" pitchFamily="34" charset="0"/>
                  <a:cs typeface="Calibri Light" panose="020F0302020204030204" pitchFamily="34" charset="0"/>
                </a:defRPr>
              </a:lvl3pPr>
              <a:lvl4pPr marL="401638" indent="-228600">
                <a:lnSpc>
                  <a:spcPct val="110000"/>
                </a:lnSpc>
                <a:spcBef>
                  <a:spcPts val="600"/>
                </a:spcBef>
                <a:spcAft>
                  <a:spcPts val="0"/>
                </a:spcAft>
                <a:buFont typeface="Arial" panose="020B0604020202020204" pitchFamily="34" charset="0"/>
                <a:buChar char="•"/>
                <a:tabLst/>
                <a:defRPr sz="1200" b="0" i="0">
                  <a:latin typeface="Calibri Light" panose="020F0302020204030204" pitchFamily="34" charset="0"/>
                  <a:ea typeface="Source Sans Pro" panose="020B0503030403020204" pitchFamily="34" charset="0"/>
                  <a:cs typeface="Calibri Light" panose="020F0302020204030204" pitchFamily="34" charset="0"/>
                </a:defRPr>
              </a:lvl4pPr>
              <a:lvl5pPr marL="582613" indent="-228600">
                <a:lnSpc>
                  <a:spcPct val="110000"/>
                </a:lnSpc>
                <a:spcBef>
                  <a:spcPts val="600"/>
                </a:spcBef>
                <a:spcAft>
                  <a:spcPts val="0"/>
                </a:spcAft>
                <a:buFont typeface="Arial" panose="020B0604020202020204" pitchFamily="34" charset="0"/>
                <a:buChar char="•"/>
                <a:tabLst/>
                <a:defRPr sz="1200" b="0" i="0">
                  <a:latin typeface="Calibri Light" panose="020F0302020204030204" pitchFamily="34" charset="0"/>
                  <a:ea typeface="Source Sans Pro" panose="020B0503030403020204" pitchFamily="34" charset="0"/>
                  <a:cs typeface="Calibri Light" panose="020F0302020204030204" pitchFamily="34" charset="0"/>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gn="r" defTabSz="914282">
                <a:lnSpc>
                  <a:spcPct val="100000"/>
                </a:lnSpc>
                <a:defRPr/>
              </a:pPr>
              <a:r>
                <a:rPr lang="en-US" sz="800">
                  <a:solidFill>
                    <a:schemeClr val="accent1"/>
                  </a:solidFill>
                  <a:latin typeface="Calibri"/>
                </a:rPr>
                <a:t>Coverage and Rating Analysis Agent</a:t>
              </a:r>
            </a:p>
          </p:txBody>
        </p:sp>
        <p:grpSp>
          <p:nvGrpSpPr>
            <p:cNvPr id="423" name="Group 422">
              <a:extLst>
                <a:ext uri="{FF2B5EF4-FFF2-40B4-BE49-F238E27FC236}">
                  <a16:creationId xmlns:a16="http://schemas.microsoft.com/office/drawing/2014/main" id="{07F56E1E-B815-264F-31BD-5CE3D2A0C5E9}"/>
                </a:ext>
              </a:extLst>
            </p:cNvPr>
            <p:cNvGrpSpPr/>
            <p:nvPr/>
          </p:nvGrpSpPr>
          <p:grpSpPr>
            <a:xfrm>
              <a:off x="11290635" y="1510805"/>
              <a:ext cx="219461" cy="201168"/>
              <a:chOff x="11301979" y="1423175"/>
              <a:chExt cx="333203" cy="298786"/>
            </a:xfrm>
          </p:grpSpPr>
          <p:grpSp>
            <p:nvGrpSpPr>
              <p:cNvPr id="424" name="Group 423">
                <a:extLst>
                  <a:ext uri="{FF2B5EF4-FFF2-40B4-BE49-F238E27FC236}">
                    <a16:creationId xmlns:a16="http://schemas.microsoft.com/office/drawing/2014/main" id="{28B7E32D-7E92-A8E6-EA3C-7DF802FA72B1}"/>
                  </a:ext>
                </a:extLst>
              </p:cNvPr>
              <p:cNvGrpSpPr/>
              <p:nvPr/>
            </p:nvGrpSpPr>
            <p:grpSpPr>
              <a:xfrm>
                <a:off x="11301979" y="1423175"/>
                <a:ext cx="333203" cy="298786"/>
                <a:chOff x="8486950" y="4628122"/>
                <a:chExt cx="409035" cy="366788"/>
              </a:xfrm>
            </p:grpSpPr>
            <p:sp>
              <p:nvSpPr>
                <p:cNvPr id="426" name="Oval 425">
                  <a:extLst>
                    <a:ext uri="{FF2B5EF4-FFF2-40B4-BE49-F238E27FC236}">
                      <a16:creationId xmlns:a16="http://schemas.microsoft.com/office/drawing/2014/main" id="{D63E9DB3-C8AD-3E0B-61B5-C20C0D5DEA56}"/>
                    </a:ext>
                  </a:extLst>
                </p:cNvPr>
                <p:cNvSpPr/>
                <p:nvPr/>
              </p:nvSpPr>
              <p:spPr bwMode="auto">
                <a:xfrm>
                  <a:off x="8515115" y="4665889"/>
                  <a:ext cx="344688" cy="329021"/>
                </a:xfrm>
                <a:prstGeom prst="ellipse">
                  <a:avLst/>
                </a:prstGeom>
                <a:solidFill>
                  <a:schemeClr val="bg2"/>
                </a:solidFill>
                <a:ln>
                  <a:solidFill>
                    <a:schemeClr val="accent3">
                      <a:lumMod val="20000"/>
                      <a:lumOff val="80000"/>
                    </a:schemeClr>
                  </a:solidFill>
                </a:ln>
                <a:effectLst/>
              </p:spPr>
              <p:txBody>
                <a:bodyPr wrap="square" lIns="0" tIns="0" rIns="0" bIns="0" rtlCol="0" anchor="ctr"/>
                <a:lstStyle/>
                <a:p>
                  <a:pPr algn="ctr"/>
                  <a:endParaRPr lang="en-US" sz="2400">
                    <a:solidFill>
                      <a:schemeClr val="accent5"/>
                    </a:solidFill>
                    <a:latin typeface="Calibri Light" panose="020F0302020204030204" pitchFamily="34" charset="0"/>
                    <a:ea typeface="Human Sans ExtraLight" charset="0"/>
                    <a:cs typeface="Human Sans ExtraLight" charset="0"/>
                  </a:endParaRPr>
                </a:p>
              </p:txBody>
            </p:sp>
            <p:cxnSp>
              <p:nvCxnSpPr>
                <p:cNvPr id="427" name="Straight Connector 426">
                  <a:extLst>
                    <a:ext uri="{FF2B5EF4-FFF2-40B4-BE49-F238E27FC236}">
                      <a16:creationId xmlns:a16="http://schemas.microsoft.com/office/drawing/2014/main" id="{479F0E71-8904-F50B-3219-21983F9DF669}"/>
                    </a:ext>
                  </a:extLst>
                </p:cNvPr>
                <p:cNvCxnSpPr>
                  <a:cxnSpLocks/>
                  <a:stCxn id="426" idx="1"/>
                </p:cNvCxnSpPr>
                <p:nvPr/>
              </p:nvCxnSpPr>
              <p:spPr>
                <a:xfrm flipH="1" flipV="1">
                  <a:off x="8509994" y="4649246"/>
                  <a:ext cx="55600" cy="64827"/>
                </a:xfrm>
                <a:prstGeom prst="line">
                  <a:avLst/>
                </a:prstGeom>
                <a:ln w="6350">
                  <a:solidFill>
                    <a:schemeClr val="accent3">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428" name="Straight Connector 427">
                  <a:extLst>
                    <a:ext uri="{FF2B5EF4-FFF2-40B4-BE49-F238E27FC236}">
                      <a16:creationId xmlns:a16="http://schemas.microsoft.com/office/drawing/2014/main" id="{AC73FE6D-42BF-F32D-F1E6-CBEEE6B9585A}"/>
                    </a:ext>
                  </a:extLst>
                </p:cNvPr>
                <p:cNvCxnSpPr>
                  <a:cxnSpLocks/>
                  <a:stCxn id="426" idx="7"/>
                </p:cNvCxnSpPr>
                <p:nvPr/>
              </p:nvCxnSpPr>
              <p:spPr>
                <a:xfrm flipV="1">
                  <a:off x="8809325" y="4664609"/>
                  <a:ext cx="54015" cy="49465"/>
                </a:xfrm>
                <a:prstGeom prst="line">
                  <a:avLst/>
                </a:prstGeom>
                <a:ln w="6350">
                  <a:solidFill>
                    <a:schemeClr val="accent3">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429" name="Oval 428">
                  <a:extLst>
                    <a:ext uri="{FF2B5EF4-FFF2-40B4-BE49-F238E27FC236}">
                      <a16:creationId xmlns:a16="http://schemas.microsoft.com/office/drawing/2014/main" id="{BE3DDC0E-F87C-DD22-2435-F9AED55ACE1A}"/>
                    </a:ext>
                  </a:extLst>
                </p:cNvPr>
                <p:cNvSpPr/>
                <p:nvPr/>
              </p:nvSpPr>
              <p:spPr bwMode="auto">
                <a:xfrm>
                  <a:off x="8486950" y="4628122"/>
                  <a:ext cx="46088" cy="46088"/>
                </a:xfrm>
                <a:prstGeom prst="ellipse">
                  <a:avLst/>
                </a:prstGeom>
                <a:solidFill>
                  <a:schemeClr val="accent3">
                    <a:lumMod val="40000"/>
                    <a:lumOff val="60000"/>
                  </a:schemeClr>
                </a:solidFill>
                <a:ln>
                  <a:noFill/>
                </a:ln>
                <a:effectLst/>
              </p:spPr>
              <p:txBody>
                <a:bodyPr wrap="square" lIns="0" tIns="0" rIns="0" bIns="0" rtlCol="0" anchor="ctr"/>
                <a:lstStyle/>
                <a:p>
                  <a:pPr algn="ctr"/>
                  <a:endParaRPr lang="en-US" sz="2400">
                    <a:solidFill>
                      <a:schemeClr val="accent5"/>
                    </a:solidFill>
                    <a:latin typeface="Calibri Light" panose="020F0302020204030204" pitchFamily="34" charset="0"/>
                    <a:ea typeface="Human Sans ExtraLight" charset="0"/>
                    <a:cs typeface="Human Sans ExtraLight" charset="0"/>
                  </a:endParaRPr>
                </a:p>
              </p:txBody>
            </p:sp>
            <p:sp>
              <p:nvSpPr>
                <p:cNvPr id="430" name="Oval 429">
                  <a:extLst>
                    <a:ext uri="{FF2B5EF4-FFF2-40B4-BE49-F238E27FC236}">
                      <a16:creationId xmlns:a16="http://schemas.microsoft.com/office/drawing/2014/main" id="{728C1E9F-BAF9-1B7B-C741-814B7AE81BA5}"/>
                    </a:ext>
                  </a:extLst>
                </p:cNvPr>
                <p:cNvSpPr/>
                <p:nvPr/>
              </p:nvSpPr>
              <p:spPr bwMode="auto">
                <a:xfrm>
                  <a:off x="8849897" y="4628122"/>
                  <a:ext cx="46088" cy="46088"/>
                </a:xfrm>
                <a:prstGeom prst="ellipse">
                  <a:avLst/>
                </a:prstGeom>
                <a:solidFill>
                  <a:schemeClr val="accent3">
                    <a:lumMod val="40000"/>
                    <a:lumOff val="60000"/>
                  </a:schemeClr>
                </a:solidFill>
                <a:ln>
                  <a:noFill/>
                </a:ln>
                <a:effectLst/>
              </p:spPr>
              <p:txBody>
                <a:bodyPr wrap="square" lIns="0" tIns="0" rIns="0" bIns="0" rtlCol="0" anchor="ctr"/>
                <a:lstStyle/>
                <a:p>
                  <a:pPr algn="ctr"/>
                  <a:endParaRPr lang="en-US" sz="2400">
                    <a:solidFill>
                      <a:schemeClr val="accent5"/>
                    </a:solidFill>
                    <a:latin typeface="Calibri Light" panose="020F0302020204030204" pitchFamily="34" charset="0"/>
                    <a:ea typeface="Human Sans ExtraLight" charset="0"/>
                    <a:cs typeface="Human Sans ExtraLight" charset="0"/>
                  </a:endParaRPr>
                </a:p>
              </p:txBody>
            </p:sp>
          </p:grpSp>
          <p:pic>
            <p:nvPicPr>
              <p:cNvPr id="425" name="Graphic 424">
                <a:extLst>
                  <a:ext uri="{FF2B5EF4-FFF2-40B4-BE49-F238E27FC236}">
                    <a16:creationId xmlns:a16="http://schemas.microsoft.com/office/drawing/2014/main" id="{68DB1E18-FD0B-3F8A-EACF-66BEDC24499C}"/>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11367250" y="1496851"/>
                <a:ext cx="194195" cy="194195"/>
              </a:xfrm>
              <a:prstGeom prst="rect">
                <a:avLst/>
              </a:prstGeom>
            </p:spPr>
          </p:pic>
        </p:grpSp>
      </p:grpSp>
      <p:grpSp>
        <p:nvGrpSpPr>
          <p:cNvPr id="449" name="Group 448">
            <a:extLst>
              <a:ext uri="{FF2B5EF4-FFF2-40B4-BE49-F238E27FC236}">
                <a16:creationId xmlns:a16="http://schemas.microsoft.com/office/drawing/2014/main" id="{1F6518A0-A583-099E-3475-825B7BC09188}"/>
              </a:ext>
            </a:extLst>
          </p:cNvPr>
          <p:cNvGrpSpPr/>
          <p:nvPr/>
        </p:nvGrpSpPr>
        <p:grpSpPr>
          <a:xfrm>
            <a:off x="5784563" y="4035024"/>
            <a:ext cx="1545152" cy="251333"/>
            <a:chOff x="10170520" y="1102904"/>
            <a:chExt cx="1545152" cy="251333"/>
          </a:xfrm>
        </p:grpSpPr>
        <p:sp>
          <p:nvSpPr>
            <p:cNvPr id="450" name="Text Placeholder 3">
              <a:extLst>
                <a:ext uri="{FF2B5EF4-FFF2-40B4-BE49-F238E27FC236}">
                  <a16:creationId xmlns:a16="http://schemas.microsoft.com/office/drawing/2014/main" id="{AFECDF59-0432-E267-9A10-538F3C61D0B5}"/>
                </a:ext>
              </a:extLst>
            </p:cNvPr>
            <p:cNvSpPr txBox="1">
              <a:spLocks/>
            </p:cNvSpPr>
            <p:nvPr/>
          </p:nvSpPr>
          <p:spPr>
            <a:xfrm>
              <a:off x="10170520" y="1102904"/>
              <a:ext cx="1245831" cy="251333"/>
            </a:xfrm>
            <a:prstGeom prst="rect">
              <a:avLst/>
            </a:prstGeom>
          </p:spPr>
          <p:txBody>
            <a:bodyPr lIns="0" tIns="0" rIns="0" bIns="0" anchor="ctr">
              <a:noAutofit/>
            </a:bodyPr>
            <a:lstStyle>
              <a:defPPr>
                <a:defRPr lang="en-US"/>
              </a:defPPr>
              <a:lvl1pPr marR="0" lvl="0" indent="0" fontAlgn="auto">
                <a:lnSpc>
                  <a:spcPts val="1600"/>
                </a:lnSpc>
                <a:spcBef>
                  <a:spcPts val="0"/>
                </a:spcBef>
                <a:spcAft>
                  <a:spcPts val="0"/>
                </a:spcAft>
                <a:buClrTx/>
                <a:buSzTx/>
                <a:buFont typeface="Arial" panose="020B0604020202020204" pitchFamily="34" charset="0"/>
                <a:buNone/>
                <a:tabLst/>
                <a:defRPr kumimoji="0" sz="1400" b="1" i="0" u="none" strike="noStrike" cap="none" spc="0" normalizeH="0" baseline="0">
                  <a:ln>
                    <a:noFill/>
                  </a:ln>
                  <a:gradFill>
                    <a:gsLst>
                      <a:gs pos="0">
                        <a:schemeClr val="accent2"/>
                      </a:gs>
                      <a:gs pos="34000">
                        <a:schemeClr val="accent2">
                          <a:lumMod val="75000"/>
                        </a:schemeClr>
                      </a:gs>
                      <a:gs pos="99000">
                        <a:schemeClr val="accent4"/>
                      </a:gs>
                    </a:gsLst>
                    <a:lin ang="2400000" scaled="0"/>
                  </a:gradFill>
                  <a:effectLst/>
                  <a:uLnTx/>
                  <a:uFillTx/>
                  <a:latin typeface="Calibri" panose="020F0502020204030204" pitchFamily="34" charset="0"/>
                  <a:ea typeface="Source Sans Pro" panose="020B0503030403020204" pitchFamily="34" charset="0"/>
                  <a:cs typeface="Calibri" panose="020F0502020204030204" pitchFamily="34" charset="0"/>
                </a:defRPr>
              </a:lvl1pPr>
              <a:lvl2pPr marL="6350" indent="0">
                <a:lnSpc>
                  <a:spcPct val="110000"/>
                </a:lnSpc>
                <a:spcBef>
                  <a:spcPts val="600"/>
                </a:spcBef>
                <a:spcAft>
                  <a:spcPts val="0"/>
                </a:spcAft>
                <a:buFont typeface="Arial" panose="020B0604020202020204" pitchFamily="34" charset="0"/>
                <a:buNone/>
                <a:tabLst/>
                <a:defRPr sz="1200" b="0" i="0">
                  <a:latin typeface="Calibri Light" panose="020F0302020204030204" pitchFamily="34" charset="0"/>
                  <a:ea typeface="Source Sans Pro" panose="020B0503030403020204" pitchFamily="34" charset="0"/>
                  <a:cs typeface="Calibri Light" panose="020F0302020204030204" pitchFamily="34" charset="0"/>
                </a:defRPr>
              </a:lvl2pPr>
              <a:lvl3pPr marL="228600" indent="-228600">
                <a:lnSpc>
                  <a:spcPct val="110000"/>
                </a:lnSpc>
                <a:spcBef>
                  <a:spcPts val="600"/>
                </a:spcBef>
                <a:spcAft>
                  <a:spcPts val="0"/>
                </a:spcAft>
                <a:buFont typeface="Arial" panose="020B0604020202020204" pitchFamily="34" charset="0"/>
                <a:buChar char="•"/>
                <a:tabLst/>
                <a:defRPr sz="1200" b="0" i="0">
                  <a:latin typeface="Calibri Light" panose="020F0302020204030204" pitchFamily="34" charset="0"/>
                  <a:ea typeface="Source Sans Pro" panose="020B0503030403020204" pitchFamily="34" charset="0"/>
                  <a:cs typeface="Calibri Light" panose="020F0302020204030204" pitchFamily="34" charset="0"/>
                </a:defRPr>
              </a:lvl3pPr>
              <a:lvl4pPr marL="401638" indent="-228600">
                <a:lnSpc>
                  <a:spcPct val="110000"/>
                </a:lnSpc>
                <a:spcBef>
                  <a:spcPts val="600"/>
                </a:spcBef>
                <a:spcAft>
                  <a:spcPts val="0"/>
                </a:spcAft>
                <a:buFont typeface="Arial" panose="020B0604020202020204" pitchFamily="34" charset="0"/>
                <a:buChar char="•"/>
                <a:tabLst/>
                <a:defRPr sz="1200" b="0" i="0">
                  <a:latin typeface="Calibri Light" panose="020F0302020204030204" pitchFamily="34" charset="0"/>
                  <a:ea typeface="Source Sans Pro" panose="020B0503030403020204" pitchFamily="34" charset="0"/>
                  <a:cs typeface="Calibri Light" panose="020F0302020204030204" pitchFamily="34" charset="0"/>
                </a:defRPr>
              </a:lvl4pPr>
              <a:lvl5pPr marL="582613" indent="-228600">
                <a:lnSpc>
                  <a:spcPct val="110000"/>
                </a:lnSpc>
                <a:spcBef>
                  <a:spcPts val="600"/>
                </a:spcBef>
                <a:spcAft>
                  <a:spcPts val="0"/>
                </a:spcAft>
                <a:buFont typeface="Arial" panose="020B0604020202020204" pitchFamily="34" charset="0"/>
                <a:buChar char="•"/>
                <a:tabLst/>
                <a:defRPr sz="1200" b="0" i="0">
                  <a:latin typeface="Calibri Light" panose="020F0302020204030204" pitchFamily="34" charset="0"/>
                  <a:ea typeface="Source Sans Pro" panose="020B0503030403020204" pitchFamily="34" charset="0"/>
                  <a:cs typeface="Calibri Light" panose="020F0302020204030204" pitchFamily="34" charset="0"/>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gn="r" defTabSz="914282">
                <a:lnSpc>
                  <a:spcPct val="100000"/>
                </a:lnSpc>
                <a:defRPr/>
              </a:pPr>
              <a:r>
                <a:rPr lang="en-US" sz="800">
                  <a:solidFill>
                    <a:schemeClr val="accent1"/>
                  </a:solidFill>
                  <a:latin typeface="Calibri"/>
                </a:rPr>
                <a:t>Unit Testing </a:t>
              </a:r>
            </a:p>
            <a:p>
              <a:pPr algn="r" defTabSz="914282">
                <a:lnSpc>
                  <a:spcPct val="100000"/>
                </a:lnSpc>
                <a:defRPr/>
              </a:pPr>
              <a:r>
                <a:rPr lang="en-US" sz="800">
                  <a:solidFill>
                    <a:schemeClr val="accent1"/>
                  </a:solidFill>
                  <a:latin typeface="Calibri"/>
                </a:rPr>
                <a:t>Implementation Agent</a:t>
              </a:r>
            </a:p>
          </p:txBody>
        </p:sp>
        <p:grpSp>
          <p:nvGrpSpPr>
            <p:cNvPr id="451" name="Group 450">
              <a:extLst>
                <a:ext uri="{FF2B5EF4-FFF2-40B4-BE49-F238E27FC236}">
                  <a16:creationId xmlns:a16="http://schemas.microsoft.com/office/drawing/2014/main" id="{B37316AB-DBEE-E117-9122-F839A47F66D6}"/>
                </a:ext>
              </a:extLst>
            </p:cNvPr>
            <p:cNvGrpSpPr/>
            <p:nvPr/>
          </p:nvGrpSpPr>
          <p:grpSpPr>
            <a:xfrm>
              <a:off x="11496209" y="1131576"/>
              <a:ext cx="219463" cy="201168"/>
              <a:chOff x="8486950" y="4628122"/>
              <a:chExt cx="409035" cy="366788"/>
            </a:xfrm>
          </p:grpSpPr>
          <p:sp>
            <p:nvSpPr>
              <p:cNvPr id="452" name="Oval 451">
                <a:extLst>
                  <a:ext uri="{FF2B5EF4-FFF2-40B4-BE49-F238E27FC236}">
                    <a16:creationId xmlns:a16="http://schemas.microsoft.com/office/drawing/2014/main" id="{242870E6-7EF8-BF13-CC78-82ABDB641B7F}"/>
                  </a:ext>
                </a:extLst>
              </p:cNvPr>
              <p:cNvSpPr/>
              <p:nvPr/>
            </p:nvSpPr>
            <p:spPr bwMode="auto">
              <a:xfrm>
                <a:off x="8515115" y="4665889"/>
                <a:ext cx="344688" cy="329021"/>
              </a:xfrm>
              <a:prstGeom prst="ellipse">
                <a:avLst/>
              </a:prstGeom>
              <a:solidFill>
                <a:schemeClr val="bg2"/>
              </a:solidFill>
              <a:ln>
                <a:solidFill>
                  <a:schemeClr val="accent3">
                    <a:lumMod val="20000"/>
                    <a:lumOff val="80000"/>
                  </a:schemeClr>
                </a:solidFill>
              </a:ln>
              <a:effectLst/>
            </p:spPr>
            <p:txBody>
              <a:bodyPr wrap="square" lIns="0" tIns="0" rIns="0" bIns="0" rtlCol="0" anchor="ctr"/>
              <a:lstStyle/>
              <a:p>
                <a:pPr algn="ctr"/>
                <a:endParaRPr lang="en-US" sz="2400">
                  <a:solidFill>
                    <a:schemeClr val="accent5"/>
                  </a:solidFill>
                  <a:latin typeface="Calibri Light" panose="020F0302020204030204" pitchFamily="34" charset="0"/>
                  <a:ea typeface="Human Sans ExtraLight" charset="0"/>
                  <a:cs typeface="Human Sans ExtraLight" charset="0"/>
                </a:endParaRPr>
              </a:p>
            </p:txBody>
          </p:sp>
          <p:cxnSp>
            <p:nvCxnSpPr>
              <p:cNvPr id="453" name="Straight Connector 452">
                <a:extLst>
                  <a:ext uri="{FF2B5EF4-FFF2-40B4-BE49-F238E27FC236}">
                    <a16:creationId xmlns:a16="http://schemas.microsoft.com/office/drawing/2014/main" id="{0981B036-B245-D2F4-E69F-2537B228C94F}"/>
                  </a:ext>
                </a:extLst>
              </p:cNvPr>
              <p:cNvCxnSpPr>
                <a:cxnSpLocks/>
                <a:stCxn id="452" idx="1"/>
              </p:cNvCxnSpPr>
              <p:nvPr/>
            </p:nvCxnSpPr>
            <p:spPr>
              <a:xfrm flipH="1" flipV="1">
                <a:off x="8509994" y="4649246"/>
                <a:ext cx="55600" cy="64827"/>
              </a:xfrm>
              <a:prstGeom prst="line">
                <a:avLst/>
              </a:prstGeom>
              <a:ln w="6350">
                <a:solidFill>
                  <a:schemeClr val="accent3">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454" name="Straight Connector 453">
                <a:extLst>
                  <a:ext uri="{FF2B5EF4-FFF2-40B4-BE49-F238E27FC236}">
                    <a16:creationId xmlns:a16="http://schemas.microsoft.com/office/drawing/2014/main" id="{4F19847C-BEA3-0A92-7494-2E6ED033CA33}"/>
                  </a:ext>
                </a:extLst>
              </p:cNvPr>
              <p:cNvCxnSpPr>
                <a:cxnSpLocks/>
                <a:stCxn id="452" idx="7"/>
              </p:cNvCxnSpPr>
              <p:nvPr/>
            </p:nvCxnSpPr>
            <p:spPr>
              <a:xfrm flipV="1">
                <a:off x="8809325" y="4664609"/>
                <a:ext cx="54015" cy="49465"/>
              </a:xfrm>
              <a:prstGeom prst="line">
                <a:avLst/>
              </a:prstGeom>
              <a:ln w="6350">
                <a:solidFill>
                  <a:schemeClr val="accent3">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455" name="Oval 454">
                <a:extLst>
                  <a:ext uri="{FF2B5EF4-FFF2-40B4-BE49-F238E27FC236}">
                    <a16:creationId xmlns:a16="http://schemas.microsoft.com/office/drawing/2014/main" id="{8C65DA8F-DD6A-AC73-C64C-277190FF887F}"/>
                  </a:ext>
                </a:extLst>
              </p:cNvPr>
              <p:cNvSpPr/>
              <p:nvPr/>
            </p:nvSpPr>
            <p:spPr bwMode="auto">
              <a:xfrm>
                <a:off x="8486950" y="4628122"/>
                <a:ext cx="46088" cy="46088"/>
              </a:xfrm>
              <a:prstGeom prst="ellipse">
                <a:avLst/>
              </a:prstGeom>
              <a:solidFill>
                <a:schemeClr val="accent3">
                  <a:lumMod val="40000"/>
                  <a:lumOff val="60000"/>
                </a:schemeClr>
              </a:solidFill>
              <a:ln>
                <a:noFill/>
              </a:ln>
              <a:effectLst/>
            </p:spPr>
            <p:txBody>
              <a:bodyPr wrap="square" lIns="0" tIns="0" rIns="0" bIns="0" rtlCol="0" anchor="ctr"/>
              <a:lstStyle/>
              <a:p>
                <a:pPr algn="ctr"/>
                <a:endParaRPr lang="en-US" sz="2400">
                  <a:solidFill>
                    <a:schemeClr val="accent5"/>
                  </a:solidFill>
                  <a:latin typeface="Calibri Light" panose="020F0302020204030204" pitchFamily="34" charset="0"/>
                  <a:ea typeface="Human Sans ExtraLight" charset="0"/>
                  <a:cs typeface="Human Sans ExtraLight" charset="0"/>
                </a:endParaRPr>
              </a:p>
            </p:txBody>
          </p:sp>
          <p:sp>
            <p:nvSpPr>
              <p:cNvPr id="456" name="Oval 455">
                <a:extLst>
                  <a:ext uri="{FF2B5EF4-FFF2-40B4-BE49-F238E27FC236}">
                    <a16:creationId xmlns:a16="http://schemas.microsoft.com/office/drawing/2014/main" id="{1BAAE3A4-D069-2DCD-EA36-68ED058965D4}"/>
                  </a:ext>
                </a:extLst>
              </p:cNvPr>
              <p:cNvSpPr/>
              <p:nvPr/>
            </p:nvSpPr>
            <p:spPr bwMode="auto">
              <a:xfrm>
                <a:off x="8849897" y="4628122"/>
                <a:ext cx="46088" cy="46088"/>
              </a:xfrm>
              <a:prstGeom prst="ellipse">
                <a:avLst/>
              </a:prstGeom>
              <a:solidFill>
                <a:schemeClr val="accent3">
                  <a:lumMod val="40000"/>
                  <a:lumOff val="60000"/>
                </a:schemeClr>
              </a:solidFill>
              <a:ln>
                <a:noFill/>
              </a:ln>
              <a:effectLst/>
            </p:spPr>
            <p:txBody>
              <a:bodyPr wrap="square" lIns="0" tIns="0" rIns="0" bIns="0" rtlCol="0" anchor="ctr"/>
              <a:lstStyle/>
              <a:p>
                <a:pPr algn="ctr"/>
                <a:endParaRPr lang="en-US" sz="2400">
                  <a:solidFill>
                    <a:schemeClr val="accent5"/>
                  </a:solidFill>
                  <a:latin typeface="Calibri Light" panose="020F0302020204030204" pitchFamily="34" charset="0"/>
                  <a:ea typeface="Human Sans ExtraLight" charset="0"/>
                  <a:cs typeface="Human Sans ExtraLight" charset="0"/>
                </a:endParaRPr>
              </a:p>
            </p:txBody>
          </p:sp>
          <p:pic>
            <p:nvPicPr>
              <p:cNvPr id="457" name="Graphic 456">
                <a:extLst>
                  <a:ext uri="{FF2B5EF4-FFF2-40B4-BE49-F238E27FC236}">
                    <a16:creationId xmlns:a16="http://schemas.microsoft.com/office/drawing/2014/main" id="{E6EC12B7-AAD4-BCDA-41CC-805BAADFB2B0}"/>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571370" y="4723492"/>
                <a:ext cx="225920" cy="225920"/>
              </a:xfrm>
              <a:prstGeom prst="rect">
                <a:avLst/>
              </a:prstGeom>
            </p:spPr>
          </p:pic>
        </p:grpSp>
      </p:grpSp>
      <p:grpSp>
        <p:nvGrpSpPr>
          <p:cNvPr id="477" name="Group 476">
            <a:extLst>
              <a:ext uri="{FF2B5EF4-FFF2-40B4-BE49-F238E27FC236}">
                <a16:creationId xmlns:a16="http://schemas.microsoft.com/office/drawing/2014/main" id="{3475B43E-7BE1-3BDB-DA57-8385E4CFC364}"/>
              </a:ext>
            </a:extLst>
          </p:cNvPr>
          <p:cNvGrpSpPr/>
          <p:nvPr/>
        </p:nvGrpSpPr>
        <p:grpSpPr>
          <a:xfrm>
            <a:off x="4590411" y="2741624"/>
            <a:ext cx="1211611" cy="279074"/>
            <a:chOff x="9905040" y="2265375"/>
            <a:chExt cx="1211611" cy="279074"/>
          </a:xfrm>
        </p:grpSpPr>
        <p:sp>
          <p:nvSpPr>
            <p:cNvPr id="478" name="Text Placeholder 3">
              <a:extLst>
                <a:ext uri="{FF2B5EF4-FFF2-40B4-BE49-F238E27FC236}">
                  <a16:creationId xmlns:a16="http://schemas.microsoft.com/office/drawing/2014/main" id="{CE533D5D-9D6D-13F8-8EB5-FE6E55767C73}"/>
                </a:ext>
              </a:extLst>
            </p:cNvPr>
            <p:cNvSpPr txBox="1">
              <a:spLocks/>
            </p:cNvSpPr>
            <p:nvPr/>
          </p:nvSpPr>
          <p:spPr>
            <a:xfrm>
              <a:off x="9905040" y="2265375"/>
              <a:ext cx="885409" cy="279074"/>
            </a:xfrm>
            <a:prstGeom prst="rect">
              <a:avLst/>
            </a:prstGeom>
          </p:spPr>
          <p:txBody>
            <a:bodyPr lIns="0" tIns="0" rIns="0" bIns="0" anchor="ctr">
              <a:noAutofit/>
            </a:bodyPr>
            <a:lstStyle>
              <a:defPPr>
                <a:defRPr lang="en-US"/>
              </a:defPPr>
              <a:lvl1pPr marR="0" lvl="0" indent="0" fontAlgn="auto">
                <a:lnSpc>
                  <a:spcPts val="1600"/>
                </a:lnSpc>
                <a:spcBef>
                  <a:spcPts val="0"/>
                </a:spcBef>
                <a:spcAft>
                  <a:spcPts val="0"/>
                </a:spcAft>
                <a:buClrTx/>
                <a:buSzTx/>
                <a:buFont typeface="Arial" panose="020B0604020202020204" pitchFamily="34" charset="0"/>
                <a:buNone/>
                <a:tabLst/>
                <a:defRPr kumimoji="0" sz="1400" b="1" i="0" u="none" strike="noStrike" cap="none" spc="0" normalizeH="0" baseline="0">
                  <a:ln>
                    <a:noFill/>
                  </a:ln>
                  <a:gradFill>
                    <a:gsLst>
                      <a:gs pos="0">
                        <a:schemeClr val="accent2"/>
                      </a:gs>
                      <a:gs pos="34000">
                        <a:schemeClr val="accent2">
                          <a:lumMod val="75000"/>
                        </a:schemeClr>
                      </a:gs>
                      <a:gs pos="99000">
                        <a:schemeClr val="accent4"/>
                      </a:gs>
                    </a:gsLst>
                    <a:lin ang="2400000" scaled="0"/>
                  </a:gradFill>
                  <a:effectLst/>
                  <a:uLnTx/>
                  <a:uFillTx/>
                  <a:latin typeface="Calibri" panose="020F0502020204030204" pitchFamily="34" charset="0"/>
                  <a:ea typeface="Source Sans Pro" panose="020B0503030403020204" pitchFamily="34" charset="0"/>
                  <a:cs typeface="Calibri" panose="020F0502020204030204" pitchFamily="34" charset="0"/>
                </a:defRPr>
              </a:lvl1pPr>
              <a:lvl2pPr marL="6350" indent="0">
                <a:lnSpc>
                  <a:spcPct val="110000"/>
                </a:lnSpc>
                <a:spcBef>
                  <a:spcPts val="600"/>
                </a:spcBef>
                <a:spcAft>
                  <a:spcPts val="0"/>
                </a:spcAft>
                <a:buFont typeface="Arial" panose="020B0604020202020204" pitchFamily="34" charset="0"/>
                <a:buNone/>
                <a:tabLst/>
                <a:defRPr sz="1200" b="0" i="0">
                  <a:latin typeface="Calibri Light" panose="020F0302020204030204" pitchFamily="34" charset="0"/>
                  <a:ea typeface="Source Sans Pro" panose="020B0503030403020204" pitchFamily="34" charset="0"/>
                  <a:cs typeface="Calibri Light" panose="020F0302020204030204" pitchFamily="34" charset="0"/>
                </a:defRPr>
              </a:lvl2pPr>
              <a:lvl3pPr marL="228600" indent="-228600">
                <a:lnSpc>
                  <a:spcPct val="110000"/>
                </a:lnSpc>
                <a:spcBef>
                  <a:spcPts val="600"/>
                </a:spcBef>
                <a:spcAft>
                  <a:spcPts val="0"/>
                </a:spcAft>
                <a:buFont typeface="Arial" panose="020B0604020202020204" pitchFamily="34" charset="0"/>
                <a:buChar char="•"/>
                <a:tabLst/>
                <a:defRPr sz="1200" b="0" i="0">
                  <a:latin typeface="Calibri Light" panose="020F0302020204030204" pitchFamily="34" charset="0"/>
                  <a:ea typeface="Source Sans Pro" panose="020B0503030403020204" pitchFamily="34" charset="0"/>
                  <a:cs typeface="Calibri Light" panose="020F0302020204030204" pitchFamily="34" charset="0"/>
                </a:defRPr>
              </a:lvl3pPr>
              <a:lvl4pPr marL="401638" indent="-228600">
                <a:lnSpc>
                  <a:spcPct val="110000"/>
                </a:lnSpc>
                <a:spcBef>
                  <a:spcPts val="600"/>
                </a:spcBef>
                <a:spcAft>
                  <a:spcPts val="0"/>
                </a:spcAft>
                <a:buFont typeface="Arial" panose="020B0604020202020204" pitchFamily="34" charset="0"/>
                <a:buChar char="•"/>
                <a:tabLst/>
                <a:defRPr sz="1200" b="0" i="0">
                  <a:latin typeface="Calibri Light" panose="020F0302020204030204" pitchFamily="34" charset="0"/>
                  <a:ea typeface="Source Sans Pro" panose="020B0503030403020204" pitchFamily="34" charset="0"/>
                  <a:cs typeface="Calibri Light" panose="020F0302020204030204" pitchFamily="34" charset="0"/>
                </a:defRPr>
              </a:lvl4pPr>
              <a:lvl5pPr marL="582613" indent="-228600">
                <a:lnSpc>
                  <a:spcPct val="110000"/>
                </a:lnSpc>
                <a:spcBef>
                  <a:spcPts val="600"/>
                </a:spcBef>
                <a:spcAft>
                  <a:spcPts val="0"/>
                </a:spcAft>
                <a:buFont typeface="Arial" panose="020B0604020202020204" pitchFamily="34" charset="0"/>
                <a:buChar char="•"/>
                <a:tabLst/>
                <a:defRPr sz="1200" b="0" i="0">
                  <a:latin typeface="Calibri Light" panose="020F0302020204030204" pitchFamily="34" charset="0"/>
                  <a:ea typeface="Source Sans Pro" panose="020B0503030403020204" pitchFamily="34" charset="0"/>
                  <a:cs typeface="Calibri Light" panose="020F0302020204030204" pitchFamily="34" charset="0"/>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gn="r" defTabSz="914282">
                <a:lnSpc>
                  <a:spcPct val="100000"/>
                </a:lnSpc>
                <a:defRPr/>
              </a:pPr>
              <a:r>
                <a:rPr lang="en-US" sz="800">
                  <a:solidFill>
                    <a:schemeClr val="accent1"/>
                  </a:solidFill>
                  <a:latin typeface="Calibri"/>
                </a:rPr>
                <a:t>Knowledgebase Agent</a:t>
              </a:r>
            </a:p>
          </p:txBody>
        </p:sp>
        <p:grpSp>
          <p:nvGrpSpPr>
            <p:cNvPr id="479" name="Group 478">
              <a:extLst>
                <a:ext uri="{FF2B5EF4-FFF2-40B4-BE49-F238E27FC236}">
                  <a16:creationId xmlns:a16="http://schemas.microsoft.com/office/drawing/2014/main" id="{25908998-6CE7-D2FA-3BE4-FF4747259817}"/>
                </a:ext>
              </a:extLst>
            </p:cNvPr>
            <p:cNvGrpSpPr/>
            <p:nvPr/>
          </p:nvGrpSpPr>
          <p:grpSpPr>
            <a:xfrm>
              <a:off x="10897193" y="2299780"/>
              <a:ext cx="219458" cy="201168"/>
              <a:chOff x="-613410" y="2348865"/>
              <a:chExt cx="405764" cy="363849"/>
            </a:xfrm>
          </p:grpSpPr>
          <p:grpSp>
            <p:nvGrpSpPr>
              <p:cNvPr id="480" name="Group 479">
                <a:extLst>
                  <a:ext uri="{FF2B5EF4-FFF2-40B4-BE49-F238E27FC236}">
                    <a16:creationId xmlns:a16="http://schemas.microsoft.com/office/drawing/2014/main" id="{84064454-3050-F6D4-D09B-EFDFD89CCEDF}"/>
                  </a:ext>
                </a:extLst>
              </p:cNvPr>
              <p:cNvGrpSpPr/>
              <p:nvPr/>
            </p:nvGrpSpPr>
            <p:grpSpPr>
              <a:xfrm>
                <a:off x="-585470" y="2386324"/>
                <a:ext cx="341932" cy="326390"/>
                <a:chOff x="-680720" y="2332990"/>
                <a:chExt cx="385838" cy="368301"/>
              </a:xfrm>
            </p:grpSpPr>
            <p:sp>
              <p:nvSpPr>
                <p:cNvPr id="485" name="Oval 484">
                  <a:extLst>
                    <a:ext uri="{FF2B5EF4-FFF2-40B4-BE49-F238E27FC236}">
                      <a16:creationId xmlns:a16="http://schemas.microsoft.com/office/drawing/2014/main" id="{0D28BC54-C498-1F59-582F-F905A1185A74}"/>
                    </a:ext>
                  </a:extLst>
                </p:cNvPr>
                <p:cNvSpPr/>
                <p:nvPr/>
              </p:nvSpPr>
              <p:spPr bwMode="auto">
                <a:xfrm>
                  <a:off x="-680720" y="2332990"/>
                  <a:ext cx="385838" cy="368301"/>
                </a:xfrm>
                <a:prstGeom prst="ellipse">
                  <a:avLst/>
                </a:prstGeom>
                <a:solidFill>
                  <a:schemeClr val="bg2"/>
                </a:solidFill>
                <a:ln>
                  <a:solidFill>
                    <a:schemeClr val="accent3">
                      <a:lumMod val="20000"/>
                      <a:lumOff val="80000"/>
                    </a:schemeClr>
                  </a:solidFill>
                </a:ln>
                <a:effectLst/>
              </p:spPr>
              <p:txBody>
                <a:bodyPr wrap="square" lIns="0" tIns="0" rIns="0" bIns="0" rtlCol="0" anchor="ctr"/>
                <a:lstStyle/>
                <a:p>
                  <a:pPr algn="ctr"/>
                  <a:endParaRPr lang="en-US" sz="2400">
                    <a:solidFill>
                      <a:schemeClr val="accent5"/>
                    </a:solidFill>
                    <a:latin typeface="Calibri Light" panose="020F0302020204030204" pitchFamily="34" charset="0"/>
                    <a:ea typeface="Human Sans ExtraLight" charset="0"/>
                    <a:cs typeface="Human Sans ExtraLight" charset="0"/>
                  </a:endParaRPr>
                </a:p>
              </p:txBody>
            </p:sp>
            <p:pic>
              <p:nvPicPr>
                <p:cNvPr id="486" name="Graphic 485" descr="Folder Search outline">
                  <a:extLst>
                    <a:ext uri="{FF2B5EF4-FFF2-40B4-BE49-F238E27FC236}">
                      <a16:creationId xmlns:a16="http://schemas.microsoft.com/office/drawing/2014/main" id="{5807C11C-E385-6D99-B1B8-E7796D39C741}"/>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24811" y="2374472"/>
                  <a:ext cx="311156" cy="311154"/>
                </a:xfrm>
                <a:prstGeom prst="rect">
                  <a:avLst/>
                </a:prstGeom>
              </p:spPr>
            </p:pic>
          </p:grpSp>
          <p:cxnSp>
            <p:nvCxnSpPr>
              <p:cNvPr id="481" name="Straight Connector 480">
                <a:extLst>
                  <a:ext uri="{FF2B5EF4-FFF2-40B4-BE49-F238E27FC236}">
                    <a16:creationId xmlns:a16="http://schemas.microsoft.com/office/drawing/2014/main" id="{EF6232F1-A753-3617-7DBF-AC773483A4C2}"/>
                  </a:ext>
                </a:extLst>
              </p:cNvPr>
              <p:cNvCxnSpPr>
                <a:cxnSpLocks/>
                <a:stCxn id="485" idx="1"/>
              </p:cNvCxnSpPr>
              <p:nvPr/>
            </p:nvCxnSpPr>
            <p:spPr>
              <a:xfrm flipH="1" flipV="1">
                <a:off x="-590550" y="2369820"/>
                <a:ext cx="55155" cy="64309"/>
              </a:xfrm>
              <a:prstGeom prst="line">
                <a:avLst/>
              </a:prstGeom>
              <a:ln w="6350">
                <a:solidFill>
                  <a:schemeClr val="accent3">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482" name="Straight Connector 481">
                <a:extLst>
                  <a:ext uri="{FF2B5EF4-FFF2-40B4-BE49-F238E27FC236}">
                    <a16:creationId xmlns:a16="http://schemas.microsoft.com/office/drawing/2014/main" id="{CB313EAE-541D-C06A-91D5-425FE1692733}"/>
                  </a:ext>
                </a:extLst>
              </p:cNvPr>
              <p:cNvCxnSpPr>
                <a:cxnSpLocks/>
                <a:stCxn id="485" idx="7"/>
              </p:cNvCxnSpPr>
              <p:nvPr/>
            </p:nvCxnSpPr>
            <p:spPr>
              <a:xfrm flipV="1">
                <a:off x="-293613" y="2385060"/>
                <a:ext cx="53583" cy="49069"/>
              </a:xfrm>
              <a:prstGeom prst="line">
                <a:avLst/>
              </a:prstGeom>
              <a:ln w="6350">
                <a:solidFill>
                  <a:schemeClr val="accent3">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483" name="Oval 482">
                <a:extLst>
                  <a:ext uri="{FF2B5EF4-FFF2-40B4-BE49-F238E27FC236}">
                    <a16:creationId xmlns:a16="http://schemas.microsoft.com/office/drawing/2014/main" id="{383E5E57-1DE7-E3F7-5CCB-3618806384CE}"/>
                  </a:ext>
                </a:extLst>
              </p:cNvPr>
              <p:cNvSpPr/>
              <p:nvPr/>
            </p:nvSpPr>
            <p:spPr bwMode="auto">
              <a:xfrm>
                <a:off x="-613410" y="2348865"/>
                <a:ext cx="45719" cy="45719"/>
              </a:xfrm>
              <a:prstGeom prst="ellipse">
                <a:avLst/>
              </a:prstGeom>
              <a:solidFill>
                <a:schemeClr val="accent3">
                  <a:lumMod val="40000"/>
                  <a:lumOff val="60000"/>
                </a:schemeClr>
              </a:solidFill>
              <a:ln>
                <a:noFill/>
              </a:ln>
              <a:effectLst/>
            </p:spPr>
            <p:txBody>
              <a:bodyPr wrap="square" lIns="0" tIns="0" rIns="0" bIns="0" rtlCol="0" anchor="ctr"/>
              <a:lstStyle/>
              <a:p>
                <a:pPr algn="ctr"/>
                <a:endParaRPr lang="en-US" sz="2400">
                  <a:solidFill>
                    <a:schemeClr val="accent5"/>
                  </a:solidFill>
                  <a:latin typeface="Calibri Light" panose="020F0302020204030204" pitchFamily="34" charset="0"/>
                  <a:ea typeface="Human Sans ExtraLight" charset="0"/>
                  <a:cs typeface="Human Sans ExtraLight" charset="0"/>
                </a:endParaRPr>
              </a:p>
            </p:txBody>
          </p:sp>
          <p:sp>
            <p:nvSpPr>
              <p:cNvPr id="484" name="Oval 483">
                <a:extLst>
                  <a:ext uri="{FF2B5EF4-FFF2-40B4-BE49-F238E27FC236}">
                    <a16:creationId xmlns:a16="http://schemas.microsoft.com/office/drawing/2014/main" id="{798F8B18-E0B8-C0BE-758C-62F730C9E202}"/>
                  </a:ext>
                </a:extLst>
              </p:cNvPr>
              <p:cNvSpPr/>
              <p:nvPr/>
            </p:nvSpPr>
            <p:spPr bwMode="auto">
              <a:xfrm>
                <a:off x="-253365" y="2348865"/>
                <a:ext cx="45719" cy="45719"/>
              </a:xfrm>
              <a:prstGeom prst="ellipse">
                <a:avLst/>
              </a:prstGeom>
              <a:solidFill>
                <a:schemeClr val="accent3">
                  <a:lumMod val="40000"/>
                  <a:lumOff val="60000"/>
                </a:schemeClr>
              </a:solidFill>
              <a:ln>
                <a:noFill/>
              </a:ln>
              <a:effectLst/>
            </p:spPr>
            <p:txBody>
              <a:bodyPr wrap="square" lIns="0" tIns="0" rIns="0" bIns="0" rtlCol="0" anchor="ctr"/>
              <a:lstStyle/>
              <a:p>
                <a:pPr algn="ctr"/>
                <a:endParaRPr lang="en-US" sz="2400">
                  <a:solidFill>
                    <a:schemeClr val="accent5"/>
                  </a:solidFill>
                  <a:latin typeface="Calibri Light" panose="020F0302020204030204" pitchFamily="34" charset="0"/>
                  <a:ea typeface="Human Sans ExtraLight" charset="0"/>
                  <a:cs typeface="Human Sans ExtraLight" charset="0"/>
                </a:endParaRPr>
              </a:p>
            </p:txBody>
          </p:sp>
        </p:grpSp>
      </p:grpSp>
      <p:sp>
        <p:nvSpPr>
          <p:cNvPr id="498" name="Rectangle: Rounded Corners 497">
            <a:extLst>
              <a:ext uri="{FF2B5EF4-FFF2-40B4-BE49-F238E27FC236}">
                <a16:creationId xmlns:a16="http://schemas.microsoft.com/office/drawing/2014/main" id="{6BA53483-7494-5213-CF07-448A2730EF98}"/>
              </a:ext>
            </a:extLst>
          </p:cNvPr>
          <p:cNvSpPr/>
          <p:nvPr/>
        </p:nvSpPr>
        <p:spPr>
          <a:xfrm>
            <a:off x="4603137" y="1270643"/>
            <a:ext cx="1188720" cy="182880"/>
          </a:xfrm>
          <a:prstGeom prst="roundRect">
            <a:avLst>
              <a:gd name="adj" fmla="val 50000"/>
            </a:avLst>
          </a:prstGeom>
          <a:gradFill>
            <a:gsLst>
              <a:gs pos="0">
                <a:schemeClr val="accent2"/>
              </a:gs>
              <a:gs pos="67000">
                <a:schemeClr val="accent5"/>
              </a:gs>
              <a:gs pos="100000">
                <a:schemeClr val="accent4"/>
              </a:gs>
            </a:gsLst>
            <a:lin ang="1800000" scaled="0"/>
          </a:gradFill>
          <a:ln>
            <a:noFill/>
          </a:ln>
        </p:spPr>
        <p:style>
          <a:lnRef idx="1">
            <a:schemeClr val="accent2"/>
          </a:lnRef>
          <a:fillRef idx="3">
            <a:schemeClr val="accent2"/>
          </a:fillRef>
          <a:effectRef idx="2">
            <a:schemeClr val="accent2"/>
          </a:effectRef>
          <a:fontRef idx="minor">
            <a:schemeClr val="lt1"/>
          </a:fontRef>
        </p:style>
        <p:txBody>
          <a:bodyPr spcFirstLastPara="0" vert="horz" wrap="square" lIns="77911" tIns="60766" rIns="77911" bIns="60766" numCol="1" spcCol="1270" anchor="ctr" anchorCtr="0">
            <a:noAutofit/>
          </a:bodyPr>
          <a:lstStyle/>
          <a:p>
            <a:pPr algn="ctr" defTabSz="1200054">
              <a:lnSpc>
                <a:spcPct val="90000"/>
              </a:lnSpc>
              <a:spcBef>
                <a:spcPct val="0"/>
              </a:spcBef>
              <a:spcAft>
                <a:spcPct val="35000"/>
              </a:spcAft>
            </a:pPr>
            <a:r>
              <a:rPr lang="en-US" sz="1050">
                <a:solidFill>
                  <a:schemeClr val="bg1"/>
                </a:solidFill>
              </a:rPr>
              <a:t>Foundational </a:t>
            </a:r>
          </a:p>
        </p:txBody>
      </p:sp>
      <p:sp>
        <p:nvSpPr>
          <p:cNvPr id="499" name="Rectangle: Rounded Corners 498">
            <a:extLst>
              <a:ext uri="{FF2B5EF4-FFF2-40B4-BE49-F238E27FC236}">
                <a16:creationId xmlns:a16="http://schemas.microsoft.com/office/drawing/2014/main" id="{C1DA1D17-DF7D-2AEF-D753-4637877DA453}"/>
              </a:ext>
            </a:extLst>
          </p:cNvPr>
          <p:cNvSpPr/>
          <p:nvPr/>
        </p:nvSpPr>
        <p:spPr>
          <a:xfrm>
            <a:off x="9326812" y="1270642"/>
            <a:ext cx="1188720" cy="182880"/>
          </a:xfrm>
          <a:prstGeom prst="roundRect">
            <a:avLst>
              <a:gd name="adj" fmla="val 50000"/>
            </a:avLst>
          </a:prstGeom>
          <a:gradFill>
            <a:gsLst>
              <a:gs pos="0">
                <a:schemeClr val="accent2"/>
              </a:gs>
              <a:gs pos="67000">
                <a:schemeClr val="accent5"/>
              </a:gs>
              <a:gs pos="100000">
                <a:schemeClr val="accent4"/>
              </a:gs>
            </a:gsLst>
            <a:lin ang="1800000" scaled="0"/>
          </a:gradFill>
          <a:ln>
            <a:noFill/>
          </a:ln>
        </p:spPr>
        <p:style>
          <a:lnRef idx="1">
            <a:schemeClr val="accent2"/>
          </a:lnRef>
          <a:fillRef idx="3">
            <a:schemeClr val="accent2"/>
          </a:fillRef>
          <a:effectRef idx="2">
            <a:schemeClr val="accent2"/>
          </a:effectRef>
          <a:fontRef idx="minor">
            <a:schemeClr val="lt1"/>
          </a:fontRef>
        </p:style>
        <p:txBody>
          <a:bodyPr spcFirstLastPara="0" vert="horz" wrap="square" lIns="77911" tIns="60766" rIns="77911" bIns="60766" numCol="1" spcCol="1270" anchor="ctr" anchorCtr="0">
            <a:noAutofit/>
          </a:bodyPr>
          <a:lstStyle/>
          <a:p>
            <a:pPr algn="ctr" defTabSz="1200054">
              <a:lnSpc>
                <a:spcPct val="90000"/>
              </a:lnSpc>
              <a:spcBef>
                <a:spcPct val="0"/>
              </a:spcBef>
              <a:spcAft>
                <a:spcPct val="35000"/>
              </a:spcAft>
            </a:pPr>
            <a:r>
              <a:rPr lang="en-US" sz="1050">
                <a:solidFill>
                  <a:schemeClr val="bg1"/>
                </a:solidFill>
              </a:rPr>
              <a:t>Priority 3</a:t>
            </a:r>
          </a:p>
        </p:txBody>
      </p:sp>
      <p:sp>
        <p:nvSpPr>
          <p:cNvPr id="500" name="Rectangle: Rounded Corners 499">
            <a:extLst>
              <a:ext uri="{FF2B5EF4-FFF2-40B4-BE49-F238E27FC236}">
                <a16:creationId xmlns:a16="http://schemas.microsoft.com/office/drawing/2014/main" id="{EFCC7396-20C9-9F13-5505-A15FB2949990}"/>
              </a:ext>
            </a:extLst>
          </p:cNvPr>
          <p:cNvSpPr/>
          <p:nvPr/>
        </p:nvSpPr>
        <p:spPr>
          <a:xfrm>
            <a:off x="4603137" y="3556642"/>
            <a:ext cx="1188720" cy="182880"/>
          </a:xfrm>
          <a:prstGeom prst="roundRect">
            <a:avLst>
              <a:gd name="adj" fmla="val 50000"/>
            </a:avLst>
          </a:prstGeom>
          <a:gradFill>
            <a:gsLst>
              <a:gs pos="0">
                <a:schemeClr val="accent2"/>
              </a:gs>
              <a:gs pos="67000">
                <a:schemeClr val="accent5"/>
              </a:gs>
              <a:gs pos="100000">
                <a:schemeClr val="accent4"/>
              </a:gs>
            </a:gsLst>
            <a:lin ang="1800000" scaled="0"/>
          </a:gradFill>
          <a:ln>
            <a:noFill/>
          </a:ln>
        </p:spPr>
        <p:style>
          <a:lnRef idx="1">
            <a:schemeClr val="accent2"/>
          </a:lnRef>
          <a:fillRef idx="3">
            <a:schemeClr val="accent2"/>
          </a:fillRef>
          <a:effectRef idx="2">
            <a:schemeClr val="accent2"/>
          </a:effectRef>
          <a:fontRef idx="minor">
            <a:schemeClr val="lt1"/>
          </a:fontRef>
        </p:style>
        <p:txBody>
          <a:bodyPr spcFirstLastPara="0" vert="horz" wrap="square" lIns="77911" tIns="60766" rIns="77911" bIns="60766" numCol="1" spcCol="1270" anchor="ctr" anchorCtr="0">
            <a:noAutofit/>
          </a:bodyPr>
          <a:lstStyle/>
          <a:p>
            <a:pPr algn="ctr" defTabSz="1200054">
              <a:lnSpc>
                <a:spcPct val="90000"/>
              </a:lnSpc>
              <a:spcBef>
                <a:spcPct val="0"/>
              </a:spcBef>
              <a:spcAft>
                <a:spcPct val="35000"/>
              </a:spcAft>
            </a:pPr>
            <a:r>
              <a:rPr lang="en-US" sz="1050">
                <a:solidFill>
                  <a:schemeClr val="bg1"/>
                </a:solidFill>
              </a:rPr>
              <a:t>Priority 2</a:t>
            </a:r>
          </a:p>
        </p:txBody>
      </p:sp>
      <p:sp>
        <p:nvSpPr>
          <p:cNvPr id="501" name="Rectangle: Rounded Corners 500">
            <a:extLst>
              <a:ext uri="{FF2B5EF4-FFF2-40B4-BE49-F238E27FC236}">
                <a16:creationId xmlns:a16="http://schemas.microsoft.com/office/drawing/2014/main" id="{D9A81591-5D90-532E-B07B-1BDFDF1DDA1F}"/>
              </a:ext>
            </a:extLst>
          </p:cNvPr>
          <p:cNvSpPr/>
          <p:nvPr/>
        </p:nvSpPr>
        <p:spPr>
          <a:xfrm>
            <a:off x="9326812" y="3556642"/>
            <a:ext cx="1188720" cy="182880"/>
          </a:xfrm>
          <a:prstGeom prst="roundRect">
            <a:avLst>
              <a:gd name="adj" fmla="val 50000"/>
            </a:avLst>
          </a:prstGeom>
          <a:gradFill>
            <a:gsLst>
              <a:gs pos="0">
                <a:schemeClr val="accent2"/>
              </a:gs>
              <a:gs pos="67000">
                <a:schemeClr val="accent5"/>
              </a:gs>
              <a:gs pos="100000">
                <a:schemeClr val="accent4"/>
              </a:gs>
            </a:gsLst>
            <a:lin ang="1800000" scaled="0"/>
          </a:gradFill>
          <a:ln>
            <a:noFill/>
          </a:ln>
        </p:spPr>
        <p:style>
          <a:lnRef idx="1">
            <a:schemeClr val="accent2"/>
          </a:lnRef>
          <a:fillRef idx="3">
            <a:schemeClr val="accent2"/>
          </a:fillRef>
          <a:effectRef idx="2">
            <a:schemeClr val="accent2"/>
          </a:effectRef>
          <a:fontRef idx="minor">
            <a:schemeClr val="lt1"/>
          </a:fontRef>
        </p:style>
        <p:txBody>
          <a:bodyPr spcFirstLastPara="0" vert="horz" wrap="square" lIns="77911" tIns="60766" rIns="77911" bIns="60766" numCol="1" spcCol="1270" anchor="ctr" anchorCtr="0">
            <a:noAutofit/>
          </a:bodyPr>
          <a:lstStyle/>
          <a:p>
            <a:pPr algn="ctr" defTabSz="1200054">
              <a:lnSpc>
                <a:spcPct val="90000"/>
              </a:lnSpc>
              <a:spcBef>
                <a:spcPct val="0"/>
              </a:spcBef>
              <a:spcAft>
                <a:spcPct val="35000"/>
              </a:spcAft>
            </a:pPr>
            <a:r>
              <a:rPr lang="en-US" sz="1050">
                <a:solidFill>
                  <a:schemeClr val="bg1"/>
                </a:solidFill>
              </a:rPr>
              <a:t>Priority 4</a:t>
            </a:r>
          </a:p>
        </p:txBody>
      </p:sp>
      <p:grpSp>
        <p:nvGrpSpPr>
          <p:cNvPr id="522" name="Group 521">
            <a:extLst>
              <a:ext uri="{FF2B5EF4-FFF2-40B4-BE49-F238E27FC236}">
                <a16:creationId xmlns:a16="http://schemas.microsoft.com/office/drawing/2014/main" id="{652FD5B2-4BF8-4E10-8B76-7A80FBF38270}"/>
              </a:ext>
            </a:extLst>
          </p:cNvPr>
          <p:cNvGrpSpPr/>
          <p:nvPr/>
        </p:nvGrpSpPr>
        <p:grpSpPr>
          <a:xfrm>
            <a:off x="7609330" y="2393194"/>
            <a:ext cx="1211616" cy="279074"/>
            <a:chOff x="9905040" y="1769592"/>
            <a:chExt cx="1211616" cy="279074"/>
          </a:xfrm>
        </p:grpSpPr>
        <p:sp>
          <p:nvSpPr>
            <p:cNvPr id="523" name="Text Placeholder 3">
              <a:extLst>
                <a:ext uri="{FF2B5EF4-FFF2-40B4-BE49-F238E27FC236}">
                  <a16:creationId xmlns:a16="http://schemas.microsoft.com/office/drawing/2014/main" id="{5ECC05F5-58AD-4618-08AF-C226B8B3D8FF}"/>
                </a:ext>
              </a:extLst>
            </p:cNvPr>
            <p:cNvSpPr txBox="1">
              <a:spLocks/>
            </p:cNvSpPr>
            <p:nvPr/>
          </p:nvSpPr>
          <p:spPr>
            <a:xfrm>
              <a:off x="9905040" y="1769592"/>
              <a:ext cx="885409" cy="279074"/>
            </a:xfrm>
            <a:prstGeom prst="rect">
              <a:avLst/>
            </a:prstGeom>
          </p:spPr>
          <p:txBody>
            <a:bodyPr lIns="0" tIns="0" rIns="0" bIns="0" anchor="ctr">
              <a:noAutofit/>
            </a:bodyPr>
            <a:lstStyle>
              <a:defPPr>
                <a:defRPr lang="en-US"/>
              </a:defPPr>
              <a:lvl1pPr marR="0" lvl="0" indent="0" fontAlgn="auto">
                <a:lnSpc>
                  <a:spcPts val="1600"/>
                </a:lnSpc>
                <a:spcBef>
                  <a:spcPts val="0"/>
                </a:spcBef>
                <a:spcAft>
                  <a:spcPts val="0"/>
                </a:spcAft>
                <a:buClrTx/>
                <a:buSzTx/>
                <a:buFont typeface="Arial" panose="020B0604020202020204" pitchFamily="34" charset="0"/>
                <a:buNone/>
                <a:tabLst/>
                <a:defRPr kumimoji="0" sz="1400" b="1" i="0" u="none" strike="noStrike" cap="none" spc="0" normalizeH="0" baseline="0">
                  <a:ln>
                    <a:noFill/>
                  </a:ln>
                  <a:gradFill>
                    <a:gsLst>
                      <a:gs pos="0">
                        <a:schemeClr val="accent2"/>
                      </a:gs>
                      <a:gs pos="34000">
                        <a:schemeClr val="accent2">
                          <a:lumMod val="75000"/>
                        </a:schemeClr>
                      </a:gs>
                      <a:gs pos="99000">
                        <a:schemeClr val="accent4"/>
                      </a:gs>
                    </a:gsLst>
                    <a:lin ang="2400000" scaled="0"/>
                  </a:gradFill>
                  <a:effectLst/>
                  <a:uLnTx/>
                  <a:uFillTx/>
                  <a:latin typeface="Calibri" panose="020F0502020204030204" pitchFamily="34" charset="0"/>
                  <a:ea typeface="Source Sans Pro" panose="020B0503030403020204" pitchFamily="34" charset="0"/>
                  <a:cs typeface="Calibri" panose="020F0502020204030204" pitchFamily="34" charset="0"/>
                </a:defRPr>
              </a:lvl1pPr>
              <a:lvl2pPr marL="6350" indent="0">
                <a:lnSpc>
                  <a:spcPct val="110000"/>
                </a:lnSpc>
                <a:spcBef>
                  <a:spcPts val="600"/>
                </a:spcBef>
                <a:spcAft>
                  <a:spcPts val="0"/>
                </a:spcAft>
                <a:buFont typeface="Arial" panose="020B0604020202020204" pitchFamily="34" charset="0"/>
                <a:buNone/>
                <a:tabLst/>
                <a:defRPr sz="1200" b="0" i="0">
                  <a:latin typeface="Calibri Light" panose="020F0302020204030204" pitchFamily="34" charset="0"/>
                  <a:ea typeface="Source Sans Pro" panose="020B0503030403020204" pitchFamily="34" charset="0"/>
                  <a:cs typeface="Calibri Light" panose="020F0302020204030204" pitchFamily="34" charset="0"/>
                </a:defRPr>
              </a:lvl2pPr>
              <a:lvl3pPr marL="228600" indent="-228600">
                <a:lnSpc>
                  <a:spcPct val="110000"/>
                </a:lnSpc>
                <a:spcBef>
                  <a:spcPts val="600"/>
                </a:spcBef>
                <a:spcAft>
                  <a:spcPts val="0"/>
                </a:spcAft>
                <a:buFont typeface="Arial" panose="020B0604020202020204" pitchFamily="34" charset="0"/>
                <a:buChar char="•"/>
                <a:tabLst/>
                <a:defRPr sz="1200" b="0" i="0">
                  <a:latin typeface="Calibri Light" panose="020F0302020204030204" pitchFamily="34" charset="0"/>
                  <a:ea typeface="Source Sans Pro" panose="020B0503030403020204" pitchFamily="34" charset="0"/>
                  <a:cs typeface="Calibri Light" panose="020F0302020204030204" pitchFamily="34" charset="0"/>
                </a:defRPr>
              </a:lvl3pPr>
              <a:lvl4pPr marL="401638" indent="-228600">
                <a:lnSpc>
                  <a:spcPct val="110000"/>
                </a:lnSpc>
                <a:spcBef>
                  <a:spcPts val="600"/>
                </a:spcBef>
                <a:spcAft>
                  <a:spcPts val="0"/>
                </a:spcAft>
                <a:buFont typeface="Arial" panose="020B0604020202020204" pitchFamily="34" charset="0"/>
                <a:buChar char="•"/>
                <a:tabLst/>
                <a:defRPr sz="1200" b="0" i="0">
                  <a:latin typeface="Calibri Light" panose="020F0302020204030204" pitchFamily="34" charset="0"/>
                  <a:ea typeface="Source Sans Pro" panose="020B0503030403020204" pitchFamily="34" charset="0"/>
                  <a:cs typeface="Calibri Light" panose="020F0302020204030204" pitchFamily="34" charset="0"/>
                </a:defRPr>
              </a:lvl4pPr>
              <a:lvl5pPr marL="582613" indent="-228600">
                <a:lnSpc>
                  <a:spcPct val="110000"/>
                </a:lnSpc>
                <a:spcBef>
                  <a:spcPts val="600"/>
                </a:spcBef>
                <a:spcAft>
                  <a:spcPts val="0"/>
                </a:spcAft>
                <a:buFont typeface="Arial" panose="020B0604020202020204" pitchFamily="34" charset="0"/>
                <a:buChar char="•"/>
                <a:tabLst/>
                <a:defRPr sz="1200" b="0" i="0">
                  <a:latin typeface="Calibri Light" panose="020F0302020204030204" pitchFamily="34" charset="0"/>
                  <a:ea typeface="Source Sans Pro" panose="020B0503030403020204" pitchFamily="34" charset="0"/>
                  <a:cs typeface="Calibri Light" panose="020F0302020204030204" pitchFamily="34" charset="0"/>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gn="r" defTabSz="914282">
                <a:lnSpc>
                  <a:spcPct val="100000"/>
                </a:lnSpc>
                <a:defRPr/>
              </a:pPr>
              <a:r>
                <a:rPr lang="en-US" sz="800">
                  <a:solidFill>
                    <a:schemeClr val="accent1"/>
                  </a:solidFill>
                  <a:latin typeface="Calibri"/>
                </a:rPr>
                <a:t>Code Analysis </a:t>
              </a:r>
              <a:br>
                <a:rPr lang="en-US" sz="800">
                  <a:solidFill>
                    <a:schemeClr val="accent1"/>
                  </a:solidFill>
                  <a:latin typeface="Calibri"/>
                </a:rPr>
              </a:br>
              <a:r>
                <a:rPr lang="en-US" sz="800">
                  <a:solidFill>
                    <a:schemeClr val="accent1"/>
                  </a:solidFill>
                  <a:latin typeface="Calibri"/>
                </a:rPr>
                <a:t>Agent</a:t>
              </a:r>
            </a:p>
          </p:txBody>
        </p:sp>
        <p:grpSp>
          <p:nvGrpSpPr>
            <p:cNvPr id="524" name="Group 523">
              <a:extLst>
                <a:ext uri="{FF2B5EF4-FFF2-40B4-BE49-F238E27FC236}">
                  <a16:creationId xmlns:a16="http://schemas.microsoft.com/office/drawing/2014/main" id="{ACCF51E1-2812-422F-28C9-7ECF016FAD5A}"/>
                </a:ext>
              </a:extLst>
            </p:cNvPr>
            <p:cNvGrpSpPr/>
            <p:nvPr/>
          </p:nvGrpSpPr>
          <p:grpSpPr>
            <a:xfrm>
              <a:off x="10897194" y="1803994"/>
              <a:ext cx="219462" cy="201168"/>
              <a:chOff x="7206788" y="6035155"/>
              <a:chExt cx="326977" cy="288112"/>
            </a:xfrm>
          </p:grpSpPr>
          <p:grpSp>
            <p:nvGrpSpPr>
              <p:cNvPr id="525" name="Group 524">
                <a:extLst>
                  <a:ext uri="{FF2B5EF4-FFF2-40B4-BE49-F238E27FC236}">
                    <a16:creationId xmlns:a16="http://schemas.microsoft.com/office/drawing/2014/main" id="{461CA21B-42E7-BEF2-81CB-13E1DAA01AEA}"/>
                  </a:ext>
                </a:extLst>
              </p:cNvPr>
              <p:cNvGrpSpPr/>
              <p:nvPr/>
            </p:nvGrpSpPr>
            <p:grpSpPr>
              <a:xfrm>
                <a:off x="7206788" y="6035155"/>
                <a:ext cx="326977" cy="288112"/>
                <a:chOff x="-613410" y="2348865"/>
                <a:chExt cx="405764" cy="357544"/>
              </a:xfrm>
            </p:grpSpPr>
            <p:sp>
              <p:nvSpPr>
                <p:cNvPr id="527" name="Oval 526">
                  <a:extLst>
                    <a:ext uri="{FF2B5EF4-FFF2-40B4-BE49-F238E27FC236}">
                      <a16:creationId xmlns:a16="http://schemas.microsoft.com/office/drawing/2014/main" id="{1B92E8A1-63A1-6D61-9129-41D40A50E7B8}"/>
                    </a:ext>
                  </a:extLst>
                </p:cNvPr>
                <p:cNvSpPr/>
                <p:nvPr/>
              </p:nvSpPr>
              <p:spPr bwMode="auto">
                <a:xfrm>
                  <a:off x="-585470" y="2380019"/>
                  <a:ext cx="341931" cy="326390"/>
                </a:xfrm>
                <a:prstGeom prst="ellipse">
                  <a:avLst/>
                </a:prstGeom>
                <a:solidFill>
                  <a:schemeClr val="bg2"/>
                </a:solidFill>
                <a:ln>
                  <a:solidFill>
                    <a:schemeClr val="accent3">
                      <a:lumMod val="20000"/>
                      <a:lumOff val="80000"/>
                    </a:schemeClr>
                  </a:solidFill>
                </a:ln>
                <a:effectLst/>
              </p:spPr>
              <p:txBody>
                <a:bodyPr wrap="square" lIns="0" tIns="0" rIns="0" bIns="0" rtlCol="0" anchor="ctr"/>
                <a:lstStyle/>
                <a:p>
                  <a:pPr algn="ctr"/>
                  <a:endParaRPr lang="en-US" sz="2400">
                    <a:solidFill>
                      <a:schemeClr val="accent5"/>
                    </a:solidFill>
                    <a:latin typeface="Calibri Light" panose="020F0302020204030204" pitchFamily="34" charset="0"/>
                    <a:ea typeface="Human Sans ExtraLight" charset="0"/>
                    <a:cs typeface="Human Sans ExtraLight" charset="0"/>
                  </a:endParaRPr>
                </a:p>
              </p:txBody>
            </p:sp>
            <p:cxnSp>
              <p:nvCxnSpPr>
                <p:cNvPr id="528" name="Straight Connector 527">
                  <a:extLst>
                    <a:ext uri="{FF2B5EF4-FFF2-40B4-BE49-F238E27FC236}">
                      <a16:creationId xmlns:a16="http://schemas.microsoft.com/office/drawing/2014/main" id="{36D1B289-F104-B105-66E8-AC5FDCB58C41}"/>
                    </a:ext>
                  </a:extLst>
                </p:cNvPr>
                <p:cNvCxnSpPr>
                  <a:cxnSpLocks/>
                  <a:stCxn id="527" idx="1"/>
                </p:cNvCxnSpPr>
                <p:nvPr/>
              </p:nvCxnSpPr>
              <p:spPr>
                <a:xfrm flipH="1" flipV="1">
                  <a:off x="-590550" y="2363516"/>
                  <a:ext cx="55154" cy="64309"/>
                </a:xfrm>
                <a:prstGeom prst="line">
                  <a:avLst/>
                </a:prstGeom>
                <a:ln w="6350">
                  <a:solidFill>
                    <a:schemeClr val="accent3">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529" name="Straight Connector 528">
                  <a:extLst>
                    <a:ext uri="{FF2B5EF4-FFF2-40B4-BE49-F238E27FC236}">
                      <a16:creationId xmlns:a16="http://schemas.microsoft.com/office/drawing/2014/main" id="{AFD92A07-9F4B-85E1-2D8D-D9FF3A4041CD}"/>
                    </a:ext>
                  </a:extLst>
                </p:cNvPr>
                <p:cNvCxnSpPr>
                  <a:cxnSpLocks/>
                  <a:stCxn id="527" idx="7"/>
                </p:cNvCxnSpPr>
                <p:nvPr/>
              </p:nvCxnSpPr>
              <p:spPr>
                <a:xfrm flipV="1">
                  <a:off x="-293613" y="2378755"/>
                  <a:ext cx="53583" cy="49069"/>
                </a:xfrm>
                <a:prstGeom prst="line">
                  <a:avLst/>
                </a:prstGeom>
                <a:ln w="6350">
                  <a:solidFill>
                    <a:schemeClr val="accent3">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530" name="Oval 529">
                  <a:extLst>
                    <a:ext uri="{FF2B5EF4-FFF2-40B4-BE49-F238E27FC236}">
                      <a16:creationId xmlns:a16="http://schemas.microsoft.com/office/drawing/2014/main" id="{47DEB122-BAC5-AC77-2064-887A76203EB3}"/>
                    </a:ext>
                  </a:extLst>
                </p:cNvPr>
                <p:cNvSpPr/>
                <p:nvPr/>
              </p:nvSpPr>
              <p:spPr bwMode="auto">
                <a:xfrm>
                  <a:off x="-613410" y="2348865"/>
                  <a:ext cx="45719" cy="45719"/>
                </a:xfrm>
                <a:prstGeom prst="ellipse">
                  <a:avLst/>
                </a:prstGeom>
                <a:solidFill>
                  <a:schemeClr val="accent3">
                    <a:lumMod val="40000"/>
                    <a:lumOff val="60000"/>
                  </a:schemeClr>
                </a:solidFill>
                <a:ln>
                  <a:noFill/>
                </a:ln>
                <a:effectLst/>
              </p:spPr>
              <p:txBody>
                <a:bodyPr wrap="square" lIns="0" tIns="0" rIns="0" bIns="0" rtlCol="0" anchor="ctr"/>
                <a:lstStyle/>
                <a:p>
                  <a:pPr algn="ctr"/>
                  <a:endParaRPr lang="en-US" sz="2400">
                    <a:solidFill>
                      <a:schemeClr val="accent5"/>
                    </a:solidFill>
                    <a:latin typeface="Calibri Light" panose="020F0302020204030204" pitchFamily="34" charset="0"/>
                    <a:ea typeface="Human Sans ExtraLight" charset="0"/>
                    <a:cs typeface="Human Sans ExtraLight" charset="0"/>
                  </a:endParaRPr>
                </a:p>
              </p:txBody>
            </p:sp>
            <p:sp>
              <p:nvSpPr>
                <p:cNvPr id="531" name="Oval 530">
                  <a:extLst>
                    <a:ext uri="{FF2B5EF4-FFF2-40B4-BE49-F238E27FC236}">
                      <a16:creationId xmlns:a16="http://schemas.microsoft.com/office/drawing/2014/main" id="{2F9B50D6-95AF-7788-A4A2-FBF3471C7757}"/>
                    </a:ext>
                  </a:extLst>
                </p:cNvPr>
                <p:cNvSpPr/>
                <p:nvPr/>
              </p:nvSpPr>
              <p:spPr bwMode="auto">
                <a:xfrm>
                  <a:off x="-253365" y="2348865"/>
                  <a:ext cx="45719" cy="45719"/>
                </a:xfrm>
                <a:prstGeom prst="ellipse">
                  <a:avLst/>
                </a:prstGeom>
                <a:solidFill>
                  <a:schemeClr val="accent3">
                    <a:lumMod val="40000"/>
                    <a:lumOff val="60000"/>
                  </a:schemeClr>
                </a:solidFill>
                <a:ln>
                  <a:noFill/>
                </a:ln>
                <a:effectLst/>
              </p:spPr>
              <p:txBody>
                <a:bodyPr wrap="square" lIns="0" tIns="0" rIns="0" bIns="0" rtlCol="0" anchor="ctr"/>
                <a:lstStyle/>
                <a:p>
                  <a:pPr algn="ctr"/>
                  <a:endParaRPr lang="en-US" sz="2400">
                    <a:solidFill>
                      <a:schemeClr val="accent5"/>
                    </a:solidFill>
                    <a:latin typeface="Calibri Light" panose="020F0302020204030204" pitchFamily="34" charset="0"/>
                    <a:ea typeface="Human Sans ExtraLight" charset="0"/>
                    <a:cs typeface="Human Sans ExtraLight" charset="0"/>
                  </a:endParaRPr>
                </a:p>
              </p:txBody>
            </p:sp>
          </p:grpSp>
          <p:pic>
            <p:nvPicPr>
              <p:cNvPr id="526" name="Graphic 525">
                <a:extLst>
                  <a:ext uri="{FF2B5EF4-FFF2-40B4-BE49-F238E27FC236}">
                    <a16:creationId xmlns:a16="http://schemas.microsoft.com/office/drawing/2014/main" id="{34657DA5-E587-1344-DEF7-774B52C930CB}"/>
                  </a:ext>
                </a:extLst>
              </p:cNvPr>
              <p:cNvPicPr>
                <a:picLocks noChangeAspect="1"/>
              </p:cNvPicPr>
              <p:nvPr/>
            </p:nvPicPr>
            <p:blipFill>
              <a:blip r:embed="rId9">
                <a:extLst>
                  <a:ext uri="{96DAC541-7B7A-43D3-8B79-37D633B846F1}">
                    <asvg:svgBlip xmlns:asvg="http://schemas.microsoft.com/office/drawing/2016/SVG/main" r:embed="rId10"/>
                  </a:ext>
                </a:extLst>
              </a:blip>
              <a:srcRect/>
              <a:stretch/>
            </p:blipFill>
            <p:spPr>
              <a:xfrm>
                <a:off x="7249141" y="6080266"/>
                <a:ext cx="233064" cy="233064"/>
              </a:xfrm>
              <a:prstGeom prst="rect">
                <a:avLst/>
              </a:prstGeom>
            </p:spPr>
          </p:pic>
        </p:grpSp>
      </p:grpSp>
      <p:cxnSp>
        <p:nvCxnSpPr>
          <p:cNvPr id="4" name="Straight Arrow Connector 3">
            <a:extLst>
              <a:ext uri="{FF2B5EF4-FFF2-40B4-BE49-F238E27FC236}">
                <a16:creationId xmlns:a16="http://schemas.microsoft.com/office/drawing/2014/main" id="{6ED8AC93-5847-64CF-B849-9C2C880F8F91}"/>
              </a:ext>
            </a:extLst>
          </p:cNvPr>
          <p:cNvCxnSpPr>
            <a:cxnSpLocks/>
          </p:cNvCxnSpPr>
          <p:nvPr/>
        </p:nvCxnSpPr>
        <p:spPr>
          <a:xfrm>
            <a:off x="4485214" y="3432286"/>
            <a:ext cx="6018835" cy="0"/>
          </a:xfrm>
          <a:prstGeom prst="straightConnector1">
            <a:avLst/>
          </a:prstGeom>
          <a:ln w="28575">
            <a:solidFill>
              <a:schemeClr val="accent2"/>
            </a:solidFill>
            <a:tailEnd type="none"/>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2F7E534F-1E0F-FA27-D5B0-C1C30CB865D7}"/>
              </a:ext>
            </a:extLst>
          </p:cNvPr>
          <p:cNvCxnSpPr>
            <a:cxnSpLocks/>
            <a:stCxn id="378" idx="2"/>
            <a:endCxn id="378" idx="0"/>
          </p:cNvCxnSpPr>
          <p:nvPr/>
        </p:nvCxnSpPr>
        <p:spPr>
          <a:xfrm flipV="1">
            <a:off x="7455200" y="1170912"/>
            <a:ext cx="0" cy="4516176"/>
          </a:xfrm>
          <a:prstGeom prst="straightConnector1">
            <a:avLst/>
          </a:prstGeom>
          <a:ln w="28575">
            <a:solidFill>
              <a:schemeClr val="accent2"/>
            </a:solidFill>
            <a:tailEnd type="none"/>
          </a:ln>
        </p:spPr>
        <p:style>
          <a:lnRef idx="1">
            <a:schemeClr val="accent1"/>
          </a:lnRef>
          <a:fillRef idx="0">
            <a:schemeClr val="accent1"/>
          </a:fillRef>
          <a:effectRef idx="0">
            <a:schemeClr val="accent1"/>
          </a:effectRef>
          <a:fontRef idx="minor">
            <a:schemeClr val="tx1"/>
          </a:fontRef>
        </p:style>
      </p:cxnSp>
      <p:sp>
        <p:nvSpPr>
          <p:cNvPr id="497" name="TextBox 496">
            <a:extLst>
              <a:ext uri="{FF2B5EF4-FFF2-40B4-BE49-F238E27FC236}">
                <a16:creationId xmlns:a16="http://schemas.microsoft.com/office/drawing/2014/main" id="{085D3816-02ED-E88D-9BF0-5D394B23A1C9}"/>
              </a:ext>
            </a:extLst>
          </p:cNvPr>
          <p:cNvSpPr txBox="1"/>
          <p:nvPr/>
        </p:nvSpPr>
        <p:spPr>
          <a:xfrm>
            <a:off x="5324431" y="3260984"/>
            <a:ext cx="1232710" cy="123111"/>
          </a:xfrm>
          <a:prstGeom prst="rect">
            <a:avLst/>
          </a:prstGeom>
        </p:spPr>
        <p:txBody>
          <a:bodyPr wrap="none" lIns="0" tIns="0" rIns="0" bIns="0" rtlCol="0">
            <a:spAutoFit/>
          </a:bodyPr>
          <a:lstStyle/>
          <a:p>
            <a:pPr algn="l"/>
            <a:r>
              <a:rPr lang="en-US" sz="800" b="1" i="1">
                <a:solidFill>
                  <a:schemeClr val="accent5"/>
                </a:solidFill>
              </a:rPr>
              <a:t>Potential Low Hanging Fruits</a:t>
            </a:r>
          </a:p>
        </p:txBody>
      </p:sp>
      <p:grpSp>
        <p:nvGrpSpPr>
          <p:cNvPr id="7" name="Group 6">
            <a:extLst>
              <a:ext uri="{FF2B5EF4-FFF2-40B4-BE49-F238E27FC236}">
                <a16:creationId xmlns:a16="http://schemas.microsoft.com/office/drawing/2014/main" id="{CDA3F4AA-4949-9BFA-372C-5FA15FEE4742}"/>
              </a:ext>
            </a:extLst>
          </p:cNvPr>
          <p:cNvGrpSpPr/>
          <p:nvPr/>
        </p:nvGrpSpPr>
        <p:grpSpPr>
          <a:xfrm>
            <a:off x="6105763" y="2772633"/>
            <a:ext cx="1211617" cy="279074"/>
            <a:chOff x="9905040" y="2265375"/>
            <a:chExt cx="1211614" cy="279074"/>
          </a:xfrm>
        </p:grpSpPr>
        <p:sp>
          <p:nvSpPr>
            <p:cNvPr id="9" name="Text Placeholder 3">
              <a:extLst>
                <a:ext uri="{FF2B5EF4-FFF2-40B4-BE49-F238E27FC236}">
                  <a16:creationId xmlns:a16="http://schemas.microsoft.com/office/drawing/2014/main" id="{264D3E53-6542-2AFE-2D54-6CD47BA81145}"/>
                </a:ext>
              </a:extLst>
            </p:cNvPr>
            <p:cNvSpPr txBox="1">
              <a:spLocks/>
            </p:cNvSpPr>
            <p:nvPr/>
          </p:nvSpPr>
          <p:spPr>
            <a:xfrm>
              <a:off x="9905040" y="2265375"/>
              <a:ext cx="987002" cy="279074"/>
            </a:xfrm>
            <a:prstGeom prst="rect">
              <a:avLst/>
            </a:prstGeom>
          </p:spPr>
          <p:txBody>
            <a:bodyPr lIns="0" tIns="0" rIns="0" bIns="0" anchor="ctr">
              <a:noAutofit/>
            </a:bodyPr>
            <a:lstStyle>
              <a:defPPr>
                <a:defRPr lang="en-US"/>
              </a:defPPr>
              <a:lvl1pPr marR="0" lvl="0" indent="0" fontAlgn="auto">
                <a:lnSpc>
                  <a:spcPts val="1600"/>
                </a:lnSpc>
                <a:spcBef>
                  <a:spcPts val="0"/>
                </a:spcBef>
                <a:spcAft>
                  <a:spcPts val="0"/>
                </a:spcAft>
                <a:buClrTx/>
                <a:buSzTx/>
                <a:buFont typeface="Arial" panose="020B0604020202020204" pitchFamily="34" charset="0"/>
                <a:buNone/>
                <a:tabLst/>
                <a:defRPr kumimoji="0" sz="1400" b="1" i="0" u="none" strike="noStrike" cap="none" spc="0" normalizeH="0" baseline="0">
                  <a:ln>
                    <a:noFill/>
                  </a:ln>
                  <a:gradFill>
                    <a:gsLst>
                      <a:gs pos="0">
                        <a:schemeClr val="accent2"/>
                      </a:gs>
                      <a:gs pos="34000">
                        <a:schemeClr val="accent2">
                          <a:lumMod val="75000"/>
                        </a:schemeClr>
                      </a:gs>
                      <a:gs pos="99000">
                        <a:schemeClr val="accent4"/>
                      </a:gs>
                    </a:gsLst>
                    <a:lin ang="2400000" scaled="0"/>
                  </a:gradFill>
                  <a:effectLst/>
                  <a:uLnTx/>
                  <a:uFillTx/>
                  <a:latin typeface="Calibri" panose="020F0502020204030204" pitchFamily="34" charset="0"/>
                  <a:ea typeface="Source Sans Pro" panose="020B0503030403020204" pitchFamily="34" charset="0"/>
                  <a:cs typeface="Calibri" panose="020F0502020204030204" pitchFamily="34" charset="0"/>
                </a:defRPr>
              </a:lvl1pPr>
              <a:lvl2pPr marL="6350" indent="0">
                <a:lnSpc>
                  <a:spcPct val="110000"/>
                </a:lnSpc>
                <a:spcBef>
                  <a:spcPts val="600"/>
                </a:spcBef>
                <a:spcAft>
                  <a:spcPts val="0"/>
                </a:spcAft>
                <a:buFont typeface="Arial" panose="020B0604020202020204" pitchFamily="34" charset="0"/>
                <a:buNone/>
                <a:tabLst/>
                <a:defRPr sz="1200" b="0" i="0">
                  <a:latin typeface="Calibri Light" panose="020F0302020204030204" pitchFamily="34" charset="0"/>
                  <a:ea typeface="Source Sans Pro" panose="020B0503030403020204" pitchFamily="34" charset="0"/>
                  <a:cs typeface="Calibri Light" panose="020F0302020204030204" pitchFamily="34" charset="0"/>
                </a:defRPr>
              </a:lvl2pPr>
              <a:lvl3pPr marL="228600" indent="-228600">
                <a:lnSpc>
                  <a:spcPct val="110000"/>
                </a:lnSpc>
                <a:spcBef>
                  <a:spcPts val="600"/>
                </a:spcBef>
                <a:spcAft>
                  <a:spcPts val="0"/>
                </a:spcAft>
                <a:buFont typeface="Arial" panose="020B0604020202020204" pitchFamily="34" charset="0"/>
                <a:buChar char="•"/>
                <a:tabLst/>
                <a:defRPr sz="1200" b="0" i="0">
                  <a:latin typeface="Calibri Light" panose="020F0302020204030204" pitchFamily="34" charset="0"/>
                  <a:ea typeface="Source Sans Pro" panose="020B0503030403020204" pitchFamily="34" charset="0"/>
                  <a:cs typeface="Calibri Light" panose="020F0302020204030204" pitchFamily="34" charset="0"/>
                </a:defRPr>
              </a:lvl3pPr>
              <a:lvl4pPr marL="401638" indent="-228600">
                <a:lnSpc>
                  <a:spcPct val="110000"/>
                </a:lnSpc>
                <a:spcBef>
                  <a:spcPts val="600"/>
                </a:spcBef>
                <a:spcAft>
                  <a:spcPts val="0"/>
                </a:spcAft>
                <a:buFont typeface="Arial" panose="020B0604020202020204" pitchFamily="34" charset="0"/>
                <a:buChar char="•"/>
                <a:tabLst/>
                <a:defRPr sz="1200" b="0" i="0">
                  <a:latin typeface="Calibri Light" panose="020F0302020204030204" pitchFamily="34" charset="0"/>
                  <a:ea typeface="Source Sans Pro" panose="020B0503030403020204" pitchFamily="34" charset="0"/>
                  <a:cs typeface="Calibri Light" panose="020F0302020204030204" pitchFamily="34" charset="0"/>
                </a:defRPr>
              </a:lvl4pPr>
              <a:lvl5pPr marL="582613" indent="-228600">
                <a:lnSpc>
                  <a:spcPct val="110000"/>
                </a:lnSpc>
                <a:spcBef>
                  <a:spcPts val="600"/>
                </a:spcBef>
                <a:spcAft>
                  <a:spcPts val="0"/>
                </a:spcAft>
                <a:buFont typeface="Arial" panose="020B0604020202020204" pitchFamily="34" charset="0"/>
                <a:buChar char="•"/>
                <a:tabLst/>
                <a:defRPr sz="1200" b="0" i="0">
                  <a:latin typeface="Calibri Light" panose="020F0302020204030204" pitchFamily="34" charset="0"/>
                  <a:ea typeface="Source Sans Pro" panose="020B0503030403020204" pitchFamily="34" charset="0"/>
                  <a:cs typeface="Calibri Light" panose="020F0302020204030204" pitchFamily="34" charset="0"/>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gn="r" defTabSz="914282">
                <a:lnSpc>
                  <a:spcPct val="100000"/>
                </a:lnSpc>
                <a:defRPr/>
              </a:pPr>
              <a:r>
                <a:rPr lang="en-US" sz="800" err="1">
                  <a:solidFill>
                    <a:schemeClr val="accent1"/>
                  </a:solidFill>
                  <a:latin typeface="Calibri"/>
                </a:rPr>
                <a:t>CodeMie</a:t>
              </a:r>
              <a:r>
                <a:rPr lang="en-US" sz="800">
                  <a:solidFill>
                    <a:schemeClr val="accent1"/>
                  </a:solidFill>
                  <a:latin typeface="Calibri"/>
                </a:rPr>
                <a:t> Code </a:t>
              </a:r>
            </a:p>
            <a:p>
              <a:pPr algn="r" defTabSz="914282">
                <a:lnSpc>
                  <a:spcPct val="100000"/>
                </a:lnSpc>
                <a:defRPr/>
              </a:pPr>
              <a:r>
                <a:rPr lang="en-US" sz="800">
                  <a:solidFill>
                    <a:schemeClr val="accent1"/>
                  </a:solidFill>
                  <a:latin typeface="Calibri"/>
                </a:rPr>
                <a:t>Agents </a:t>
              </a:r>
            </a:p>
          </p:txBody>
        </p:sp>
        <p:grpSp>
          <p:nvGrpSpPr>
            <p:cNvPr id="10" name="Group 9">
              <a:extLst>
                <a:ext uri="{FF2B5EF4-FFF2-40B4-BE49-F238E27FC236}">
                  <a16:creationId xmlns:a16="http://schemas.microsoft.com/office/drawing/2014/main" id="{08E2FCAD-3EF4-F3C9-BA6A-6A1C6698E4D2}"/>
                </a:ext>
              </a:extLst>
            </p:cNvPr>
            <p:cNvGrpSpPr/>
            <p:nvPr/>
          </p:nvGrpSpPr>
          <p:grpSpPr>
            <a:xfrm>
              <a:off x="10897196" y="2299780"/>
              <a:ext cx="219458" cy="201168"/>
              <a:chOff x="-613410" y="2348865"/>
              <a:chExt cx="405764" cy="363849"/>
            </a:xfrm>
          </p:grpSpPr>
          <p:grpSp>
            <p:nvGrpSpPr>
              <p:cNvPr id="11" name="Group 10">
                <a:extLst>
                  <a:ext uri="{FF2B5EF4-FFF2-40B4-BE49-F238E27FC236}">
                    <a16:creationId xmlns:a16="http://schemas.microsoft.com/office/drawing/2014/main" id="{910DC6BD-AFDD-C877-7F9B-E2BF26295B53}"/>
                  </a:ext>
                </a:extLst>
              </p:cNvPr>
              <p:cNvGrpSpPr/>
              <p:nvPr/>
            </p:nvGrpSpPr>
            <p:grpSpPr>
              <a:xfrm>
                <a:off x="-585470" y="2386324"/>
                <a:ext cx="341932" cy="326390"/>
                <a:chOff x="-680720" y="2332990"/>
                <a:chExt cx="385838" cy="368301"/>
              </a:xfrm>
            </p:grpSpPr>
            <p:sp>
              <p:nvSpPr>
                <p:cNvPr id="16" name="Oval 15">
                  <a:extLst>
                    <a:ext uri="{FF2B5EF4-FFF2-40B4-BE49-F238E27FC236}">
                      <a16:creationId xmlns:a16="http://schemas.microsoft.com/office/drawing/2014/main" id="{4E4C529B-46FB-77F9-11A3-D9D32B827F1D}"/>
                    </a:ext>
                  </a:extLst>
                </p:cNvPr>
                <p:cNvSpPr/>
                <p:nvPr/>
              </p:nvSpPr>
              <p:spPr bwMode="auto">
                <a:xfrm>
                  <a:off x="-680720" y="2332990"/>
                  <a:ext cx="385838" cy="368301"/>
                </a:xfrm>
                <a:prstGeom prst="ellipse">
                  <a:avLst/>
                </a:prstGeom>
                <a:solidFill>
                  <a:schemeClr val="bg2"/>
                </a:solidFill>
                <a:ln>
                  <a:solidFill>
                    <a:schemeClr val="accent3">
                      <a:lumMod val="20000"/>
                      <a:lumOff val="80000"/>
                    </a:schemeClr>
                  </a:solidFill>
                </a:ln>
                <a:effectLst/>
              </p:spPr>
              <p:txBody>
                <a:bodyPr wrap="square" lIns="0" tIns="0" rIns="0" bIns="0" rtlCol="0" anchor="ctr"/>
                <a:lstStyle/>
                <a:p>
                  <a:pPr algn="ctr"/>
                  <a:endParaRPr lang="en-US" sz="2400">
                    <a:solidFill>
                      <a:schemeClr val="accent5"/>
                    </a:solidFill>
                    <a:latin typeface="Calibri Light" panose="020F0302020204030204" pitchFamily="34" charset="0"/>
                    <a:ea typeface="Human Sans ExtraLight" charset="0"/>
                    <a:cs typeface="Human Sans ExtraLight" charset="0"/>
                  </a:endParaRPr>
                </a:p>
              </p:txBody>
            </p:sp>
            <p:pic>
              <p:nvPicPr>
                <p:cNvPr id="17" name="Graphic 16" descr="Folder Search outline">
                  <a:extLst>
                    <a:ext uri="{FF2B5EF4-FFF2-40B4-BE49-F238E27FC236}">
                      <a16:creationId xmlns:a16="http://schemas.microsoft.com/office/drawing/2014/main" id="{C584AA7A-1966-2D44-21B3-CB16528105C7}"/>
                    </a:ext>
                  </a:extLst>
                </p:cNvPr>
                <p:cNvPicPr>
                  <a:picLocks noChangeAspect="1"/>
                </p:cNvPicPr>
                <p:nvPr/>
              </p:nvPicPr>
              <p:blipFill>
                <a:blip r:embed="rId7">
                  <a:extLst>
                    <a:ext uri="{96DAC541-7B7A-43D3-8B79-37D633B846F1}">
                      <asvg:svgBlip xmlns:asvg="http://schemas.microsoft.com/office/drawing/2016/SVG/main" r:embed="rId11"/>
                    </a:ext>
                  </a:extLst>
                </a:blip>
                <a:stretch>
                  <a:fillRect/>
                </a:stretch>
              </p:blipFill>
              <p:spPr>
                <a:xfrm>
                  <a:off x="-624811" y="2374472"/>
                  <a:ext cx="311156" cy="311154"/>
                </a:xfrm>
                <a:prstGeom prst="rect">
                  <a:avLst/>
                </a:prstGeom>
              </p:spPr>
            </p:pic>
          </p:grpSp>
          <p:cxnSp>
            <p:nvCxnSpPr>
              <p:cNvPr id="12" name="Straight Connector 11">
                <a:extLst>
                  <a:ext uri="{FF2B5EF4-FFF2-40B4-BE49-F238E27FC236}">
                    <a16:creationId xmlns:a16="http://schemas.microsoft.com/office/drawing/2014/main" id="{D50D5573-8309-DBD7-F602-F6001403E939}"/>
                  </a:ext>
                </a:extLst>
              </p:cNvPr>
              <p:cNvCxnSpPr>
                <a:cxnSpLocks/>
                <a:stCxn id="16" idx="1"/>
              </p:cNvCxnSpPr>
              <p:nvPr/>
            </p:nvCxnSpPr>
            <p:spPr>
              <a:xfrm flipH="1" flipV="1">
                <a:off x="-590550" y="2369820"/>
                <a:ext cx="55155" cy="64309"/>
              </a:xfrm>
              <a:prstGeom prst="line">
                <a:avLst/>
              </a:prstGeom>
              <a:ln w="6350">
                <a:solidFill>
                  <a:schemeClr val="accent3">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CF775124-B8F7-48FC-7FE1-5DABDD570AFD}"/>
                  </a:ext>
                </a:extLst>
              </p:cNvPr>
              <p:cNvCxnSpPr>
                <a:cxnSpLocks/>
                <a:stCxn id="16" idx="7"/>
              </p:cNvCxnSpPr>
              <p:nvPr/>
            </p:nvCxnSpPr>
            <p:spPr>
              <a:xfrm flipV="1">
                <a:off x="-293613" y="2385060"/>
                <a:ext cx="53583" cy="49069"/>
              </a:xfrm>
              <a:prstGeom prst="line">
                <a:avLst/>
              </a:prstGeom>
              <a:ln w="6350">
                <a:solidFill>
                  <a:schemeClr val="accent3">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14" name="Oval 13">
                <a:extLst>
                  <a:ext uri="{FF2B5EF4-FFF2-40B4-BE49-F238E27FC236}">
                    <a16:creationId xmlns:a16="http://schemas.microsoft.com/office/drawing/2014/main" id="{5006B603-D6C7-9545-5B4E-380607934994}"/>
                  </a:ext>
                </a:extLst>
              </p:cNvPr>
              <p:cNvSpPr/>
              <p:nvPr/>
            </p:nvSpPr>
            <p:spPr bwMode="auto">
              <a:xfrm>
                <a:off x="-613410" y="2348865"/>
                <a:ext cx="45719" cy="45719"/>
              </a:xfrm>
              <a:prstGeom prst="ellipse">
                <a:avLst/>
              </a:prstGeom>
              <a:solidFill>
                <a:schemeClr val="accent3">
                  <a:lumMod val="40000"/>
                  <a:lumOff val="60000"/>
                </a:schemeClr>
              </a:solidFill>
              <a:ln>
                <a:noFill/>
              </a:ln>
              <a:effectLst/>
            </p:spPr>
            <p:txBody>
              <a:bodyPr wrap="square" lIns="0" tIns="0" rIns="0" bIns="0" rtlCol="0" anchor="ctr"/>
              <a:lstStyle/>
              <a:p>
                <a:pPr algn="ctr"/>
                <a:endParaRPr lang="en-US" sz="2400">
                  <a:solidFill>
                    <a:schemeClr val="accent5"/>
                  </a:solidFill>
                  <a:latin typeface="Calibri Light" panose="020F0302020204030204" pitchFamily="34" charset="0"/>
                  <a:ea typeface="Human Sans ExtraLight" charset="0"/>
                  <a:cs typeface="Human Sans ExtraLight" charset="0"/>
                </a:endParaRPr>
              </a:p>
            </p:txBody>
          </p:sp>
          <p:sp>
            <p:nvSpPr>
              <p:cNvPr id="15" name="Oval 14">
                <a:extLst>
                  <a:ext uri="{FF2B5EF4-FFF2-40B4-BE49-F238E27FC236}">
                    <a16:creationId xmlns:a16="http://schemas.microsoft.com/office/drawing/2014/main" id="{207891CA-F260-A2B3-4888-36732FBCC9A0}"/>
                  </a:ext>
                </a:extLst>
              </p:cNvPr>
              <p:cNvSpPr/>
              <p:nvPr/>
            </p:nvSpPr>
            <p:spPr bwMode="auto">
              <a:xfrm>
                <a:off x="-253365" y="2348865"/>
                <a:ext cx="45719" cy="45719"/>
              </a:xfrm>
              <a:prstGeom prst="ellipse">
                <a:avLst/>
              </a:prstGeom>
              <a:solidFill>
                <a:schemeClr val="accent3">
                  <a:lumMod val="40000"/>
                  <a:lumOff val="60000"/>
                </a:schemeClr>
              </a:solidFill>
              <a:ln>
                <a:noFill/>
              </a:ln>
              <a:effectLst/>
            </p:spPr>
            <p:txBody>
              <a:bodyPr wrap="square" lIns="0" tIns="0" rIns="0" bIns="0" rtlCol="0" anchor="ctr"/>
              <a:lstStyle/>
              <a:p>
                <a:pPr algn="ctr"/>
                <a:endParaRPr lang="en-US" sz="2400">
                  <a:solidFill>
                    <a:schemeClr val="accent5"/>
                  </a:solidFill>
                  <a:latin typeface="Calibri Light" panose="020F0302020204030204" pitchFamily="34" charset="0"/>
                  <a:ea typeface="Human Sans ExtraLight" charset="0"/>
                  <a:cs typeface="Human Sans ExtraLight" charset="0"/>
                </a:endParaRPr>
              </a:p>
            </p:txBody>
          </p:sp>
        </p:grpSp>
      </p:grpSp>
      <p:grpSp>
        <p:nvGrpSpPr>
          <p:cNvPr id="18" name="Group 17">
            <a:extLst>
              <a:ext uri="{FF2B5EF4-FFF2-40B4-BE49-F238E27FC236}">
                <a16:creationId xmlns:a16="http://schemas.microsoft.com/office/drawing/2014/main" id="{FD833C38-3448-B270-9FEF-E7418B4BA1A3}"/>
              </a:ext>
            </a:extLst>
          </p:cNvPr>
          <p:cNvGrpSpPr/>
          <p:nvPr/>
        </p:nvGrpSpPr>
        <p:grpSpPr>
          <a:xfrm>
            <a:off x="6105741" y="3652108"/>
            <a:ext cx="1211611" cy="279074"/>
            <a:chOff x="9905040" y="2265375"/>
            <a:chExt cx="1211611" cy="279074"/>
          </a:xfrm>
        </p:grpSpPr>
        <p:sp>
          <p:nvSpPr>
            <p:cNvPr id="19" name="Text Placeholder 3">
              <a:extLst>
                <a:ext uri="{FF2B5EF4-FFF2-40B4-BE49-F238E27FC236}">
                  <a16:creationId xmlns:a16="http://schemas.microsoft.com/office/drawing/2014/main" id="{C3E4BEDF-F6F8-ADDC-91A8-FA35FF048062}"/>
                </a:ext>
              </a:extLst>
            </p:cNvPr>
            <p:cNvSpPr txBox="1">
              <a:spLocks/>
            </p:cNvSpPr>
            <p:nvPr/>
          </p:nvSpPr>
          <p:spPr>
            <a:xfrm>
              <a:off x="9905040" y="2265375"/>
              <a:ext cx="885409" cy="279074"/>
            </a:xfrm>
            <a:prstGeom prst="rect">
              <a:avLst/>
            </a:prstGeom>
          </p:spPr>
          <p:txBody>
            <a:bodyPr lIns="0" tIns="0" rIns="0" bIns="0" anchor="ctr">
              <a:noAutofit/>
            </a:bodyPr>
            <a:lstStyle>
              <a:defPPr>
                <a:defRPr lang="en-US"/>
              </a:defPPr>
              <a:lvl1pPr marR="0" lvl="0" indent="0" fontAlgn="auto">
                <a:lnSpc>
                  <a:spcPts val="1600"/>
                </a:lnSpc>
                <a:spcBef>
                  <a:spcPts val="0"/>
                </a:spcBef>
                <a:spcAft>
                  <a:spcPts val="0"/>
                </a:spcAft>
                <a:buClrTx/>
                <a:buSzTx/>
                <a:buFont typeface="Arial" panose="020B0604020202020204" pitchFamily="34" charset="0"/>
                <a:buNone/>
                <a:tabLst/>
                <a:defRPr kumimoji="0" sz="1400" b="1" i="0" u="none" strike="noStrike" cap="none" spc="0" normalizeH="0" baseline="0">
                  <a:ln>
                    <a:noFill/>
                  </a:ln>
                  <a:gradFill>
                    <a:gsLst>
                      <a:gs pos="0">
                        <a:schemeClr val="accent2"/>
                      </a:gs>
                      <a:gs pos="34000">
                        <a:schemeClr val="accent2">
                          <a:lumMod val="75000"/>
                        </a:schemeClr>
                      </a:gs>
                      <a:gs pos="99000">
                        <a:schemeClr val="accent4"/>
                      </a:gs>
                    </a:gsLst>
                    <a:lin ang="2400000" scaled="0"/>
                  </a:gradFill>
                  <a:effectLst/>
                  <a:uLnTx/>
                  <a:uFillTx/>
                  <a:latin typeface="Calibri" panose="020F0502020204030204" pitchFamily="34" charset="0"/>
                  <a:ea typeface="Source Sans Pro" panose="020B0503030403020204" pitchFamily="34" charset="0"/>
                  <a:cs typeface="Calibri" panose="020F0502020204030204" pitchFamily="34" charset="0"/>
                </a:defRPr>
              </a:lvl1pPr>
              <a:lvl2pPr marL="6350" indent="0">
                <a:lnSpc>
                  <a:spcPct val="110000"/>
                </a:lnSpc>
                <a:spcBef>
                  <a:spcPts val="600"/>
                </a:spcBef>
                <a:spcAft>
                  <a:spcPts val="0"/>
                </a:spcAft>
                <a:buFont typeface="Arial" panose="020B0604020202020204" pitchFamily="34" charset="0"/>
                <a:buNone/>
                <a:tabLst/>
                <a:defRPr sz="1200" b="0" i="0">
                  <a:latin typeface="Calibri Light" panose="020F0302020204030204" pitchFamily="34" charset="0"/>
                  <a:ea typeface="Source Sans Pro" panose="020B0503030403020204" pitchFamily="34" charset="0"/>
                  <a:cs typeface="Calibri Light" panose="020F0302020204030204" pitchFamily="34" charset="0"/>
                </a:defRPr>
              </a:lvl2pPr>
              <a:lvl3pPr marL="228600" indent="-228600">
                <a:lnSpc>
                  <a:spcPct val="110000"/>
                </a:lnSpc>
                <a:spcBef>
                  <a:spcPts val="600"/>
                </a:spcBef>
                <a:spcAft>
                  <a:spcPts val="0"/>
                </a:spcAft>
                <a:buFont typeface="Arial" panose="020B0604020202020204" pitchFamily="34" charset="0"/>
                <a:buChar char="•"/>
                <a:tabLst/>
                <a:defRPr sz="1200" b="0" i="0">
                  <a:latin typeface="Calibri Light" panose="020F0302020204030204" pitchFamily="34" charset="0"/>
                  <a:ea typeface="Source Sans Pro" panose="020B0503030403020204" pitchFamily="34" charset="0"/>
                  <a:cs typeface="Calibri Light" panose="020F0302020204030204" pitchFamily="34" charset="0"/>
                </a:defRPr>
              </a:lvl3pPr>
              <a:lvl4pPr marL="401638" indent="-228600">
                <a:lnSpc>
                  <a:spcPct val="110000"/>
                </a:lnSpc>
                <a:spcBef>
                  <a:spcPts val="600"/>
                </a:spcBef>
                <a:spcAft>
                  <a:spcPts val="0"/>
                </a:spcAft>
                <a:buFont typeface="Arial" panose="020B0604020202020204" pitchFamily="34" charset="0"/>
                <a:buChar char="•"/>
                <a:tabLst/>
                <a:defRPr sz="1200" b="0" i="0">
                  <a:latin typeface="Calibri Light" panose="020F0302020204030204" pitchFamily="34" charset="0"/>
                  <a:ea typeface="Source Sans Pro" panose="020B0503030403020204" pitchFamily="34" charset="0"/>
                  <a:cs typeface="Calibri Light" panose="020F0302020204030204" pitchFamily="34" charset="0"/>
                </a:defRPr>
              </a:lvl4pPr>
              <a:lvl5pPr marL="582613" indent="-228600">
                <a:lnSpc>
                  <a:spcPct val="110000"/>
                </a:lnSpc>
                <a:spcBef>
                  <a:spcPts val="600"/>
                </a:spcBef>
                <a:spcAft>
                  <a:spcPts val="0"/>
                </a:spcAft>
                <a:buFont typeface="Arial" panose="020B0604020202020204" pitchFamily="34" charset="0"/>
                <a:buChar char="•"/>
                <a:tabLst/>
                <a:defRPr sz="1200" b="0" i="0">
                  <a:latin typeface="Calibri Light" panose="020F0302020204030204" pitchFamily="34" charset="0"/>
                  <a:ea typeface="Source Sans Pro" panose="020B0503030403020204" pitchFamily="34" charset="0"/>
                  <a:cs typeface="Calibri Light" panose="020F0302020204030204" pitchFamily="34" charset="0"/>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gn="r" defTabSz="914282">
                <a:lnSpc>
                  <a:spcPct val="100000"/>
                </a:lnSpc>
                <a:defRPr/>
              </a:pPr>
              <a:r>
                <a:rPr lang="en-US" sz="800">
                  <a:solidFill>
                    <a:schemeClr val="accent1"/>
                  </a:solidFill>
                  <a:latin typeface="Calibri"/>
                </a:rPr>
                <a:t>Documentation </a:t>
              </a:r>
              <a:br>
                <a:rPr lang="en-US" sz="800">
                  <a:solidFill>
                    <a:schemeClr val="accent1"/>
                  </a:solidFill>
                  <a:latin typeface="Calibri"/>
                </a:rPr>
              </a:br>
              <a:r>
                <a:rPr lang="en-US" sz="800">
                  <a:solidFill>
                    <a:schemeClr val="accent1"/>
                  </a:solidFill>
                  <a:latin typeface="Calibri"/>
                </a:rPr>
                <a:t>Agent</a:t>
              </a:r>
            </a:p>
          </p:txBody>
        </p:sp>
        <p:grpSp>
          <p:nvGrpSpPr>
            <p:cNvPr id="20" name="Group 19">
              <a:extLst>
                <a:ext uri="{FF2B5EF4-FFF2-40B4-BE49-F238E27FC236}">
                  <a16:creationId xmlns:a16="http://schemas.microsoft.com/office/drawing/2014/main" id="{836C77FE-49EE-1151-CA8B-129E1C76B57D}"/>
                </a:ext>
              </a:extLst>
            </p:cNvPr>
            <p:cNvGrpSpPr/>
            <p:nvPr/>
          </p:nvGrpSpPr>
          <p:grpSpPr>
            <a:xfrm>
              <a:off x="10897193" y="2299780"/>
              <a:ext cx="219458" cy="201168"/>
              <a:chOff x="-613410" y="2348865"/>
              <a:chExt cx="405764" cy="363849"/>
            </a:xfrm>
          </p:grpSpPr>
          <p:grpSp>
            <p:nvGrpSpPr>
              <p:cNvPr id="21" name="Group 20">
                <a:extLst>
                  <a:ext uri="{FF2B5EF4-FFF2-40B4-BE49-F238E27FC236}">
                    <a16:creationId xmlns:a16="http://schemas.microsoft.com/office/drawing/2014/main" id="{A49ED025-EC7F-BDCA-11EC-BD776647B790}"/>
                  </a:ext>
                </a:extLst>
              </p:cNvPr>
              <p:cNvGrpSpPr/>
              <p:nvPr/>
            </p:nvGrpSpPr>
            <p:grpSpPr>
              <a:xfrm>
                <a:off x="-585470" y="2386324"/>
                <a:ext cx="341932" cy="326390"/>
                <a:chOff x="-680720" y="2332990"/>
                <a:chExt cx="385838" cy="368301"/>
              </a:xfrm>
            </p:grpSpPr>
            <p:sp>
              <p:nvSpPr>
                <p:cNvPr id="26" name="Oval 25">
                  <a:extLst>
                    <a:ext uri="{FF2B5EF4-FFF2-40B4-BE49-F238E27FC236}">
                      <a16:creationId xmlns:a16="http://schemas.microsoft.com/office/drawing/2014/main" id="{6C1CBA77-06D5-D185-0809-1B95F36A4637}"/>
                    </a:ext>
                  </a:extLst>
                </p:cNvPr>
                <p:cNvSpPr/>
                <p:nvPr/>
              </p:nvSpPr>
              <p:spPr bwMode="auto">
                <a:xfrm>
                  <a:off x="-680720" y="2332990"/>
                  <a:ext cx="385838" cy="368301"/>
                </a:xfrm>
                <a:prstGeom prst="ellipse">
                  <a:avLst/>
                </a:prstGeom>
                <a:solidFill>
                  <a:schemeClr val="bg2"/>
                </a:solidFill>
                <a:ln>
                  <a:solidFill>
                    <a:schemeClr val="accent3">
                      <a:lumMod val="20000"/>
                      <a:lumOff val="80000"/>
                    </a:schemeClr>
                  </a:solidFill>
                </a:ln>
                <a:effectLst/>
              </p:spPr>
              <p:txBody>
                <a:bodyPr wrap="square" lIns="0" tIns="0" rIns="0" bIns="0" rtlCol="0" anchor="ctr"/>
                <a:lstStyle/>
                <a:p>
                  <a:pPr algn="ctr"/>
                  <a:endParaRPr lang="en-US" sz="2400">
                    <a:solidFill>
                      <a:schemeClr val="accent5"/>
                    </a:solidFill>
                    <a:latin typeface="Calibri Light" panose="020F0302020204030204" pitchFamily="34" charset="0"/>
                    <a:ea typeface="Human Sans ExtraLight" charset="0"/>
                    <a:cs typeface="Human Sans ExtraLight" charset="0"/>
                  </a:endParaRPr>
                </a:p>
              </p:txBody>
            </p:sp>
            <p:pic>
              <p:nvPicPr>
                <p:cNvPr id="27" name="Graphic 26" descr="Folder Search outline">
                  <a:extLst>
                    <a:ext uri="{FF2B5EF4-FFF2-40B4-BE49-F238E27FC236}">
                      <a16:creationId xmlns:a16="http://schemas.microsoft.com/office/drawing/2014/main" id="{0F3C9A44-D9AF-80B9-7BFB-140FB94E50F4}"/>
                    </a:ext>
                  </a:extLst>
                </p:cNvPr>
                <p:cNvPicPr>
                  <a:picLocks noChangeAspect="1"/>
                </p:cNvPicPr>
                <p:nvPr/>
              </p:nvPicPr>
              <p:blipFill>
                <a:blip r:embed="rId7">
                  <a:extLst>
                    <a:ext uri="{96DAC541-7B7A-43D3-8B79-37D633B846F1}">
                      <asvg:svgBlip xmlns:asvg="http://schemas.microsoft.com/office/drawing/2016/SVG/main" r:embed="rId11"/>
                    </a:ext>
                  </a:extLst>
                </a:blip>
                <a:stretch>
                  <a:fillRect/>
                </a:stretch>
              </p:blipFill>
              <p:spPr>
                <a:xfrm>
                  <a:off x="-624811" y="2374472"/>
                  <a:ext cx="311156" cy="311154"/>
                </a:xfrm>
                <a:prstGeom prst="rect">
                  <a:avLst/>
                </a:prstGeom>
              </p:spPr>
            </p:pic>
          </p:grpSp>
          <p:cxnSp>
            <p:nvCxnSpPr>
              <p:cNvPr id="22" name="Straight Connector 21">
                <a:extLst>
                  <a:ext uri="{FF2B5EF4-FFF2-40B4-BE49-F238E27FC236}">
                    <a16:creationId xmlns:a16="http://schemas.microsoft.com/office/drawing/2014/main" id="{0C73724A-FB81-D765-6F69-945D4BF5775C}"/>
                  </a:ext>
                </a:extLst>
              </p:cNvPr>
              <p:cNvCxnSpPr>
                <a:cxnSpLocks/>
                <a:stCxn id="26" idx="1"/>
              </p:cNvCxnSpPr>
              <p:nvPr/>
            </p:nvCxnSpPr>
            <p:spPr>
              <a:xfrm flipH="1" flipV="1">
                <a:off x="-590550" y="2369820"/>
                <a:ext cx="55155" cy="64309"/>
              </a:xfrm>
              <a:prstGeom prst="line">
                <a:avLst/>
              </a:prstGeom>
              <a:ln w="6350">
                <a:solidFill>
                  <a:schemeClr val="accent3">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09FAA119-52BB-F18F-BA82-FF4D4356F8CF}"/>
                  </a:ext>
                </a:extLst>
              </p:cNvPr>
              <p:cNvCxnSpPr>
                <a:cxnSpLocks/>
                <a:stCxn id="26" idx="7"/>
              </p:cNvCxnSpPr>
              <p:nvPr/>
            </p:nvCxnSpPr>
            <p:spPr>
              <a:xfrm flipV="1">
                <a:off x="-293613" y="2385060"/>
                <a:ext cx="53583" cy="49069"/>
              </a:xfrm>
              <a:prstGeom prst="line">
                <a:avLst/>
              </a:prstGeom>
              <a:ln w="6350">
                <a:solidFill>
                  <a:schemeClr val="accent3">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24" name="Oval 23">
                <a:extLst>
                  <a:ext uri="{FF2B5EF4-FFF2-40B4-BE49-F238E27FC236}">
                    <a16:creationId xmlns:a16="http://schemas.microsoft.com/office/drawing/2014/main" id="{E0335270-E41F-C3BC-F5E6-4F253DCF7E36}"/>
                  </a:ext>
                </a:extLst>
              </p:cNvPr>
              <p:cNvSpPr/>
              <p:nvPr/>
            </p:nvSpPr>
            <p:spPr bwMode="auto">
              <a:xfrm>
                <a:off x="-613410" y="2348865"/>
                <a:ext cx="45719" cy="45719"/>
              </a:xfrm>
              <a:prstGeom prst="ellipse">
                <a:avLst/>
              </a:prstGeom>
              <a:solidFill>
                <a:schemeClr val="accent3">
                  <a:lumMod val="40000"/>
                  <a:lumOff val="60000"/>
                </a:schemeClr>
              </a:solidFill>
              <a:ln>
                <a:noFill/>
              </a:ln>
              <a:effectLst/>
            </p:spPr>
            <p:txBody>
              <a:bodyPr wrap="square" lIns="0" tIns="0" rIns="0" bIns="0" rtlCol="0" anchor="ctr"/>
              <a:lstStyle/>
              <a:p>
                <a:pPr algn="ctr"/>
                <a:endParaRPr lang="en-US" sz="2400">
                  <a:solidFill>
                    <a:schemeClr val="accent5"/>
                  </a:solidFill>
                  <a:latin typeface="Calibri Light" panose="020F0302020204030204" pitchFamily="34" charset="0"/>
                  <a:ea typeface="Human Sans ExtraLight" charset="0"/>
                  <a:cs typeface="Human Sans ExtraLight" charset="0"/>
                </a:endParaRPr>
              </a:p>
            </p:txBody>
          </p:sp>
          <p:sp>
            <p:nvSpPr>
              <p:cNvPr id="25" name="Oval 24">
                <a:extLst>
                  <a:ext uri="{FF2B5EF4-FFF2-40B4-BE49-F238E27FC236}">
                    <a16:creationId xmlns:a16="http://schemas.microsoft.com/office/drawing/2014/main" id="{56D22B7B-EBD6-DAA8-11A1-4CD2D593FE0F}"/>
                  </a:ext>
                </a:extLst>
              </p:cNvPr>
              <p:cNvSpPr/>
              <p:nvPr/>
            </p:nvSpPr>
            <p:spPr bwMode="auto">
              <a:xfrm>
                <a:off x="-253365" y="2348865"/>
                <a:ext cx="45719" cy="45719"/>
              </a:xfrm>
              <a:prstGeom prst="ellipse">
                <a:avLst/>
              </a:prstGeom>
              <a:solidFill>
                <a:schemeClr val="accent3">
                  <a:lumMod val="40000"/>
                  <a:lumOff val="60000"/>
                </a:schemeClr>
              </a:solidFill>
              <a:ln>
                <a:noFill/>
              </a:ln>
              <a:effectLst/>
            </p:spPr>
            <p:txBody>
              <a:bodyPr wrap="square" lIns="0" tIns="0" rIns="0" bIns="0" rtlCol="0" anchor="ctr"/>
              <a:lstStyle/>
              <a:p>
                <a:pPr algn="ctr"/>
                <a:endParaRPr lang="en-US" sz="2400">
                  <a:solidFill>
                    <a:schemeClr val="accent5"/>
                  </a:solidFill>
                  <a:latin typeface="Calibri Light" panose="020F0302020204030204" pitchFamily="34" charset="0"/>
                  <a:ea typeface="Human Sans ExtraLight" charset="0"/>
                  <a:cs typeface="Human Sans ExtraLight" charset="0"/>
                </a:endParaRPr>
              </a:p>
            </p:txBody>
          </p:sp>
        </p:grpSp>
      </p:grpSp>
      <p:grpSp>
        <p:nvGrpSpPr>
          <p:cNvPr id="28" name="Group 27">
            <a:extLst>
              <a:ext uri="{FF2B5EF4-FFF2-40B4-BE49-F238E27FC236}">
                <a16:creationId xmlns:a16="http://schemas.microsoft.com/office/drawing/2014/main" id="{C3DABBC3-3550-BD33-E891-93EC8AC5126F}"/>
              </a:ext>
            </a:extLst>
          </p:cNvPr>
          <p:cNvGrpSpPr/>
          <p:nvPr/>
        </p:nvGrpSpPr>
        <p:grpSpPr>
          <a:xfrm>
            <a:off x="7528901" y="1618434"/>
            <a:ext cx="1291676" cy="284480"/>
            <a:chOff x="10218420" y="1463040"/>
            <a:chExt cx="1291676" cy="284480"/>
          </a:xfrm>
        </p:grpSpPr>
        <p:sp>
          <p:nvSpPr>
            <p:cNvPr id="29" name="Text Placeholder 3">
              <a:extLst>
                <a:ext uri="{FF2B5EF4-FFF2-40B4-BE49-F238E27FC236}">
                  <a16:creationId xmlns:a16="http://schemas.microsoft.com/office/drawing/2014/main" id="{6458AADE-9C29-10E7-681A-89212843E2B7}"/>
                </a:ext>
              </a:extLst>
            </p:cNvPr>
            <p:cNvSpPr txBox="1">
              <a:spLocks/>
            </p:cNvSpPr>
            <p:nvPr/>
          </p:nvSpPr>
          <p:spPr>
            <a:xfrm>
              <a:off x="10218420" y="1463040"/>
              <a:ext cx="984876" cy="284480"/>
            </a:xfrm>
            <a:prstGeom prst="rect">
              <a:avLst/>
            </a:prstGeom>
          </p:spPr>
          <p:txBody>
            <a:bodyPr lIns="0" tIns="0" rIns="0" bIns="0" anchor="ctr">
              <a:noAutofit/>
            </a:bodyPr>
            <a:lstStyle>
              <a:defPPr>
                <a:defRPr lang="en-US"/>
              </a:defPPr>
              <a:lvl1pPr marR="0" lvl="0" indent="0" fontAlgn="auto">
                <a:lnSpc>
                  <a:spcPts val="1600"/>
                </a:lnSpc>
                <a:spcBef>
                  <a:spcPts val="0"/>
                </a:spcBef>
                <a:spcAft>
                  <a:spcPts val="0"/>
                </a:spcAft>
                <a:buClrTx/>
                <a:buSzTx/>
                <a:buFont typeface="Arial" panose="020B0604020202020204" pitchFamily="34" charset="0"/>
                <a:buNone/>
                <a:tabLst/>
                <a:defRPr kumimoji="0" sz="1400" b="1" i="0" u="none" strike="noStrike" cap="none" spc="0" normalizeH="0" baseline="0">
                  <a:ln>
                    <a:noFill/>
                  </a:ln>
                  <a:gradFill>
                    <a:gsLst>
                      <a:gs pos="0">
                        <a:schemeClr val="accent2"/>
                      </a:gs>
                      <a:gs pos="34000">
                        <a:schemeClr val="accent2">
                          <a:lumMod val="75000"/>
                        </a:schemeClr>
                      </a:gs>
                      <a:gs pos="99000">
                        <a:schemeClr val="accent4"/>
                      </a:gs>
                    </a:gsLst>
                    <a:lin ang="2400000" scaled="0"/>
                  </a:gradFill>
                  <a:effectLst/>
                  <a:uLnTx/>
                  <a:uFillTx/>
                  <a:latin typeface="Calibri" panose="020F0502020204030204" pitchFamily="34" charset="0"/>
                  <a:ea typeface="Source Sans Pro" panose="020B0503030403020204" pitchFamily="34" charset="0"/>
                  <a:cs typeface="Calibri" panose="020F0502020204030204" pitchFamily="34" charset="0"/>
                </a:defRPr>
              </a:lvl1pPr>
              <a:lvl2pPr marL="6350" indent="0">
                <a:lnSpc>
                  <a:spcPct val="110000"/>
                </a:lnSpc>
                <a:spcBef>
                  <a:spcPts val="600"/>
                </a:spcBef>
                <a:spcAft>
                  <a:spcPts val="0"/>
                </a:spcAft>
                <a:buFont typeface="Arial" panose="020B0604020202020204" pitchFamily="34" charset="0"/>
                <a:buNone/>
                <a:tabLst/>
                <a:defRPr sz="1200" b="0" i="0">
                  <a:latin typeface="Calibri Light" panose="020F0302020204030204" pitchFamily="34" charset="0"/>
                  <a:ea typeface="Source Sans Pro" panose="020B0503030403020204" pitchFamily="34" charset="0"/>
                  <a:cs typeface="Calibri Light" panose="020F0302020204030204" pitchFamily="34" charset="0"/>
                </a:defRPr>
              </a:lvl2pPr>
              <a:lvl3pPr marL="228600" indent="-228600">
                <a:lnSpc>
                  <a:spcPct val="110000"/>
                </a:lnSpc>
                <a:spcBef>
                  <a:spcPts val="600"/>
                </a:spcBef>
                <a:spcAft>
                  <a:spcPts val="0"/>
                </a:spcAft>
                <a:buFont typeface="Arial" panose="020B0604020202020204" pitchFamily="34" charset="0"/>
                <a:buChar char="•"/>
                <a:tabLst/>
                <a:defRPr sz="1200" b="0" i="0">
                  <a:latin typeface="Calibri Light" panose="020F0302020204030204" pitchFamily="34" charset="0"/>
                  <a:ea typeface="Source Sans Pro" panose="020B0503030403020204" pitchFamily="34" charset="0"/>
                  <a:cs typeface="Calibri Light" panose="020F0302020204030204" pitchFamily="34" charset="0"/>
                </a:defRPr>
              </a:lvl3pPr>
              <a:lvl4pPr marL="401638" indent="-228600">
                <a:lnSpc>
                  <a:spcPct val="110000"/>
                </a:lnSpc>
                <a:spcBef>
                  <a:spcPts val="600"/>
                </a:spcBef>
                <a:spcAft>
                  <a:spcPts val="0"/>
                </a:spcAft>
                <a:buFont typeface="Arial" panose="020B0604020202020204" pitchFamily="34" charset="0"/>
                <a:buChar char="•"/>
                <a:tabLst/>
                <a:defRPr sz="1200" b="0" i="0">
                  <a:latin typeface="Calibri Light" panose="020F0302020204030204" pitchFamily="34" charset="0"/>
                  <a:ea typeface="Source Sans Pro" panose="020B0503030403020204" pitchFamily="34" charset="0"/>
                  <a:cs typeface="Calibri Light" panose="020F0302020204030204" pitchFamily="34" charset="0"/>
                </a:defRPr>
              </a:lvl4pPr>
              <a:lvl5pPr marL="582613" indent="-228600">
                <a:lnSpc>
                  <a:spcPct val="110000"/>
                </a:lnSpc>
                <a:spcBef>
                  <a:spcPts val="600"/>
                </a:spcBef>
                <a:spcAft>
                  <a:spcPts val="0"/>
                </a:spcAft>
                <a:buFont typeface="Arial" panose="020B0604020202020204" pitchFamily="34" charset="0"/>
                <a:buChar char="•"/>
                <a:tabLst/>
                <a:defRPr sz="1200" b="0" i="0">
                  <a:latin typeface="Calibri Light" panose="020F0302020204030204" pitchFamily="34" charset="0"/>
                  <a:ea typeface="Source Sans Pro" panose="020B0503030403020204" pitchFamily="34" charset="0"/>
                  <a:cs typeface="Calibri Light" panose="020F0302020204030204" pitchFamily="34" charset="0"/>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gn="r" defTabSz="914282">
                <a:lnSpc>
                  <a:spcPct val="100000"/>
                </a:lnSpc>
                <a:defRPr/>
              </a:pPr>
              <a:r>
                <a:rPr lang="en-US" sz="800">
                  <a:solidFill>
                    <a:schemeClr val="accent1"/>
                  </a:solidFill>
                  <a:latin typeface="Calibri"/>
                </a:rPr>
                <a:t>Coverage and Rating Implementation Agent</a:t>
              </a:r>
            </a:p>
          </p:txBody>
        </p:sp>
        <p:grpSp>
          <p:nvGrpSpPr>
            <p:cNvPr id="30" name="Group 29">
              <a:extLst>
                <a:ext uri="{FF2B5EF4-FFF2-40B4-BE49-F238E27FC236}">
                  <a16:creationId xmlns:a16="http://schemas.microsoft.com/office/drawing/2014/main" id="{916603B6-B9EF-B9B4-0FA1-508BC0D7616A}"/>
                </a:ext>
              </a:extLst>
            </p:cNvPr>
            <p:cNvGrpSpPr/>
            <p:nvPr/>
          </p:nvGrpSpPr>
          <p:grpSpPr>
            <a:xfrm>
              <a:off x="11290635" y="1510805"/>
              <a:ext cx="219461" cy="201168"/>
              <a:chOff x="11301979" y="1423175"/>
              <a:chExt cx="333203" cy="298786"/>
            </a:xfrm>
          </p:grpSpPr>
          <p:grpSp>
            <p:nvGrpSpPr>
              <p:cNvPr id="31" name="Group 30">
                <a:extLst>
                  <a:ext uri="{FF2B5EF4-FFF2-40B4-BE49-F238E27FC236}">
                    <a16:creationId xmlns:a16="http://schemas.microsoft.com/office/drawing/2014/main" id="{09867AC4-F21E-1F30-84DD-881E2D9AE815}"/>
                  </a:ext>
                </a:extLst>
              </p:cNvPr>
              <p:cNvGrpSpPr/>
              <p:nvPr/>
            </p:nvGrpSpPr>
            <p:grpSpPr>
              <a:xfrm>
                <a:off x="11301979" y="1423175"/>
                <a:ext cx="333203" cy="298786"/>
                <a:chOff x="8486950" y="4628122"/>
                <a:chExt cx="409035" cy="366788"/>
              </a:xfrm>
            </p:grpSpPr>
            <p:sp>
              <p:nvSpPr>
                <p:cNvPr id="33" name="Oval 32">
                  <a:extLst>
                    <a:ext uri="{FF2B5EF4-FFF2-40B4-BE49-F238E27FC236}">
                      <a16:creationId xmlns:a16="http://schemas.microsoft.com/office/drawing/2014/main" id="{47A3D21C-19D4-9B54-1596-A767A8D6C997}"/>
                    </a:ext>
                  </a:extLst>
                </p:cNvPr>
                <p:cNvSpPr/>
                <p:nvPr/>
              </p:nvSpPr>
              <p:spPr bwMode="auto">
                <a:xfrm>
                  <a:off x="8515115" y="4665889"/>
                  <a:ext cx="344688" cy="329021"/>
                </a:xfrm>
                <a:prstGeom prst="ellipse">
                  <a:avLst/>
                </a:prstGeom>
                <a:solidFill>
                  <a:schemeClr val="bg2"/>
                </a:solidFill>
                <a:ln>
                  <a:solidFill>
                    <a:schemeClr val="accent3">
                      <a:lumMod val="20000"/>
                      <a:lumOff val="80000"/>
                    </a:schemeClr>
                  </a:solidFill>
                </a:ln>
                <a:effectLst/>
              </p:spPr>
              <p:txBody>
                <a:bodyPr wrap="square" lIns="0" tIns="0" rIns="0" bIns="0" rtlCol="0" anchor="ctr"/>
                <a:lstStyle/>
                <a:p>
                  <a:pPr algn="ctr"/>
                  <a:endParaRPr lang="en-US" sz="2400">
                    <a:solidFill>
                      <a:schemeClr val="accent5"/>
                    </a:solidFill>
                    <a:latin typeface="Calibri Light" panose="020F0302020204030204" pitchFamily="34" charset="0"/>
                    <a:ea typeface="Human Sans ExtraLight" charset="0"/>
                    <a:cs typeface="Human Sans ExtraLight" charset="0"/>
                  </a:endParaRPr>
                </a:p>
              </p:txBody>
            </p:sp>
            <p:cxnSp>
              <p:nvCxnSpPr>
                <p:cNvPr id="34" name="Straight Connector 33">
                  <a:extLst>
                    <a:ext uri="{FF2B5EF4-FFF2-40B4-BE49-F238E27FC236}">
                      <a16:creationId xmlns:a16="http://schemas.microsoft.com/office/drawing/2014/main" id="{1375999B-1833-B88E-BEC3-60C282A23AB1}"/>
                    </a:ext>
                  </a:extLst>
                </p:cNvPr>
                <p:cNvCxnSpPr>
                  <a:cxnSpLocks/>
                  <a:stCxn id="33" idx="1"/>
                </p:cNvCxnSpPr>
                <p:nvPr/>
              </p:nvCxnSpPr>
              <p:spPr>
                <a:xfrm flipH="1" flipV="1">
                  <a:off x="8509994" y="4649246"/>
                  <a:ext cx="55600" cy="64827"/>
                </a:xfrm>
                <a:prstGeom prst="line">
                  <a:avLst/>
                </a:prstGeom>
                <a:ln w="6350">
                  <a:solidFill>
                    <a:schemeClr val="accent3">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4C34E3F1-B822-C223-A5CC-92CDBAA940A1}"/>
                    </a:ext>
                  </a:extLst>
                </p:cNvPr>
                <p:cNvCxnSpPr>
                  <a:cxnSpLocks/>
                  <a:stCxn id="33" idx="7"/>
                </p:cNvCxnSpPr>
                <p:nvPr/>
              </p:nvCxnSpPr>
              <p:spPr>
                <a:xfrm flipV="1">
                  <a:off x="8809325" y="4664609"/>
                  <a:ext cx="54015" cy="49465"/>
                </a:xfrm>
                <a:prstGeom prst="line">
                  <a:avLst/>
                </a:prstGeom>
                <a:ln w="6350">
                  <a:solidFill>
                    <a:schemeClr val="accent3">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36" name="Oval 35">
                  <a:extLst>
                    <a:ext uri="{FF2B5EF4-FFF2-40B4-BE49-F238E27FC236}">
                      <a16:creationId xmlns:a16="http://schemas.microsoft.com/office/drawing/2014/main" id="{3C20C0CE-97E6-1C44-29F5-BD7636D1FA24}"/>
                    </a:ext>
                  </a:extLst>
                </p:cNvPr>
                <p:cNvSpPr/>
                <p:nvPr/>
              </p:nvSpPr>
              <p:spPr bwMode="auto">
                <a:xfrm>
                  <a:off x="8486950" y="4628122"/>
                  <a:ext cx="46088" cy="46088"/>
                </a:xfrm>
                <a:prstGeom prst="ellipse">
                  <a:avLst/>
                </a:prstGeom>
                <a:solidFill>
                  <a:schemeClr val="accent3">
                    <a:lumMod val="40000"/>
                    <a:lumOff val="60000"/>
                  </a:schemeClr>
                </a:solidFill>
                <a:ln>
                  <a:noFill/>
                </a:ln>
                <a:effectLst/>
              </p:spPr>
              <p:txBody>
                <a:bodyPr wrap="square" lIns="0" tIns="0" rIns="0" bIns="0" rtlCol="0" anchor="ctr"/>
                <a:lstStyle/>
                <a:p>
                  <a:pPr algn="ctr"/>
                  <a:endParaRPr lang="en-US" sz="2400">
                    <a:solidFill>
                      <a:schemeClr val="accent5"/>
                    </a:solidFill>
                    <a:latin typeface="Calibri Light" panose="020F0302020204030204" pitchFamily="34" charset="0"/>
                    <a:ea typeface="Human Sans ExtraLight" charset="0"/>
                    <a:cs typeface="Human Sans ExtraLight" charset="0"/>
                  </a:endParaRPr>
                </a:p>
              </p:txBody>
            </p:sp>
            <p:sp>
              <p:nvSpPr>
                <p:cNvPr id="37" name="Oval 36">
                  <a:extLst>
                    <a:ext uri="{FF2B5EF4-FFF2-40B4-BE49-F238E27FC236}">
                      <a16:creationId xmlns:a16="http://schemas.microsoft.com/office/drawing/2014/main" id="{A701883A-4187-9E44-0B72-CAE606E6EA6B}"/>
                    </a:ext>
                  </a:extLst>
                </p:cNvPr>
                <p:cNvSpPr/>
                <p:nvPr/>
              </p:nvSpPr>
              <p:spPr bwMode="auto">
                <a:xfrm>
                  <a:off x="8849897" y="4628122"/>
                  <a:ext cx="46088" cy="46088"/>
                </a:xfrm>
                <a:prstGeom prst="ellipse">
                  <a:avLst/>
                </a:prstGeom>
                <a:solidFill>
                  <a:schemeClr val="accent3">
                    <a:lumMod val="40000"/>
                    <a:lumOff val="60000"/>
                  </a:schemeClr>
                </a:solidFill>
                <a:ln>
                  <a:noFill/>
                </a:ln>
                <a:effectLst/>
              </p:spPr>
              <p:txBody>
                <a:bodyPr wrap="square" lIns="0" tIns="0" rIns="0" bIns="0" rtlCol="0" anchor="ctr"/>
                <a:lstStyle/>
                <a:p>
                  <a:pPr algn="ctr"/>
                  <a:endParaRPr lang="en-US" sz="2400">
                    <a:solidFill>
                      <a:schemeClr val="accent5"/>
                    </a:solidFill>
                    <a:latin typeface="Calibri Light" panose="020F0302020204030204" pitchFamily="34" charset="0"/>
                    <a:ea typeface="Human Sans ExtraLight" charset="0"/>
                    <a:cs typeface="Human Sans ExtraLight" charset="0"/>
                  </a:endParaRPr>
                </a:p>
              </p:txBody>
            </p:sp>
          </p:grpSp>
          <p:pic>
            <p:nvPicPr>
              <p:cNvPr id="32" name="Graphic 31">
                <a:extLst>
                  <a:ext uri="{FF2B5EF4-FFF2-40B4-BE49-F238E27FC236}">
                    <a16:creationId xmlns:a16="http://schemas.microsoft.com/office/drawing/2014/main" id="{416063A0-8BCD-85F0-16A6-510AA650EA97}"/>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11367250" y="1496851"/>
                <a:ext cx="194195" cy="194195"/>
              </a:xfrm>
              <a:prstGeom prst="rect">
                <a:avLst/>
              </a:prstGeom>
            </p:spPr>
          </p:pic>
        </p:grpSp>
      </p:grpSp>
      <p:pic>
        <p:nvPicPr>
          <p:cNvPr id="41" name="Graphic 40">
            <a:extLst>
              <a:ext uri="{FF2B5EF4-FFF2-40B4-BE49-F238E27FC236}">
                <a16:creationId xmlns:a16="http://schemas.microsoft.com/office/drawing/2014/main" id="{F75E0A04-D017-2796-5924-E8C80D1BE5C1}"/>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368179" y="2737552"/>
            <a:ext cx="762000" cy="762000"/>
          </a:xfrm>
          <a:prstGeom prst="rect">
            <a:avLst/>
          </a:prstGeom>
        </p:spPr>
      </p:pic>
      <p:grpSp>
        <p:nvGrpSpPr>
          <p:cNvPr id="42" name="Group 41">
            <a:extLst>
              <a:ext uri="{FF2B5EF4-FFF2-40B4-BE49-F238E27FC236}">
                <a16:creationId xmlns:a16="http://schemas.microsoft.com/office/drawing/2014/main" id="{777A8B5F-943D-455B-FF42-11D1351BF85C}"/>
              </a:ext>
            </a:extLst>
          </p:cNvPr>
          <p:cNvGrpSpPr/>
          <p:nvPr/>
        </p:nvGrpSpPr>
        <p:grpSpPr>
          <a:xfrm>
            <a:off x="4399882" y="4063696"/>
            <a:ext cx="1441538" cy="201168"/>
            <a:chOff x="2906868" y="4268843"/>
            <a:chExt cx="1441538" cy="201168"/>
          </a:xfrm>
        </p:grpSpPr>
        <p:sp>
          <p:nvSpPr>
            <p:cNvPr id="43" name="Text Placeholder 3">
              <a:extLst>
                <a:ext uri="{FF2B5EF4-FFF2-40B4-BE49-F238E27FC236}">
                  <a16:creationId xmlns:a16="http://schemas.microsoft.com/office/drawing/2014/main" id="{47EFCF5E-3448-F5E4-C33A-5CAB7E78F289}"/>
                </a:ext>
              </a:extLst>
            </p:cNvPr>
            <p:cNvSpPr txBox="1">
              <a:spLocks/>
            </p:cNvSpPr>
            <p:nvPr/>
          </p:nvSpPr>
          <p:spPr>
            <a:xfrm>
              <a:off x="2906868" y="4281622"/>
              <a:ext cx="1147436" cy="182881"/>
            </a:xfrm>
            <a:prstGeom prst="rect">
              <a:avLst/>
            </a:prstGeom>
          </p:spPr>
          <p:txBody>
            <a:bodyPr lIns="0" tIns="0" rIns="0" bIns="0" anchor="ctr">
              <a:noAutofit/>
            </a:bodyPr>
            <a:lstStyle>
              <a:defPPr>
                <a:defRPr lang="en-US"/>
              </a:defPPr>
              <a:lvl1pPr marR="0" lvl="0" indent="0" fontAlgn="auto">
                <a:lnSpc>
                  <a:spcPts val="1600"/>
                </a:lnSpc>
                <a:spcBef>
                  <a:spcPts val="0"/>
                </a:spcBef>
                <a:spcAft>
                  <a:spcPts val="0"/>
                </a:spcAft>
                <a:buClrTx/>
                <a:buSzTx/>
                <a:buFont typeface="Arial" panose="020B0604020202020204" pitchFamily="34" charset="0"/>
                <a:buNone/>
                <a:tabLst/>
                <a:defRPr kumimoji="0" sz="1400" b="1" i="0" u="none" strike="noStrike" cap="none" spc="0" normalizeH="0" baseline="0">
                  <a:ln>
                    <a:noFill/>
                  </a:ln>
                  <a:gradFill>
                    <a:gsLst>
                      <a:gs pos="0">
                        <a:schemeClr val="accent2"/>
                      </a:gs>
                      <a:gs pos="34000">
                        <a:schemeClr val="accent2">
                          <a:lumMod val="75000"/>
                        </a:schemeClr>
                      </a:gs>
                      <a:gs pos="99000">
                        <a:schemeClr val="accent4"/>
                      </a:gs>
                    </a:gsLst>
                    <a:lin ang="2400000" scaled="0"/>
                  </a:gradFill>
                  <a:effectLst/>
                  <a:uLnTx/>
                  <a:uFillTx/>
                  <a:latin typeface="Calibri" panose="020F0502020204030204" pitchFamily="34" charset="0"/>
                  <a:ea typeface="Source Sans Pro" panose="020B0503030403020204" pitchFamily="34" charset="0"/>
                  <a:cs typeface="Calibri" panose="020F0502020204030204" pitchFamily="34" charset="0"/>
                </a:defRPr>
              </a:lvl1pPr>
              <a:lvl2pPr marL="6350" indent="0">
                <a:lnSpc>
                  <a:spcPct val="110000"/>
                </a:lnSpc>
                <a:spcBef>
                  <a:spcPts val="600"/>
                </a:spcBef>
                <a:spcAft>
                  <a:spcPts val="0"/>
                </a:spcAft>
                <a:buFont typeface="Arial" panose="020B0604020202020204" pitchFamily="34" charset="0"/>
                <a:buNone/>
                <a:tabLst/>
                <a:defRPr sz="1200" b="0" i="0">
                  <a:latin typeface="Calibri Light" panose="020F0302020204030204" pitchFamily="34" charset="0"/>
                  <a:ea typeface="Source Sans Pro" panose="020B0503030403020204" pitchFamily="34" charset="0"/>
                  <a:cs typeface="Calibri Light" panose="020F0302020204030204" pitchFamily="34" charset="0"/>
                </a:defRPr>
              </a:lvl2pPr>
              <a:lvl3pPr marL="228600" indent="-228600">
                <a:lnSpc>
                  <a:spcPct val="110000"/>
                </a:lnSpc>
                <a:spcBef>
                  <a:spcPts val="600"/>
                </a:spcBef>
                <a:spcAft>
                  <a:spcPts val="0"/>
                </a:spcAft>
                <a:buFont typeface="Arial" panose="020B0604020202020204" pitchFamily="34" charset="0"/>
                <a:buChar char="•"/>
                <a:tabLst/>
                <a:defRPr sz="1200" b="0" i="0">
                  <a:latin typeface="Calibri Light" panose="020F0302020204030204" pitchFamily="34" charset="0"/>
                  <a:ea typeface="Source Sans Pro" panose="020B0503030403020204" pitchFamily="34" charset="0"/>
                  <a:cs typeface="Calibri Light" panose="020F0302020204030204" pitchFamily="34" charset="0"/>
                </a:defRPr>
              </a:lvl3pPr>
              <a:lvl4pPr marL="401638" indent="-228600">
                <a:lnSpc>
                  <a:spcPct val="110000"/>
                </a:lnSpc>
                <a:spcBef>
                  <a:spcPts val="600"/>
                </a:spcBef>
                <a:spcAft>
                  <a:spcPts val="0"/>
                </a:spcAft>
                <a:buFont typeface="Arial" panose="020B0604020202020204" pitchFamily="34" charset="0"/>
                <a:buChar char="•"/>
                <a:tabLst/>
                <a:defRPr sz="1200" b="0" i="0">
                  <a:latin typeface="Calibri Light" panose="020F0302020204030204" pitchFamily="34" charset="0"/>
                  <a:ea typeface="Source Sans Pro" panose="020B0503030403020204" pitchFamily="34" charset="0"/>
                  <a:cs typeface="Calibri Light" panose="020F0302020204030204" pitchFamily="34" charset="0"/>
                </a:defRPr>
              </a:lvl4pPr>
              <a:lvl5pPr marL="582613" indent="-228600">
                <a:lnSpc>
                  <a:spcPct val="110000"/>
                </a:lnSpc>
                <a:spcBef>
                  <a:spcPts val="600"/>
                </a:spcBef>
                <a:spcAft>
                  <a:spcPts val="0"/>
                </a:spcAft>
                <a:buFont typeface="Arial" panose="020B0604020202020204" pitchFamily="34" charset="0"/>
                <a:buChar char="•"/>
                <a:tabLst/>
                <a:defRPr sz="1200" b="0" i="0">
                  <a:latin typeface="Calibri Light" panose="020F0302020204030204" pitchFamily="34" charset="0"/>
                  <a:ea typeface="Source Sans Pro" panose="020B0503030403020204" pitchFamily="34" charset="0"/>
                  <a:cs typeface="Calibri Light" panose="020F0302020204030204" pitchFamily="34" charset="0"/>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gn="r" defTabSz="914282">
                <a:lnSpc>
                  <a:spcPct val="100000"/>
                </a:lnSpc>
                <a:defRPr/>
              </a:pPr>
              <a:r>
                <a:rPr lang="en-US" sz="800">
                  <a:solidFill>
                    <a:schemeClr val="accent1"/>
                  </a:solidFill>
                  <a:latin typeface="Calibri"/>
                </a:rPr>
                <a:t>Test Cases Agent</a:t>
              </a:r>
            </a:p>
          </p:txBody>
        </p:sp>
        <p:grpSp>
          <p:nvGrpSpPr>
            <p:cNvPr id="44" name="Group 43">
              <a:extLst>
                <a:ext uri="{FF2B5EF4-FFF2-40B4-BE49-F238E27FC236}">
                  <a16:creationId xmlns:a16="http://schemas.microsoft.com/office/drawing/2014/main" id="{3AC9B6BE-BC50-9C1D-A0BC-5619D223964D}"/>
                </a:ext>
              </a:extLst>
            </p:cNvPr>
            <p:cNvGrpSpPr/>
            <p:nvPr/>
          </p:nvGrpSpPr>
          <p:grpSpPr>
            <a:xfrm>
              <a:off x="4128945" y="4268843"/>
              <a:ext cx="219461" cy="201168"/>
              <a:chOff x="4128945" y="4268843"/>
              <a:chExt cx="219461" cy="201168"/>
            </a:xfrm>
          </p:grpSpPr>
          <p:grpSp>
            <p:nvGrpSpPr>
              <p:cNvPr id="45" name="Group 44">
                <a:extLst>
                  <a:ext uri="{FF2B5EF4-FFF2-40B4-BE49-F238E27FC236}">
                    <a16:creationId xmlns:a16="http://schemas.microsoft.com/office/drawing/2014/main" id="{403B159A-CAF8-24A9-CF0A-9E89759C06D4}"/>
                  </a:ext>
                </a:extLst>
              </p:cNvPr>
              <p:cNvGrpSpPr/>
              <p:nvPr/>
            </p:nvGrpSpPr>
            <p:grpSpPr>
              <a:xfrm>
                <a:off x="4128945" y="4268843"/>
                <a:ext cx="219461" cy="201168"/>
                <a:chOff x="8486950" y="4628122"/>
                <a:chExt cx="409035" cy="366786"/>
              </a:xfrm>
            </p:grpSpPr>
            <p:sp>
              <p:nvSpPr>
                <p:cNvPr id="47" name="Oval 46">
                  <a:extLst>
                    <a:ext uri="{FF2B5EF4-FFF2-40B4-BE49-F238E27FC236}">
                      <a16:creationId xmlns:a16="http://schemas.microsoft.com/office/drawing/2014/main" id="{F16443B6-5190-55DE-351A-9C27548B3BBE}"/>
                    </a:ext>
                  </a:extLst>
                </p:cNvPr>
                <p:cNvSpPr/>
                <p:nvPr/>
              </p:nvSpPr>
              <p:spPr bwMode="auto">
                <a:xfrm>
                  <a:off x="8515114" y="4665888"/>
                  <a:ext cx="344689" cy="329020"/>
                </a:xfrm>
                <a:prstGeom prst="ellipse">
                  <a:avLst/>
                </a:prstGeom>
                <a:solidFill>
                  <a:schemeClr val="bg2"/>
                </a:solidFill>
                <a:ln>
                  <a:solidFill>
                    <a:schemeClr val="accent3">
                      <a:lumMod val="20000"/>
                      <a:lumOff val="80000"/>
                    </a:schemeClr>
                  </a:solidFill>
                </a:ln>
                <a:effectLst/>
              </p:spPr>
              <p:txBody>
                <a:bodyPr wrap="square" lIns="0" tIns="0" rIns="0" bIns="0" rtlCol="0" anchor="ctr"/>
                <a:lstStyle/>
                <a:p>
                  <a:pPr algn="ctr"/>
                  <a:endParaRPr lang="en-US" sz="2400">
                    <a:solidFill>
                      <a:schemeClr val="accent5"/>
                    </a:solidFill>
                    <a:latin typeface="Calibri Light" panose="020F0302020204030204" pitchFamily="34" charset="0"/>
                    <a:ea typeface="Human Sans ExtraLight" charset="0"/>
                    <a:cs typeface="Human Sans ExtraLight" charset="0"/>
                  </a:endParaRPr>
                </a:p>
              </p:txBody>
            </p:sp>
            <p:cxnSp>
              <p:nvCxnSpPr>
                <p:cNvPr id="48" name="Straight Connector 47">
                  <a:extLst>
                    <a:ext uri="{FF2B5EF4-FFF2-40B4-BE49-F238E27FC236}">
                      <a16:creationId xmlns:a16="http://schemas.microsoft.com/office/drawing/2014/main" id="{5371638D-8039-52ED-1EAC-27FD4542B1D6}"/>
                    </a:ext>
                  </a:extLst>
                </p:cNvPr>
                <p:cNvCxnSpPr>
                  <a:cxnSpLocks/>
                  <a:stCxn id="47" idx="1"/>
                </p:cNvCxnSpPr>
                <p:nvPr/>
              </p:nvCxnSpPr>
              <p:spPr>
                <a:xfrm flipH="1" flipV="1">
                  <a:off x="8509994" y="4649243"/>
                  <a:ext cx="55600" cy="64827"/>
                </a:xfrm>
                <a:prstGeom prst="line">
                  <a:avLst/>
                </a:prstGeom>
                <a:ln w="6350">
                  <a:solidFill>
                    <a:schemeClr val="accent3">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6ABD3A1E-D880-14B9-FD24-9A3DE1C7EDA6}"/>
                    </a:ext>
                  </a:extLst>
                </p:cNvPr>
                <p:cNvCxnSpPr>
                  <a:cxnSpLocks/>
                  <a:stCxn id="47" idx="7"/>
                </p:cNvCxnSpPr>
                <p:nvPr/>
              </p:nvCxnSpPr>
              <p:spPr>
                <a:xfrm flipV="1">
                  <a:off x="8809325" y="4664608"/>
                  <a:ext cx="54015" cy="49466"/>
                </a:xfrm>
                <a:prstGeom prst="line">
                  <a:avLst/>
                </a:prstGeom>
                <a:ln w="6350">
                  <a:solidFill>
                    <a:schemeClr val="accent3">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50" name="Oval 49">
                  <a:extLst>
                    <a:ext uri="{FF2B5EF4-FFF2-40B4-BE49-F238E27FC236}">
                      <a16:creationId xmlns:a16="http://schemas.microsoft.com/office/drawing/2014/main" id="{A0D71A9B-646F-286C-E7F3-730FDF5893D0}"/>
                    </a:ext>
                  </a:extLst>
                </p:cNvPr>
                <p:cNvSpPr/>
                <p:nvPr/>
              </p:nvSpPr>
              <p:spPr bwMode="auto">
                <a:xfrm>
                  <a:off x="8486950" y="4628122"/>
                  <a:ext cx="46088" cy="46088"/>
                </a:xfrm>
                <a:prstGeom prst="ellipse">
                  <a:avLst/>
                </a:prstGeom>
                <a:solidFill>
                  <a:schemeClr val="accent3">
                    <a:lumMod val="40000"/>
                    <a:lumOff val="60000"/>
                  </a:schemeClr>
                </a:solidFill>
                <a:ln>
                  <a:noFill/>
                </a:ln>
                <a:effectLst/>
              </p:spPr>
              <p:txBody>
                <a:bodyPr wrap="square" lIns="0" tIns="0" rIns="0" bIns="0" rtlCol="0" anchor="ctr"/>
                <a:lstStyle/>
                <a:p>
                  <a:pPr algn="ctr"/>
                  <a:endParaRPr lang="en-US" sz="2400">
                    <a:solidFill>
                      <a:schemeClr val="accent5"/>
                    </a:solidFill>
                    <a:latin typeface="Calibri Light" panose="020F0302020204030204" pitchFamily="34" charset="0"/>
                    <a:ea typeface="Human Sans ExtraLight" charset="0"/>
                    <a:cs typeface="Human Sans ExtraLight" charset="0"/>
                  </a:endParaRPr>
                </a:p>
              </p:txBody>
            </p:sp>
            <p:sp>
              <p:nvSpPr>
                <p:cNvPr id="51" name="Oval 50">
                  <a:extLst>
                    <a:ext uri="{FF2B5EF4-FFF2-40B4-BE49-F238E27FC236}">
                      <a16:creationId xmlns:a16="http://schemas.microsoft.com/office/drawing/2014/main" id="{65F61C3B-2541-0634-75B9-0BF0C71E42CE}"/>
                    </a:ext>
                  </a:extLst>
                </p:cNvPr>
                <p:cNvSpPr/>
                <p:nvPr/>
              </p:nvSpPr>
              <p:spPr bwMode="auto">
                <a:xfrm>
                  <a:off x="8849897" y="4628122"/>
                  <a:ext cx="46088" cy="46088"/>
                </a:xfrm>
                <a:prstGeom prst="ellipse">
                  <a:avLst/>
                </a:prstGeom>
                <a:solidFill>
                  <a:schemeClr val="accent3">
                    <a:lumMod val="40000"/>
                    <a:lumOff val="60000"/>
                  </a:schemeClr>
                </a:solidFill>
                <a:ln>
                  <a:noFill/>
                </a:ln>
                <a:effectLst/>
              </p:spPr>
              <p:txBody>
                <a:bodyPr wrap="square" lIns="0" tIns="0" rIns="0" bIns="0" rtlCol="0" anchor="ctr"/>
                <a:lstStyle/>
                <a:p>
                  <a:pPr algn="ctr"/>
                  <a:endParaRPr lang="en-US" sz="2400">
                    <a:solidFill>
                      <a:schemeClr val="accent5"/>
                    </a:solidFill>
                    <a:latin typeface="Calibri Light" panose="020F0302020204030204" pitchFamily="34" charset="0"/>
                    <a:ea typeface="Human Sans ExtraLight" charset="0"/>
                    <a:cs typeface="Human Sans ExtraLight" charset="0"/>
                  </a:endParaRPr>
                </a:p>
              </p:txBody>
            </p:sp>
          </p:grpSp>
          <p:pic>
            <p:nvPicPr>
              <p:cNvPr id="46" name="Graphic 45">
                <a:extLst>
                  <a:ext uri="{FF2B5EF4-FFF2-40B4-BE49-F238E27FC236}">
                    <a16:creationId xmlns:a16="http://schemas.microsoft.com/office/drawing/2014/main" id="{9DE456A7-67BB-B385-B770-B3AA1B0DB8F0}"/>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176924" y="4316260"/>
                <a:ext cx="121212" cy="123908"/>
              </a:xfrm>
              <a:prstGeom prst="rect">
                <a:avLst/>
              </a:prstGeom>
            </p:spPr>
          </p:pic>
        </p:grpSp>
      </p:grpSp>
    </p:spTree>
    <p:extLst>
      <p:ext uri="{BB962C8B-B14F-4D97-AF65-F5344CB8AC3E}">
        <p14:creationId xmlns:p14="http://schemas.microsoft.com/office/powerpoint/2010/main" val="177435428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D4BB42-73DF-0282-CAEA-44A16C7B99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63512A-CD9E-1461-AC25-1CB2C37DF529}"/>
              </a:ext>
            </a:extLst>
          </p:cNvPr>
          <p:cNvSpPr>
            <a:spLocks noGrp="1"/>
          </p:cNvSpPr>
          <p:nvPr>
            <p:ph type="title"/>
          </p:nvPr>
        </p:nvSpPr>
        <p:spPr>
          <a:xfrm>
            <a:off x="457200" y="723900"/>
            <a:ext cx="11274552" cy="457200"/>
          </a:xfrm>
        </p:spPr>
        <p:txBody>
          <a:bodyPr/>
          <a:lstStyle/>
          <a:p>
            <a:r>
              <a:rPr lang="en-US"/>
              <a:t>Projected Road Map</a:t>
            </a:r>
          </a:p>
        </p:txBody>
      </p:sp>
      <p:sp>
        <p:nvSpPr>
          <p:cNvPr id="23" name="Text Placeholder 22">
            <a:extLst>
              <a:ext uri="{FF2B5EF4-FFF2-40B4-BE49-F238E27FC236}">
                <a16:creationId xmlns:a16="http://schemas.microsoft.com/office/drawing/2014/main" id="{E18D1088-ABE4-BC08-91C1-DE45212B980A}"/>
              </a:ext>
            </a:extLst>
          </p:cNvPr>
          <p:cNvSpPr>
            <a:spLocks noGrp="1"/>
          </p:cNvSpPr>
          <p:nvPr>
            <p:ph type="body" sz="quarter" idx="15"/>
          </p:nvPr>
        </p:nvSpPr>
        <p:spPr/>
        <p:txBody>
          <a:bodyPr/>
          <a:lstStyle/>
          <a:p>
            <a:endParaRPr lang="en-US"/>
          </a:p>
        </p:txBody>
      </p:sp>
      <p:graphicFrame>
        <p:nvGraphicFramePr>
          <p:cNvPr id="3" name="Table 2">
            <a:extLst>
              <a:ext uri="{FF2B5EF4-FFF2-40B4-BE49-F238E27FC236}">
                <a16:creationId xmlns:a16="http://schemas.microsoft.com/office/drawing/2014/main" id="{850F5BD4-6A63-EC17-0008-31EB96B455EE}"/>
              </a:ext>
            </a:extLst>
          </p:cNvPr>
          <p:cNvGraphicFramePr>
            <a:graphicFrameLocks noGrp="1"/>
          </p:cNvGraphicFramePr>
          <p:nvPr>
            <p:extLst>
              <p:ext uri="{D42A27DB-BD31-4B8C-83A1-F6EECF244321}">
                <p14:modId xmlns:p14="http://schemas.microsoft.com/office/powerpoint/2010/main" val="2408281856"/>
              </p:ext>
            </p:extLst>
          </p:nvPr>
        </p:nvGraphicFramePr>
        <p:xfrm>
          <a:off x="360947" y="1242172"/>
          <a:ext cx="11444296" cy="4685538"/>
        </p:xfrm>
        <a:graphic>
          <a:graphicData uri="http://schemas.openxmlformats.org/drawingml/2006/table">
            <a:tbl>
              <a:tblPr firstRow="1" bandRow="1">
                <a:tableStyleId>{5C22544A-7EE6-4342-B048-85BDC9FD1C3A}</a:tableStyleId>
              </a:tblPr>
              <a:tblGrid>
                <a:gridCol w="437747">
                  <a:extLst>
                    <a:ext uri="{9D8B030D-6E8A-4147-A177-3AD203B41FA5}">
                      <a16:colId xmlns:a16="http://schemas.microsoft.com/office/drawing/2014/main" val="1356261109"/>
                    </a:ext>
                  </a:extLst>
                </a:gridCol>
                <a:gridCol w="1383797">
                  <a:extLst>
                    <a:ext uri="{9D8B030D-6E8A-4147-A177-3AD203B41FA5}">
                      <a16:colId xmlns:a16="http://schemas.microsoft.com/office/drawing/2014/main" val="3453419202"/>
                    </a:ext>
                  </a:extLst>
                </a:gridCol>
                <a:gridCol w="839765">
                  <a:extLst>
                    <a:ext uri="{9D8B030D-6E8A-4147-A177-3AD203B41FA5}">
                      <a16:colId xmlns:a16="http://schemas.microsoft.com/office/drawing/2014/main" val="1596328973"/>
                    </a:ext>
                  </a:extLst>
                </a:gridCol>
                <a:gridCol w="718466">
                  <a:extLst>
                    <a:ext uri="{9D8B030D-6E8A-4147-A177-3AD203B41FA5}">
                      <a16:colId xmlns:a16="http://schemas.microsoft.com/office/drawing/2014/main" val="4016470246"/>
                    </a:ext>
                  </a:extLst>
                </a:gridCol>
                <a:gridCol w="718466">
                  <a:extLst>
                    <a:ext uri="{9D8B030D-6E8A-4147-A177-3AD203B41FA5}">
                      <a16:colId xmlns:a16="http://schemas.microsoft.com/office/drawing/2014/main" val="571146789"/>
                    </a:ext>
                  </a:extLst>
                </a:gridCol>
                <a:gridCol w="830278">
                  <a:extLst>
                    <a:ext uri="{9D8B030D-6E8A-4147-A177-3AD203B41FA5}">
                      <a16:colId xmlns:a16="http://schemas.microsoft.com/office/drawing/2014/main" val="1146589041"/>
                    </a:ext>
                  </a:extLst>
                </a:gridCol>
                <a:gridCol w="1005840">
                  <a:extLst>
                    <a:ext uri="{9D8B030D-6E8A-4147-A177-3AD203B41FA5}">
                      <a16:colId xmlns:a16="http://schemas.microsoft.com/office/drawing/2014/main" val="3851211289"/>
                    </a:ext>
                  </a:extLst>
                </a:gridCol>
                <a:gridCol w="830278">
                  <a:extLst>
                    <a:ext uri="{9D8B030D-6E8A-4147-A177-3AD203B41FA5}">
                      <a16:colId xmlns:a16="http://schemas.microsoft.com/office/drawing/2014/main" val="1232069641"/>
                    </a:ext>
                  </a:extLst>
                </a:gridCol>
                <a:gridCol w="645772">
                  <a:extLst>
                    <a:ext uri="{9D8B030D-6E8A-4147-A177-3AD203B41FA5}">
                      <a16:colId xmlns:a16="http://schemas.microsoft.com/office/drawing/2014/main" val="2822265337"/>
                    </a:ext>
                  </a:extLst>
                </a:gridCol>
                <a:gridCol w="718466">
                  <a:extLst>
                    <a:ext uri="{9D8B030D-6E8A-4147-A177-3AD203B41FA5}">
                      <a16:colId xmlns:a16="http://schemas.microsoft.com/office/drawing/2014/main" val="736363190"/>
                    </a:ext>
                  </a:extLst>
                </a:gridCol>
                <a:gridCol w="738025">
                  <a:extLst>
                    <a:ext uri="{9D8B030D-6E8A-4147-A177-3AD203B41FA5}">
                      <a16:colId xmlns:a16="http://schemas.microsoft.com/office/drawing/2014/main" val="2904901737"/>
                    </a:ext>
                  </a:extLst>
                </a:gridCol>
                <a:gridCol w="645772">
                  <a:extLst>
                    <a:ext uri="{9D8B030D-6E8A-4147-A177-3AD203B41FA5}">
                      <a16:colId xmlns:a16="http://schemas.microsoft.com/office/drawing/2014/main" val="1925105409"/>
                    </a:ext>
                  </a:extLst>
                </a:gridCol>
                <a:gridCol w="645772">
                  <a:extLst>
                    <a:ext uri="{9D8B030D-6E8A-4147-A177-3AD203B41FA5}">
                      <a16:colId xmlns:a16="http://schemas.microsoft.com/office/drawing/2014/main" val="485259207"/>
                    </a:ext>
                  </a:extLst>
                </a:gridCol>
                <a:gridCol w="645772">
                  <a:extLst>
                    <a:ext uri="{9D8B030D-6E8A-4147-A177-3AD203B41FA5}">
                      <a16:colId xmlns:a16="http://schemas.microsoft.com/office/drawing/2014/main" val="2501177788"/>
                    </a:ext>
                  </a:extLst>
                </a:gridCol>
                <a:gridCol w="640080">
                  <a:extLst>
                    <a:ext uri="{9D8B030D-6E8A-4147-A177-3AD203B41FA5}">
                      <a16:colId xmlns:a16="http://schemas.microsoft.com/office/drawing/2014/main" val="2609162024"/>
                    </a:ext>
                  </a:extLst>
                </a:gridCol>
              </a:tblGrid>
              <a:tr h="0">
                <a:tc>
                  <a:txBody>
                    <a:bodyPr/>
                    <a:lstStyle/>
                    <a:p>
                      <a:endParaRPr lang="en-US" sz="1000">
                        <a:latin typeface="+mn-lt"/>
                      </a:endParaRPr>
                    </a:p>
                  </a:txBody>
                  <a:tcPr marL="76200" marR="76200" marT="38100" marB="381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0">
                        <a:latin typeface="+mn-lt"/>
                      </a:endParaRPr>
                    </a:p>
                  </a:txBody>
                  <a:tcPr marL="76200" marR="76200" marT="38100" marB="381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000" b="0">
                          <a:latin typeface="+mn-lt"/>
                        </a:rPr>
                        <a:t>Mar ‘26</a:t>
                      </a:r>
                    </a:p>
                  </a:txBody>
                  <a:tcPr marL="76200" marR="76200" marT="38100" marB="38100" anchor="ctr">
                    <a:lnL w="12700" cap="flat" cmpd="sng" algn="ctr">
                      <a:noFill/>
                      <a:prstDash val="solid"/>
                      <a:round/>
                      <a:headEnd type="none" w="med" len="med"/>
                      <a:tailEnd type="none" w="med" len="med"/>
                    </a:lnL>
                    <a:lnR w="9525"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ctr"/>
                      <a:r>
                        <a:rPr lang="en-US" sz="1000" b="0">
                          <a:latin typeface="+mn-lt"/>
                        </a:rPr>
                        <a:t>Apr ‘26</a:t>
                      </a:r>
                      <a:endParaRPr lang="en-US" sz="1500" b="0">
                        <a:latin typeface="+mn-lt"/>
                      </a:endParaRPr>
                    </a:p>
                  </a:txBody>
                  <a:tcPr marL="76200" marR="76200" marT="38100" marB="381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ctr"/>
                      <a:r>
                        <a:rPr lang="en-US" sz="1000" b="0">
                          <a:latin typeface="+mn-lt"/>
                        </a:rPr>
                        <a:t>May ‘26</a:t>
                      </a:r>
                    </a:p>
                  </a:txBody>
                  <a:tcPr marL="76200" marR="76200" marT="38100" marB="381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ctr"/>
                      <a:r>
                        <a:rPr lang="en-US" sz="1000" b="0">
                          <a:latin typeface="+mn-lt"/>
                        </a:rPr>
                        <a:t>Jun ‘26</a:t>
                      </a:r>
                    </a:p>
                  </a:txBody>
                  <a:tcPr marL="76200" marR="76200" marT="38100" marB="381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ctr"/>
                      <a:r>
                        <a:rPr lang="en-US" sz="1000" b="0">
                          <a:latin typeface="+mn-lt"/>
                        </a:rPr>
                        <a:t>Jul ‘26</a:t>
                      </a:r>
                    </a:p>
                  </a:txBody>
                  <a:tcPr marL="76200" marR="76200" marT="38100" marB="381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ctr"/>
                      <a:r>
                        <a:rPr lang="en-US" sz="1000" b="0">
                          <a:latin typeface="+mn-lt"/>
                        </a:rPr>
                        <a:t>Aug ‘26</a:t>
                      </a:r>
                    </a:p>
                  </a:txBody>
                  <a:tcPr marL="76200" marR="76200" marT="38100" marB="381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ctr"/>
                      <a:r>
                        <a:rPr lang="en-US" sz="1000" b="0">
                          <a:latin typeface="+mn-lt"/>
                        </a:rPr>
                        <a:t>Sep ‘26</a:t>
                      </a:r>
                    </a:p>
                  </a:txBody>
                  <a:tcPr marL="76200" marR="76200" marT="38100" marB="381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ctr"/>
                      <a:r>
                        <a:rPr lang="en-US" sz="1000" b="0">
                          <a:latin typeface="+mn-lt"/>
                        </a:rPr>
                        <a:t>Oct ‘26</a:t>
                      </a:r>
                    </a:p>
                  </a:txBody>
                  <a:tcPr marL="76200" marR="76200" marT="38100" marB="381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ctr"/>
                      <a:r>
                        <a:rPr lang="en-US" sz="1000" b="0">
                          <a:latin typeface="+mn-lt"/>
                        </a:rPr>
                        <a:t>Nov ‘26</a:t>
                      </a:r>
                    </a:p>
                  </a:txBody>
                  <a:tcPr marL="76200" marR="76200" marT="38100" marB="381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ctr"/>
                      <a:r>
                        <a:rPr lang="en-US" sz="1000" b="0">
                          <a:latin typeface="+mn-lt"/>
                        </a:rPr>
                        <a:t>Dec ‘26</a:t>
                      </a:r>
                    </a:p>
                  </a:txBody>
                  <a:tcPr marL="76200" marR="76200" marT="38100" marB="381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ctr"/>
                      <a:r>
                        <a:rPr lang="en-US" sz="1000" b="0">
                          <a:latin typeface="+mn-lt"/>
                        </a:rPr>
                        <a:t>Jan ‘27</a:t>
                      </a:r>
                    </a:p>
                  </a:txBody>
                  <a:tcPr marL="76200" marR="76200" marT="38100" marB="381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ctr"/>
                      <a:r>
                        <a:rPr lang="en-US" sz="1000" b="0">
                          <a:latin typeface="+mn-lt"/>
                        </a:rPr>
                        <a:t>Feb ‘27</a:t>
                      </a:r>
                    </a:p>
                  </a:txBody>
                  <a:tcPr marL="76200" marR="76200" marT="38100" marB="381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ctr"/>
                      <a:r>
                        <a:rPr lang="en-US" sz="1000" b="0">
                          <a:latin typeface="+mn-lt"/>
                        </a:rPr>
                        <a:t>Mar ‘27</a:t>
                      </a:r>
                    </a:p>
                  </a:txBody>
                  <a:tcPr marL="76200" marR="76200" marT="38100" marB="38100" anchor="ctr">
                    <a:lnL w="9525"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solidFill>
                  </a:tcPr>
                </a:tc>
                <a:extLst>
                  <a:ext uri="{0D108BD9-81ED-4DB2-BD59-A6C34878D82A}">
                    <a16:rowId xmlns:a16="http://schemas.microsoft.com/office/drawing/2014/main" val="3246703851"/>
                  </a:ext>
                </a:extLst>
              </a:tr>
              <a:tr h="0">
                <a:tc rowSpan="6">
                  <a:txBody>
                    <a:bodyPr/>
                    <a:lstStyle/>
                    <a:p>
                      <a:pPr algn="ctr"/>
                      <a:r>
                        <a:rPr lang="en-US" sz="1000" b="0" i="1">
                          <a:latin typeface="+mn-lt"/>
                        </a:rPr>
                        <a:t>Products enablement</a:t>
                      </a:r>
                    </a:p>
                  </a:txBody>
                  <a:tcPr marL="0" marR="0" marT="0" marB="0" vert="vert27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9E1FE"/>
                    </a:solidFill>
                  </a:tcPr>
                </a:tc>
                <a:tc>
                  <a:txBody>
                    <a:bodyPr/>
                    <a:lstStyle/>
                    <a:p>
                      <a:r>
                        <a:rPr lang="en-US" sz="1000" b="1">
                          <a:latin typeface="+mn-lt"/>
                        </a:rPr>
                        <a:t>SV G1,G2,G4 states R1 </a:t>
                      </a:r>
                    </a:p>
                  </a:txBody>
                  <a:tcPr marL="76200" marR="76200" marT="38100" marB="381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sz="1000">
                        <a:latin typeface="+mn-lt"/>
                      </a:endParaRPr>
                    </a:p>
                  </a:txBody>
                  <a:tcPr marL="76200" marR="76200" marT="38100" marB="38100" anchor="ctr">
                    <a:lnL w="12700" cap="flat" cmpd="sng" algn="ctr">
                      <a:noFill/>
                      <a:prstDash val="solid"/>
                      <a:round/>
                      <a:headEnd type="none" w="med" len="med"/>
                      <a:tailEnd type="none" w="med" len="med"/>
                    </a:lnL>
                    <a:lnR w="9525" cap="flat" cmpd="sng" algn="ctr">
                      <a:solidFill>
                        <a:schemeClr val="bg1">
                          <a:lumMod val="95000"/>
                        </a:schemeClr>
                      </a:solid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00A705"/>
                    </a:solidFill>
                  </a:tcPr>
                </a:tc>
                <a:tc>
                  <a:txBody>
                    <a:bodyPr/>
                    <a:lstStyle/>
                    <a:p>
                      <a:endParaRPr lang="en-US" sz="1000">
                        <a:latin typeface="+mn-lt"/>
                      </a:endParaRPr>
                    </a:p>
                  </a:txBody>
                  <a:tcPr marL="76200" marR="76200" marT="38100" marB="38100" anchor="ctr">
                    <a:lnL w="9525" cap="flat" cmpd="sng" algn="ctr">
                      <a:solidFill>
                        <a:schemeClr val="bg1">
                          <a:lumMod val="95000"/>
                        </a:schemeClr>
                      </a:solidFill>
                      <a:prstDash val="solid"/>
                      <a:round/>
                      <a:headEnd type="none" w="med" len="med"/>
                      <a:tailEnd type="none" w="med" len="med"/>
                    </a:lnL>
                    <a:lnR w="9525" cap="flat" cmpd="sng" algn="ctr">
                      <a:solidFill>
                        <a:schemeClr val="bg1">
                          <a:lumMod val="95000"/>
                        </a:schemeClr>
                      </a:solid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00A705"/>
                    </a:solidFill>
                  </a:tcPr>
                </a:tc>
                <a:tc>
                  <a:txBody>
                    <a:bodyPr/>
                    <a:lstStyle/>
                    <a:p>
                      <a:endParaRPr lang="en-US" sz="1000">
                        <a:latin typeface="+mn-lt"/>
                      </a:endParaRPr>
                    </a:p>
                  </a:txBody>
                  <a:tcPr marL="76200" marR="76200" marT="38100" marB="38100" anchor="ctr">
                    <a:lnL w="9525" cap="flat" cmpd="sng" algn="ctr">
                      <a:solidFill>
                        <a:schemeClr val="bg1">
                          <a:lumMod val="95000"/>
                        </a:schemeClr>
                      </a:solidFill>
                      <a:prstDash val="solid"/>
                      <a:round/>
                      <a:headEnd type="none" w="med" len="med"/>
                      <a:tailEnd type="none" w="med" len="med"/>
                    </a:lnL>
                    <a:lnR w="9525" cap="flat" cmpd="sng" algn="ctr">
                      <a:solidFill>
                        <a:schemeClr val="bg1">
                          <a:lumMod val="95000"/>
                        </a:schemeClr>
                      </a:solid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00A705"/>
                    </a:solidFill>
                  </a:tcPr>
                </a:tc>
                <a:tc>
                  <a:txBody>
                    <a:bodyPr/>
                    <a:lstStyle/>
                    <a:p>
                      <a:endParaRPr lang="en-US" sz="1000">
                        <a:latin typeface="+mn-lt"/>
                      </a:endParaRPr>
                    </a:p>
                  </a:txBody>
                  <a:tcPr marL="76200" marR="76200" marT="38100" marB="38100" anchor="ctr">
                    <a:lnL w="9525" cap="flat" cmpd="sng" algn="ctr">
                      <a:solidFill>
                        <a:schemeClr val="bg1">
                          <a:lumMod val="95000"/>
                        </a:schemeClr>
                      </a:solidFill>
                      <a:prstDash val="solid"/>
                      <a:round/>
                      <a:headEnd type="none" w="med" len="med"/>
                      <a:tailEnd type="none" w="med" len="med"/>
                    </a:lnL>
                    <a:lnR w="9525" cap="flat" cmpd="sng" algn="ctr">
                      <a:solidFill>
                        <a:schemeClr val="bg1">
                          <a:lumMod val="95000"/>
                        </a:schemeClr>
                      </a:solid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00A705"/>
                    </a:solidFill>
                  </a:tcPr>
                </a:tc>
                <a:tc>
                  <a:txBody>
                    <a:bodyPr/>
                    <a:lstStyle/>
                    <a:p>
                      <a:endParaRPr lang="en-US" sz="1000">
                        <a:latin typeface="+mn-lt"/>
                      </a:endParaRPr>
                    </a:p>
                  </a:txBody>
                  <a:tcPr marL="76200" marR="76200" marT="38100" marB="38100" anchor="ctr">
                    <a:lnL w="9525" cap="flat" cmpd="sng" algn="ctr">
                      <a:solidFill>
                        <a:schemeClr val="bg1">
                          <a:lumMod val="95000"/>
                        </a:schemeClr>
                      </a:solidFill>
                      <a:prstDash val="solid"/>
                      <a:round/>
                      <a:headEnd type="none" w="med" len="med"/>
                      <a:tailEnd type="none" w="med" len="med"/>
                    </a:lnL>
                    <a:lnR w="9525" cap="flat" cmpd="sng" algn="ctr">
                      <a:solidFill>
                        <a:schemeClr val="bg1">
                          <a:lumMod val="95000"/>
                        </a:schemeClr>
                      </a:solid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00A725"/>
                    </a:solidFill>
                  </a:tcPr>
                </a:tc>
                <a:tc>
                  <a:txBody>
                    <a:bodyPr/>
                    <a:lstStyle/>
                    <a:p>
                      <a:endParaRPr lang="en-US" sz="1000">
                        <a:latin typeface="+mn-lt"/>
                      </a:endParaRPr>
                    </a:p>
                  </a:txBody>
                  <a:tcPr marL="76200" marR="76200" marT="38100" marB="38100" anchor="ctr">
                    <a:lnL w="9525" cap="flat" cmpd="sng" algn="ctr">
                      <a:solidFill>
                        <a:schemeClr val="bg1">
                          <a:lumMod val="95000"/>
                        </a:schemeClr>
                      </a:solidFill>
                      <a:prstDash val="solid"/>
                      <a:round/>
                      <a:headEnd type="none" w="med" len="med"/>
                      <a:tailEnd type="none" w="med" len="med"/>
                    </a:lnL>
                    <a:lnR w="9525" cap="flat" cmpd="sng" algn="ctr">
                      <a:solidFill>
                        <a:schemeClr val="bg1">
                          <a:lumMod val="95000"/>
                        </a:schemeClr>
                      </a:solid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0">
                        <a:latin typeface="+mn-lt"/>
                      </a:endParaRPr>
                    </a:p>
                  </a:txBody>
                  <a:tcPr marL="76200" marR="76200" marT="38100" marB="38100" anchor="ctr">
                    <a:lnL w="9525" cap="flat" cmpd="sng" algn="ctr">
                      <a:solidFill>
                        <a:schemeClr val="bg1">
                          <a:lumMod val="95000"/>
                        </a:schemeClr>
                      </a:solidFill>
                      <a:prstDash val="solid"/>
                      <a:round/>
                      <a:headEnd type="none" w="med" len="med"/>
                      <a:tailEnd type="none" w="med" len="med"/>
                    </a:lnL>
                    <a:lnR w="9525" cap="flat" cmpd="sng" algn="ctr">
                      <a:solidFill>
                        <a:schemeClr val="bg1">
                          <a:lumMod val="95000"/>
                        </a:schemeClr>
                      </a:solid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0">
                        <a:latin typeface="+mn-lt"/>
                      </a:endParaRPr>
                    </a:p>
                  </a:txBody>
                  <a:tcPr marL="76200" marR="76200" marT="38100" marB="38100" anchor="ctr">
                    <a:lnL w="9525" cap="flat" cmpd="sng" algn="ctr">
                      <a:solidFill>
                        <a:schemeClr val="bg1">
                          <a:lumMod val="95000"/>
                        </a:schemeClr>
                      </a:solidFill>
                      <a:prstDash val="solid"/>
                      <a:round/>
                      <a:headEnd type="none" w="med" len="med"/>
                      <a:tailEnd type="none" w="med" len="med"/>
                    </a:lnL>
                    <a:lnR w="9525" cap="flat" cmpd="sng" algn="ctr">
                      <a:solidFill>
                        <a:schemeClr val="bg1">
                          <a:lumMod val="95000"/>
                        </a:schemeClr>
                      </a:solid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0">
                        <a:latin typeface="+mn-lt"/>
                      </a:endParaRPr>
                    </a:p>
                  </a:txBody>
                  <a:tcPr marL="76200" marR="76200" marT="38100" marB="38100" anchor="ctr">
                    <a:lnL w="9525" cap="flat" cmpd="sng" algn="ctr">
                      <a:solidFill>
                        <a:schemeClr val="bg1">
                          <a:lumMod val="95000"/>
                        </a:schemeClr>
                      </a:solidFill>
                      <a:prstDash val="solid"/>
                      <a:round/>
                      <a:headEnd type="none" w="med" len="med"/>
                      <a:tailEnd type="none" w="med" len="med"/>
                    </a:lnL>
                    <a:lnR w="9525" cap="flat" cmpd="sng" algn="ctr">
                      <a:solidFill>
                        <a:schemeClr val="bg1">
                          <a:lumMod val="95000"/>
                        </a:schemeClr>
                      </a:solid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0">
                        <a:latin typeface="+mn-lt"/>
                      </a:endParaRPr>
                    </a:p>
                  </a:txBody>
                  <a:tcPr marL="76200" marR="76200" marT="38100" marB="38100" anchor="ctr">
                    <a:lnL w="9525" cap="flat" cmpd="sng" algn="ctr">
                      <a:solidFill>
                        <a:schemeClr val="bg1">
                          <a:lumMod val="95000"/>
                        </a:schemeClr>
                      </a:solidFill>
                      <a:prstDash val="solid"/>
                      <a:round/>
                      <a:headEnd type="none" w="med" len="med"/>
                      <a:tailEnd type="none" w="med" len="med"/>
                    </a:lnL>
                    <a:lnR w="9525" cap="flat" cmpd="sng" algn="ctr">
                      <a:solidFill>
                        <a:schemeClr val="bg1">
                          <a:lumMod val="95000"/>
                        </a:schemeClr>
                      </a:solid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0">
                        <a:latin typeface="+mn-lt"/>
                      </a:endParaRPr>
                    </a:p>
                  </a:txBody>
                  <a:tcPr marL="76200" marR="76200" marT="38100" marB="38100" anchor="ctr">
                    <a:lnL w="9525" cap="flat" cmpd="sng" algn="ctr">
                      <a:solidFill>
                        <a:schemeClr val="bg1">
                          <a:lumMod val="95000"/>
                        </a:schemeClr>
                      </a:solidFill>
                      <a:prstDash val="solid"/>
                      <a:round/>
                      <a:headEnd type="none" w="med" len="med"/>
                      <a:tailEnd type="none" w="med" len="med"/>
                    </a:lnL>
                    <a:lnR w="9525" cap="flat" cmpd="sng" algn="ctr">
                      <a:solidFill>
                        <a:schemeClr val="bg1">
                          <a:lumMod val="95000"/>
                        </a:schemeClr>
                      </a:solid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0">
                        <a:latin typeface="+mn-lt"/>
                      </a:endParaRPr>
                    </a:p>
                  </a:txBody>
                  <a:tcPr marL="76200" marR="76200" marT="38100" marB="38100" anchor="ctr">
                    <a:lnL w="9525" cap="flat" cmpd="sng" algn="ctr">
                      <a:solidFill>
                        <a:schemeClr val="bg1">
                          <a:lumMod val="95000"/>
                        </a:schemeClr>
                      </a:solidFill>
                      <a:prstDash val="solid"/>
                      <a:round/>
                      <a:headEnd type="none" w="med" len="med"/>
                      <a:tailEnd type="none" w="med" len="med"/>
                    </a:lnL>
                    <a:lnR w="9525" cap="flat" cmpd="sng" algn="ctr">
                      <a:solidFill>
                        <a:schemeClr val="bg1">
                          <a:lumMod val="95000"/>
                        </a:schemeClr>
                      </a:solid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0">
                        <a:latin typeface="+mn-lt"/>
                      </a:endParaRPr>
                    </a:p>
                  </a:txBody>
                  <a:tcPr marL="76200" marR="76200" marT="38100" marB="38100" anchor="ctr">
                    <a:lnL w="9525" cap="flat" cmpd="sng" algn="ctr">
                      <a:solidFill>
                        <a:schemeClr val="bg1">
                          <a:lumMod val="9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76372876"/>
                  </a:ext>
                </a:extLst>
              </a:tr>
              <a:tr h="0">
                <a:tc vMerge="1">
                  <a:txBody>
                    <a:bodyPr/>
                    <a:lstStyle/>
                    <a:p>
                      <a:endParaRPr lang="en-US" sz="1200"/>
                    </a:p>
                  </a:txBody>
                  <a:tcPr/>
                </a:tc>
                <a:tc>
                  <a:txBody>
                    <a:bodyPr/>
                    <a:lstStyle/>
                    <a:p>
                      <a:r>
                        <a:rPr lang="en-US" sz="1000" b="1">
                          <a:latin typeface="+mn-lt"/>
                        </a:rPr>
                        <a:t>SV G3 states (R2)</a:t>
                      </a:r>
                    </a:p>
                  </a:txBody>
                  <a:tcPr marL="76200" marR="76200" marT="38100" marB="381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sz="1000">
                        <a:latin typeface="+mn-lt"/>
                      </a:endParaRPr>
                    </a:p>
                  </a:txBody>
                  <a:tcPr marL="76200" marR="76200" marT="38100" marB="38100" anchor="ctr">
                    <a:lnL w="12700" cap="flat" cmpd="sng" algn="ctr">
                      <a:noFill/>
                      <a:prstDash val="solid"/>
                      <a:round/>
                      <a:headEnd type="none" w="med" len="med"/>
                      <a:tailEnd type="none" w="med" len="med"/>
                    </a:lnL>
                    <a:lnR w="9525" cap="flat" cmpd="sng" algn="ctr">
                      <a:solidFill>
                        <a:schemeClr val="bg1">
                          <a:lumMod val="95000"/>
                        </a:schemeClr>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a:latin typeface="+mn-lt"/>
                      </a:endParaRPr>
                    </a:p>
                  </a:txBody>
                  <a:tcPr marL="76200" marR="76200" marT="38100" marB="38100" anchor="ctr">
                    <a:lnL w="9525" cap="flat" cmpd="sng" algn="ctr">
                      <a:solidFill>
                        <a:schemeClr val="bg1">
                          <a:lumMod val="95000"/>
                        </a:schemeClr>
                      </a:solidFill>
                      <a:prstDash val="solid"/>
                      <a:round/>
                      <a:headEnd type="none" w="med" len="med"/>
                      <a:tailEnd type="none" w="med" len="med"/>
                    </a:lnL>
                    <a:lnR w="9525" cap="flat" cmpd="sng" algn="ctr">
                      <a:solidFill>
                        <a:schemeClr val="bg1">
                          <a:lumMod val="95000"/>
                        </a:schemeClr>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a:latin typeface="+mn-lt"/>
                      </a:endParaRPr>
                    </a:p>
                  </a:txBody>
                  <a:tcPr marL="76200" marR="76200" marT="38100" marB="38100" anchor="ctr">
                    <a:lnL w="9525" cap="flat" cmpd="sng" algn="ctr">
                      <a:solidFill>
                        <a:schemeClr val="bg1">
                          <a:lumMod val="95000"/>
                        </a:schemeClr>
                      </a:solidFill>
                      <a:prstDash val="solid"/>
                      <a:round/>
                      <a:headEnd type="none" w="med" len="med"/>
                      <a:tailEnd type="none" w="med" len="med"/>
                    </a:lnL>
                    <a:lnR w="9525" cap="flat" cmpd="sng" algn="ctr">
                      <a:solidFill>
                        <a:schemeClr val="bg1">
                          <a:lumMod val="95000"/>
                        </a:schemeClr>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00A725"/>
                    </a:solidFill>
                  </a:tcPr>
                </a:tc>
                <a:tc>
                  <a:txBody>
                    <a:bodyPr/>
                    <a:lstStyle/>
                    <a:p>
                      <a:endParaRPr lang="en-US" sz="1000">
                        <a:latin typeface="+mn-lt"/>
                      </a:endParaRPr>
                    </a:p>
                  </a:txBody>
                  <a:tcPr marL="76200" marR="76200" marT="38100" marB="38100" anchor="ctr">
                    <a:lnL w="9525" cap="flat" cmpd="sng" algn="ctr">
                      <a:solidFill>
                        <a:schemeClr val="bg1">
                          <a:lumMod val="95000"/>
                        </a:schemeClr>
                      </a:solidFill>
                      <a:prstDash val="solid"/>
                      <a:round/>
                      <a:headEnd type="none" w="med" len="med"/>
                      <a:tailEnd type="none" w="med" len="med"/>
                    </a:lnL>
                    <a:lnR w="9525" cap="flat" cmpd="sng" algn="ctr">
                      <a:solidFill>
                        <a:schemeClr val="bg1">
                          <a:lumMod val="95000"/>
                        </a:schemeClr>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00A725"/>
                    </a:solidFill>
                  </a:tcPr>
                </a:tc>
                <a:tc>
                  <a:txBody>
                    <a:bodyPr/>
                    <a:lstStyle/>
                    <a:p>
                      <a:endParaRPr lang="en-US" sz="1000">
                        <a:latin typeface="+mn-lt"/>
                      </a:endParaRPr>
                    </a:p>
                  </a:txBody>
                  <a:tcPr marL="76200" marR="76200" marT="38100" marB="38100" anchor="ctr">
                    <a:lnL w="9525" cap="flat" cmpd="sng" algn="ctr">
                      <a:solidFill>
                        <a:schemeClr val="bg1">
                          <a:lumMod val="95000"/>
                        </a:schemeClr>
                      </a:solidFill>
                      <a:prstDash val="solid"/>
                      <a:round/>
                      <a:headEnd type="none" w="med" len="med"/>
                      <a:tailEnd type="none" w="med" len="med"/>
                    </a:lnL>
                    <a:lnR w="9525" cap="flat" cmpd="sng" algn="ctr">
                      <a:solidFill>
                        <a:schemeClr val="bg1">
                          <a:lumMod val="95000"/>
                        </a:schemeClr>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00A725"/>
                    </a:solidFill>
                  </a:tcPr>
                </a:tc>
                <a:tc>
                  <a:txBody>
                    <a:bodyPr/>
                    <a:lstStyle/>
                    <a:p>
                      <a:endParaRPr lang="en-US" sz="1000">
                        <a:latin typeface="+mn-lt"/>
                      </a:endParaRPr>
                    </a:p>
                  </a:txBody>
                  <a:tcPr marL="76200" marR="76200" marT="38100" marB="38100" anchor="ctr">
                    <a:lnL w="9525" cap="flat" cmpd="sng" algn="ctr">
                      <a:solidFill>
                        <a:schemeClr val="bg1">
                          <a:lumMod val="95000"/>
                        </a:schemeClr>
                      </a:solidFill>
                      <a:prstDash val="solid"/>
                      <a:round/>
                      <a:headEnd type="none" w="med" len="med"/>
                      <a:tailEnd type="none" w="med" len="med"/>
                    </a:lnL>
                    <a:lnR w="9525" cap="flat" cmpd="sng" algn="ctr">
                      <a:solidFill>
                        <a:schemeClr val="bg1">
                          <a:lumMod val="95000"/>
                        </a:schemeClr>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endParaRPr lang="en-US" sz="1000">
                        <a:latin typeface="+mn-lt"/>
                      </a:endParaRPr>
                    </a:p>
                  </a:txBody>
                  <a:tcPr marL="76200" marR="76200" marT="38100" marB="38100" anchor="ctr">
                    <a:lnL w="9525" cap="flat" cmpd="sng" algn="ctr">
                      <a:solidFill>
                        <a:schemeClr val="bg1">
                          <a:lumMod val="95000"/>
                        </a:schemeClr>
                      </a:solidFill>
                      <a:prstDash val="solid"/>
                      <a:round/>
                      <a:headEnd type="none" w="med" len="med"/>
                      <a:tailEnd type="none" w="med" len="med"/>
                    </a:lnL>
                    <a:lnR w="9525" cap="flat" cmpd="sng" algn="ctr">
                      <a:solidFill>
                        <a:schemeClr val="bg1">
                          <a:lumMod val="95000"/>
                        </a:schemeClr>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endParaRPr lang="en-US" sz="1000">
                        <a:latin typeface="+mn-lt"/>
                      </a:endParaRPr>
                    </a:p>
                  </a:txBody>
                  <a:tcPr marL="76200" marR="76200" marT="38100" marB="38100" anchor="ctr">
                    <a:lnL w="9525" cap="flat" cmpd="sng" algn="ctr">
                      <a:solidFill>
                        <a:schemeClr val="bg1">
                          <a:lumMod val="95000"/>
                        </a:schemeClr>
                      </a:solidFill>
                      <a:prstDash val="solid"/>
                      <a:round/>
                      <a:headEnd type="none" w="med" len="med"/>
                      <a:tailEnd type="none" w="med" len="med"/>
                    </a:lnL>
                    <a:lnR w="9525" cap="flat" cmpd="sng" algn="ctr">
                      <a:solidFill>
                        <a:schemeClr val="bg1">
                          <a:lumMod val="95000"/>
                        </a:schemeClr>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a:latin typeface="+mn-lt"/>
                      </a:endParaRPr>
                    </a:p>
                  </a:txBody>
                  <a:tcPr marL="76200" marR="76200" marT="38100" marB="38100" anchor="ctr">
                    <a:lnL w="9525" cap="flat" cmpd="sng" algn="ctr">
                      <a:solidFill>
                        <a:schemeClr val="bg1">
                          <a:lumMod val="95000"/>
                        </a:schemeClr>
                      </a:solidFill>
                      <a:prstDash val="solid"/>
                      <a:round/>
                      <a:headEnd type="none" w="med" len="med"/>
                      <a:tailEnd type="none" w="med" len="med"/>
                    </a:lnL>
                    <a:lnR w="9525" cap="flat" cmpd="sng" algn="ctr">
                      <a:solidFill>
                        <a:schemeClr val="bg1">
                          <a:lumMod val="95000"/>
                        </a:schemeClr>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a:latin typeface="+mn-lt"/>
                      </a:endParaRPr>
                    </a:p>
                  </a:txBody>
                  <a:tcPr marL="76200" marR="76200" marT="38100" marB="38100" anchor="ctr">
                    <a:lnL w="9525" cap="flat" cmpd="sng" algn="ctr">
                      <a:solidFill>
                        <a:schemeClr val="bg1">
                          <a:lumMod val="95000"/>
                        </a:schemeClr>
                      </a:solidFill>
                      <a:prstDash val="solid"/>
                      <a:round/>
                      <a:headEnd type="none" w="med" len="med"/>
                      <a:tailEnd type="none" w="med" len="med"/>
                    </a:lnL>
                    <a:lnR w="9525" cap="flat" cmpd="sng" algn="ctr">
                      <a:solidFill>
                        <a:schemeClr val="bg1">
                          <a:lumMod val="95000"/>
                        </a:schemeClr>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a:latin typeface="+mn-lt"/>
                      </a:endParaRPr>
                    </a:p>
                  </a:txBody>
                  <a:tcPr marL="76200" marR="76200" marT="38100" marB="38100" anchor="ctr">
                    <a:lnL w="9525" cap="flat" cmpd="sng" algn="ctr">
                      <a:solidFill>
                        <a:schemeClr val="bg1">
                          <a:lumMod val="95000"/>
                        </a:schemeClr>
                      </a:solidFill>
                      <a:prstDash val="solid"/>
                      <a:round/>
                      <a:headEnd type="none" w="med" len="med"/>
                      <a:tailEnd type="none" w="med" len="med"/>
                    </a:lnL>
                    <a:lnR w="9525" cap="flat" cmpd="sng" algn="ctr">
                      <a:solidFill>
                        <a:schemeClr val="bg1">
                          <a:lumMod val="95000"/>
                        </a:schemeClr>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a:latin typeface="+mn-lt"/>
                      </a:endParaRPr>
                    </a:p>
                  </a:txBody>
                  <a:tcPr marL="76200" marR="76200" marT="38100" marB="38100" anchor="ctr">
                    <a:lnL w="9525" cap="flat" cmpd="sng" algn="ctr">
                      <a:solidFill>
                        <a:schemeClr val="bg1">
                          <a:lumMod val="95000"/>
                        </a:schemeClr>
                      </a:solidFill>
                      <a:prstDash val="solid"/>
                      <a:round/>
                      <a:headEnd type="none" w="med" len="med"/>
                      <a:tailEnd type="none" w="med" len="med"/>
                    </a:lnL>
                    <a:lnR w="9525" cap="flat" cmpd="sng" algn="ctr">
                      <a:solidFill>
                        <a:schemeClr val="bg1">
                          <a:lumMod val="95000"/>
                        </a:schemeClr>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0">
                        <a:latin typeface="+mn-lt"/>
                      </a:endParaRPr>
                    </a:p>
                  </a:txBody>
                  <a:tcPr marL="76200" marR="76200" marT="38100" marB="38100" anchor="ctr">
                    <a:lnL w="9525" cap="flat" cmpd="sng" algn="ctr">
                      <a:solidFill>
                        <a:schemeClr val="bg1">
                          <a:lumMod val="9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285748607"/>
                  </a:ext>
                </a:extLst>
              </a:tr>
              <a:tr h="0">
                <a:tc vMerge="1">
                  <a:txBody>
                    <a:bodyPr/>
                    <a:lstStyle/>
                    <a:p>
                      <a:endParaRPr lang="en-US" sz="1200"/>
                    </a:p>
                  </a:txBody>
                  <a:tcPr/>
                </a:tc>
                <a:tc>
                  <a:txBody>
                    <a:bodyPr/>
                    <a:lstStyle/>
                    <a:p>
                      <a:r>
                        <a:rPr lang="en-US" sz="1000" b="1">
                          <a:latin typeface="+mn-lt"/>
                        </a:rPr>
                        <a:t>SV  G5+G6 states (R3)</a:t>
                      </a:r>
                    </a:p>
                  </a:txBody>
                  <a:tcPr marL="76200" marR="76200" marT="38100" marB="381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sz="1000">
                        <a:latin typeface="+mn-lt"/>
                      </a:endParaRPr>
                    </a:p>
                  </a:txBody>
                  <a:tcPr marL="76200" marR="76200" marT="38100" marB="38100" anchor="ctr">
                    <a:lnL w="12700" cap="flat" cmpd="sng" algn="ctr">
                      <a:noFill/>
                      <a:prstDash val="solid"/>
                      <a:round/>
                      <a:headEnd type="none" w="med" len="med"/>
                      <a:tailEnd type="none" w="med" len="med"/>
                    </a:lnL>
                    <a:lnR w="9525" cap="flat" cmpd="sng" algn="ctr">
                      <a:solidFill>
                        <a:schemeClr val="bg1">
                          <a:lumMod val="95000"/>
                        </a:schemeClr>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a:latin typeface="+mn-lt"/>
                      </a:endParaRPr>
                    </a:p>
                  </a:txBody>
                  <a:tcPr marL="76200" marR="76200" marT="38100" marB="38100" anchor="ctr">
                    <a:lnL w="9525" cap="flat" cmpd="sng" algn="ctr">
                      <a:solidFill>
                        <a:schemeClr val="bg1">
                          <a:lumMod val="95000"/>
                        </a:schemeClr>
                      </a:solidFill>
                      <a:prstDash val="solid"/>
                      <a:round/>
                      <a:headEnd type="none" w="med" len="med"/>
                      <a:tailEnd type="none" w="med" len="med"/>
                    </a:lnL>
                    <a:lnR w="9525" cap="flat" cmpd="sng" algn="ctr">
                      <a:solidFill>
                        <a:schemeClr val="bg1">
                          <a:lumMod val="95000"/>
                        </a:schemeClr>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a:latin typeface="+mn-lt"/>
                      </a:endParaRPr>
                    </a:p>
                  </a:txBody>
                  <a:tcPr marL="76200" marR="76200" marT="38100" marB="38100" anchor="ctr">
                    <a:lnL w="9525" cap="flat" cmpd="sng" algn="ctr">
                      <a:solidFill>
                        <a:schemeClr val="bg1">
                          <a:lumMod val="95000"/>
                        </a:schemeClr>
                      </a:solidFill>
                      <a:prstDash val="solid"/>
                      <a:round/>
                      <a:headEnd type="none" w="med" len="med"/>
                      <a:tailEnd type="none" w="med" len="med"/>
                    </a:lnL>
                    <a:lnR w="9525" cap="flat" cmpd="sng" algn="ctr">
                      <a:solidFill>
                        <a:schemeClr val="bg1">
                          <a:lumMod val="95000"/>
                        </a:schemeClr>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a:latin typeface="+mn-lt"/>
                      </a:endParaRPr>
                    </a:p>
                  </a:txBody>
                  <a:tcPr marL="76200" marR="76200" marT="38100" marB="38100" anchor="ctr">
                    <a:lnL w="9525" cap="flat" cmpd="sng" algn="ctr">
                      <a:solidFill>
                        <a:schemeClr val="bg1">
                          <a:lumMod val="95000"/>
                        </a:schemeClr>
                      </a:solidFill>
                      <a:prstDash val="solid"/>
                      <a:round/>
                      <a:headEnd type="none" w="med" len="med"/>
                      <a:tailEnd type="none" w="med" len="med"/>
                    </a:lnL>
                    <a:lnR w="9525" cap="flat" cmpd="sng" algn="ctr">
                      <a:solidFill>
                        <a:schemeClr val="bg1">
                          <a:lumMod val="95000"/>
                        </a:schemeClr>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a:latin typeface="+mn-lt"/>
                      </a:endParaRPr>
                    </a:p>
                  </a:txBody>
                  <a:tcPr marL="76200" marR="76200" marT="38100" marB="38100" anchor="ctr">
                    <a:lnL w="9525" cap="flat" cmpd="sng" algn="ctr">
                      <a:solidFill>
                        <a:schemeClr val="bg1">
                          <a:lumMod val="95000"/>
                        </a:schemeClr>
                      </a:solidFill>
                      <a:prstDash val="solid"/>
                      <a:round/>
                      <a:headEnd type="none" w="med" len="med"/>
                      <a:tailEnd type="none" w="med" len="med"/>
                    </a:lnL>
                    <a:lnR w="9525" cap="flat" cmpd="sng" algn="ctr">
                      <a:solidFill>
                        <a:schemeClr val="bg1">
                          <a:lumMod val="95000"/>
                        </a:schemeClr>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a:latin typeface="+mn-lt"/>
                      </a:endParaRPr>
                    </a:p>
                  </a:txBody>
                  <a:tcPr marL="76200" marR="76200" marT="38100" marB="38100" anchor="ctr">
                    <a:lnL w="9525" cap="flat" cmpd="sng" algn="ctr">
                      <a:solidFill>
                        <a:schemeClr val="bg1">
                          <a:lumMod val="95000"/>
                        </a:schemeClr>
                      </a:solidFill>
                      <a:prstDash val="solid"/>
                      <a:round/>
                      <a:headEnd type="none" w="med" len="med"/>
                      <a:tailEnd type="none" w="med" len="med"/>
                    </a:lnL>
                    <a:lnR w="9525" cap="flat" cmpd="sng" algn="ctr">
                      <a:solidFill>
                        <a:schemeClr val="bg1">
                          <a:lumMod val="95000"/>
                        </a:schemeClr>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00A725"/>
                    </a:solidFill>
                  </a:tcPr>
                </a:tc>
                <a:tc>
                  <a:txBody>
                    <a:bodyPr/>
                    <a:lstStyle/>
                    <a:p>
                      <a:endParaRPr lang="en-US" sz="1000">
                        <a:latin typeface="+mn-lt"/>
                      </a:endParaRPr>
                    </a:p>
                  </a:txBody>
                  <a:tcPr marL="76200" marR="76200" marT="38100" marB="38100" anchor="ctr">
                    <a:lnL w="9525" cap="flat" cmpd="sng" algn="ctr">
                      <a:solidFill>
                        <a:schemeClr val="bg1">
                          <a:lumMod val="95000"/>
                        </a:schemeClr>
                      </a:solidFill>
                      <a:prstDash val="solid"/>
                      <a:round/>
                      <a:headEnd type="none" w="med" len="med"/>
                      <a:tailEnd type="none" w="med" len="med"/>
                    </a:lnL>
                    <a:lnR w="9525" cap="flat" cmpd="sng" algn="ctr">
                      <a:solidFill>
                        <a:schemeClr val="bg1">
                          <a:lumMod val="95000"/>
                        </a:schemeClr>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00A725"/>
                    </a:solidFill>
                  </a:tcPr>
                </a:tc>
                <a:tc>
                  <a:txBody>
                    <a:bodyPr/>
                    <a:lstStyle/>
                    <a:p>
                      <a:endParaRPr lang="en-US" sz="1000">
                        <a:latin typeface="+mn-lt"/>
                      </a:endParaRPr>
                    </a:p>
                  </a:txBody>
                  <a:tcPr marL="76200" marR="76200" marT="38100" marB="38100" anchor="ctr">
                    <a:lnL w="9525" cap="flat" cmpd="sng" algn="ctr">
                      <a:solidFill>
                        <a:schemeClr val="bg1">
                          <a:lumMod val="95000"/>
                        </a:schemeClr>
                      </a:solidFill>
                      <a:prstDash val="solid"/>
                      <a:round/>
                      <a:headEnd type="none" w="med" len="med"/>
                      <a:tailEnd type="none" w="med" len="med"/>
                    </a:lnL>
                    <a:lnR w="9525" cap="flat" cmpd="sng" algn="ctr">
                      <a:solidFill>
                        <a:schemeClr val="bg1">
                          <a:lumMod val="95000"/>
                        </a:schemeClr>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00A725"/>
                    </a:solidFill>
                  </a:tcPr>
                </a:tc>
                <a:tc>
                  <a:txBody>
                    <a:bodyPr/>
                    <a:lstStyle/>
                    <a:p>
                      <a:endParaRPr lang="en-US" sz="1000">
                        <a:latin typeface="+mn-lt"/>
                      </a:endParaRPr>
                    </a:p>
                  </a:txBody>
                  <a:tcPr marL="76200" marR="76200" marT="38100" marB="38100" anchor="ctr">
                    <a:lnL w="9525" cap="flat" cmpd="sng" algn="ctr">
                      <a:solidFill>
                        <a:schemeClr val="bg1">
                          <a:lumMod val="95000"/>
                        </a:schemeClr>
                      </a:solidFill>
                      <a:prstDash val="solid"/>
                      <a:round/>
                      <a:headEnd type="none" w="med" len="med"/>
                      <a:tailEnd type="none" w="med" len="med"/>
                    </a:lnL>
                    <a:lnR w="9525" cap="flat" cmpd="sng" algn="ctr">
                      <a:solidFill>
                        <a:schemeClr val="bg1">
                          <a:lumMod val="95000"/>
                        </a:schemeClr>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00A725"/>
                    </a:solidFill>
                  </a:tcPr>
                </a:tc>
                <a:tc>
                  <a:txBody>
                    <a:bodyPr/>
                    <a:lstStyle/>
                    <a:p>
                      <a:endParaRPr lang="en-US" sz="1000">
                        <a:latin typeface="+mn-lt"/>
                      </a:endParaRPr>
                    </a:p>
                  </a:txBody>
                  <a:tcPr marL="76200" marR="76200" marT="38100" marB="38100" anchor="ctr">
                    <a:lnL w="9525" cap="flat" cmpd="sng" algn="ctr">
                      <a:solidFill>
                        <a:schemeClr val="bg1">
                          <a:lumMod val="95000"/>
                        </a:schemeClr>
                      </a:solidFill>
                      <a:prstDash val="solid"/>
                      <a:round/>
                      <a:headEnd type="none" w="med" len="med"/>
                      <a:tailEnd type="none" w="med" len="med"/>
                    </a:lnL>
                    <a:lnR w="9525" cap="flat" cmpd="sng" algn="ctr">
                      <a:solidFill>
                        <a:schemeClr val="bg1">
                          <a:lumMod val="95000"/>
                        </a:schemeClr>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endParaRPr lang="en-US" sz="1000">
                        <a:latin typeface="+mn-lt"/>
                      </a:endParaRPr>
                    </a:p>
                  </a:txBody>
                  <a:tcPr marL="76200" marR="76200" marT="38100" marB="38100" anchor="ctr">
                    <a:lnL w="9525" cap="flat" cmpd="sng" algn="ctr">
                      <a:solidFill>
                        <a:schemeClr val="bg1">
                          <a:lumMod val="95000"/>
                        </a:schemeClr>
                      </a:solidFill>
                      <a:prstDash val="solid"/>
                      <a:round/>
                      <a:headEnd type="none" w="med" len="med"/>
                      <a:tailEnd type="none" w="med" len="med"/>
                    </a:lnL>
                    <a:lnR w="9525" cap="flat" cmpd="sng" algn="ctr">
                      <a:solidFill>
                        <a:schemeClr val="bg1">
                          <a:lumMod val="95000"/>
                        </a:schemeClr>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endParaRPr lang="en-US" sz="1000">
                        <a:latin typeface="+mn-lt"/>
                      </a:endParaRPr>
                    </a:p>
                  </a:txBody>
                  <a:tcPr marL="76200" marR="76200" marT="38100" marB="38100" anchor="ctr">
                    <a:lnL w="9525" cap="flat" cmpd="sng" algn="ctr">
                      <a:solidFill>
                        <a:schemeClr val="bg1">
                          <a:lumMod val="95000"/>
                        </a:schemeClr>
                      </a:solidFill>
                      <a:prstDash val="solid"/>
                      <a:round/>
                      <a:headEnd type="none" w="med" len="med"/>
                      <a:tailEnd type="none" w="med" len="med"/>
                    </a:lnL>
                    <a:lnR w="9525" cap="flat" cmpd="sng" algn="ctr">
                      <a:solidFill>
                        <a:schemeClr val="bg1">
                          <a:lumMod val="95000"/>
                        </a:schemeClr>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a:latin typeface="+mn-lt"/>
                      </a:endParaRPr>
                    </a:p>
                  </a:txBody>
                  <a:tcPr marL="76200" marR="76200" marT="38100" marB="38100" anchor="ctr">
                    <a:lnL w="9525" cap="flat" cmpd="sng" algn="ctr">
                      <a:solidFill>
                        <a:schemeClr val="bg1">
                          <a:lumMod val="9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61519720"/>
                  </a:ext>
                </a:extLst>
              </a:tr>
              <a:tr h="0">
                <a:tc vMerge="1">
                  <a:txBody>
                    <a:bodyPr/>
                    <a:lstStyle/>
                    <a:p>
                      <a:endParaRPr lang="en-US" sz="1200"/>
                    </a:p>
                  </a:txBody>
                  <a:tcPr/>
                </a:tc>
                <a:tc>
                  <a:txBody>
                    <a:bodyPr/>
                    <a:lstStyle/>
                    <a:p>
                      <a:r>
                        <a:rPr lang="en-US" sz="1000" b="1">
                          <a:latin typeface="+mn-lt"/>
                        </a:rPr>
                        <a:t>A&amp;H PAS</a:t>
                      </a:r>
                    </a:p>
                  </a:txBody>
                  <a:tcPr marL="76200" marR="76200" marT="38100" marB="381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sz="1000">
                        <a:latin typeface="+mn-lt"/>
                      </a:endParaRPr>
                    </a:p>
                  </a:txBody>
                  <a:tcPr marL="76200" marR="76200" marT="38100" marB="38100" anchor="ctr">
                    <a:lnL w="12700" cap="flat" cmpd="sng" algn="ctr">
                      <a:noFill/>
                      <a:prstDash val="solid"/>
                      <a:round/>
                      <a:headEnd type="none" w="med" len="med"/>
                      <a:tailEnd type="none" w="med" len="med"/>
                    </a:lnL>
                    <a:lnR w="9525" cap="flat" cmpd="sng" algn="ctr">
                      <a:solidFill>
                        <a:schemeClr val="bg1">
                          <a:lumMod val="95000"/>
                        </a:schemeClr>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00A725"/>
                    </a:solidFill>
                  </a:tcPr>
                </a:tc>
                <a:tc>
                  <a:txBody>
                    <a:bodyPr/>
                    <a:lstStyle/>
                    <a:p>
                      <a:endParaRPr lang="en-US" sz="1000">
                        <a:latin typeface="+mn-lt"/>
                      </a:endParaRPr>
                    </a:p>
                  </a:txBody>
                  <a:tcPr marL="76200" marR="76200" marT="38100" marB="38100" anchor="ctr">
                    <a:lnL w="9525" cap="flat" cmpd="sng" algn="ctr">
                      <a:solidFill>
                        <a:schemeClr val="bg1">
                          <a:lumMod val="95000"/>
                        </a:schemeClr>
                      </a:solidFill>
                      <a:prstDash val="solid"/>
                      <a:round/>
                      <a:headEnd type="none" w="med" len="med"/>
                      <a:tailEnd type="none" w="med" len="med"/>
                    </a:lnL>
                    <a:lnR w="9525" cap="flat" cmpd="sng" algn="ctr">
                      <a:solidFill>
                        <a:schemeClr val="bg1">
                          <a:lumMod val="95000"/>
                        </a:schemeClr>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00A725"/>
                    </a:solidFill>
                  </a:tcPr>
                </a:tc>
                <a:tc>
                  <a:txBody>
                    <a:bodyPr/>
                    <a:lstStyle/>
                    <a:p>
                      <a:endParaRPr lang="en-US" sz="1000">
                        <a:latin typeface="+mn-lt"/>
                      </a:endParaRPr>
                    </a:p>
                  </a:txBody>
                  <a:tcPr marL="76200" marR="76200" marT="38100" marB="38100" anchor="ctr">
                    <a:lnL w="9525" cap="flat" cmpd="sng" algn="ctr">
                      <a:solidFill>
                        <a:schemeClr val="bg1">
                          <a:lumMod val="95000"/>
                        </a:schemeClr>
                      </a:solidFill>
                      <a:prstDash val="solid"/>
                      <a:round/>
                      <a:headEnd type="none" w="med" len="med"/>
                      <a:tailEnd type="none" w="med" len="med"/>
                    </a:lnL>
                    <a:lnR w="9525" cap="flat" cmpd="sng" algn="ctr">
                      <a:solidFill>
                        <a:schemeClr val="bg1">
                          <a:lumMod val="95000"/>
                        </a:schemeClr>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00A725"/>
                    </a:solidFill>
                  </a:tcPr>
                </a:tc>
                <a:tc>
                  <a:txBody>
                    <a:bodyPr/>
                    <a:lstStyle/>
                    <a:p>
                      <a:endParaRPr lang="en-US" sz="1000">
                        <a:latin typeface="+mn-lt"/>
                      </a:endParaRPr>
                    </a:p>
                  </a:txBody>
                  <a:tcPr marL="76200" marR="76200" marT="38100" marB="38100" anchor="ctr">
                    <a:lnL w="9525" cap="flat" cmpd="sng" algn="ctr">
                      <a:solidFill>
                        <a:schemeClr val="bg1">
                          <a:lumMod val="95000"/>
                        </a:schemeClr>
                      </a:solidFill>
                      <a:prstDash val="solid"/>
                      <a:round/>
                      <a:headEnd type="none" w="med" len="med"/>
                      <a:tailEnd type="none" w="med" len="med"/>
                    </a:lnL>
                    <a:lnR w="9525" cap="flat" cmpd="sng" algn="ctr">
                      <a:solidFill>
                        <a:schemeClr val="bg1">
                          <a:lumMod val="95000"/>
                        </a:schemeClr>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0">
                        <a:latin typeface="+mn-lt"/>
                      </a:endParaRPr>
                    </a:p>
                  </a:txBody>
                  <a:tcPr marL="76200" marR="76200" marT="38100" marB="38100" anchor="ctr">
                    <a:lnL w="9525" cap="flat" cmpd="sng" algn="ctr">
                      <a:solidFill>
                        <a:schemeClr val="bg1">
                          <a:lumMod val="95000"/>
                        </a:schemeClr>
                      </a:solidFill>
                      <a:prstDash val="solid"/>
                      <a:round/>
                      <a:headEnd type="none" w="med" len="med"/>
                      <a:tailEnd type="none" w="med" len="med"/>
                    </a:lnL>
                    <a:lnR w="9525" cap="flat" cmpd="sng" algn="ctr">
                      <a:solidFill>
                        <a:schemeClr val="bg1">
                          <a:lumMod val="95000"/>
                        </a:schemeClr>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a:latin typeface="+mn-lt"/>
                      </a:endParaRPr>
                    </a:p>
                  </a:txBody>
                  <a:tcPr marL="76200" marR="76200" marT="38100" marB="38100" anchor="ctr">
                    <a:lnL w="9525" cap="flat" cmpd="sng" algn="ctr">
                      <a:solidFill>
                        <a:schemeClr val="bg1">
                          <a:lumMod val="95000"/>
                        </a:schemeClr>
                      </a:solidFill>
                      <a:prstDash val="solid"/>
                      <a:round/>
                      <a:headEnd type="none" w="med" len="med"/>
                      <a:tailEnd type="none" w="med" len="med"/>
                    </a:lnL>
                    <a:lnR w="9525" cap="flat" cmpd="sng" algn="ctr">
                      <a:solidFill>
                        <a:schemeClr val="bg1">
                          <a:lumMod val="95000"/>
                        </a:schemeClr>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a:latin typeface="+mn-lt"/>
                      </a:endParaRPr>
                    </a:p>
                  </a:txBody>
                  <a:tcPr marL="76200" marR="76200" marT="38100" marB="38100" anchor="ctr">
                    <a:lnL w="9525" cap="flat" cmpd="sng" algn="ctr">
                      <a:solidFill>
                        <a:schemeClr val="bg1">
                          <a:lumMod val="95000"/>
                        </a:schemeClr>
                      </a:solidFill>
                      <a:prstDash val="solid"/>
                      <a:round/>
                      <a:headEnd type="none" w="med" len="med"/>
                      <a:tailEnd type="none" w="med" len="med"/>
                    </a:lnL>
                    <a:lnR w="9525" cap="flat" cmpd="sng" algn="ctr">
                      <a:solidFill>
                        <a:schemeClr val="bg1">
                          <a:lumMod val="95000"/>
                        </a:schemeClr>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a:latin typeface="+mn-lt"/>
                      </a:endParaRPr>
                    </a:p>
                  </a:txBody>
                  <a:tcPr marL="76200" marR="76200" marT="38100" marB="38100" anchor="ctr">
                    <a:lnL w="9525" cap="flat" cmpd="sng" algn="ctr">
                      <a:solidFill>
                        <a:schemeClr val="bg1">
                          <a:lumMod val="95000"/>
                        </a:schemeClr>
                      </a:solidFill>
                      <a:prstDash val="solid"/>
                      <a:round/>
                      <a:headEnd type="none" w="med" len="med"/>
                      <a:tailEnd type="none" w="med" len="med"/>
                    </a:lnL>
                    <a:lnR w="9525" cap="flat" cmpd="sng" algn="ctr">
                      <a:solidFill>
                        <a:schemeClr val="bg1">
                          <a:lumMod val="95000"/>
                        </a:schemeClr>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a:latin typeface="+mn-lt"/>
                      </a:endParaRPr>
                    </a:p>
                  </a:txBody>
                  <a:tcPr marL="76200" marR="76200" marT="38100" marB="38100" anchor="ctr">
                    <a:lnL w="9525" cap="flat" cmpd="sng" algn="ctr">
                      <a:solidFill>
                        <a:schemeClr val="bg1">
                          <a:lumMod val="95000"/>
                        </a:schemeClr>
                      </a:solidFill>
                      <a:prstDash val="solid"/>
                      <a:round/>
                      <a:headEnd type="none" w="med" len="med"/>
                      <a:tailEnd type="none" w="med" len="med"/>
                    </a:lnL>
                    <a:lnR w="9525" cap="flat" cmpd="sng" algn="ctr">
                      <a:solidFill>
                        <a:schemeClr val="bg1">
                          <a:lumMod val="95000"/>
                        </a:schemeClr>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a:latin typeface="+mn-lt"/>
                      </a:endParaRPr>
                    </a:p>
                  </a:txBody>
                  <a:tcPr marL="76200" marR="76200" marT="38100" marB="38100" anchor="ctr">
                    <a:lnL w="9525" cap="flat" cmpd="sng" algn="ctr">
                      <a:solidFill>
                        <a:schemeClr val="bg1">
                          <a:lumMod val="95000"/>
                        </a:schemeClr>
                      </a:solidFill>
                      <a:prstDash val="solid"/>
                      <a:round/>
                      <a:headEnd type="none" w="med" len="med"/>
                      <a:tailEnd type="none" w="med" len="med"/>
                    </a:lnL>
                    <a:lnR w="9525" cap="flat" cmpd="sng" algn="ctr">
                      <a:solidFill>
                        <a:schemeClr val="bg1">
                          <a:lumMod val="95000"/>
                        </a:schemeClr>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a:latin typeface="+mn-lt"/>
                      </a:endParaRPr>
                    </a:p>
                  </a:txBody>
                  <a:tcPr marL="76200" marR="76200" marT="38100" marB="38100" anchor="ctr">
                    <a:lnL w="9525" cap="flat" cmpd="sng" algn="ctr">
                      <a:solidFill>
                        <a:schemeClr val="bg1">
                          <a:lumMod val="95000"/>
                        </a:schemeClr>
                      </a:solidFill>
                      <a:prstDash val="solid"/>
                      <a:round/>
                      <a:headEnd type="none" w="med" len="med"/>
                      <a:tailEnd type="none" w="med" len="med"/>
                    </a:lnL>
                    <a:lnR w="9525" cap="flat" cmpd="sng" algn="ctr">
                      <a:solidFill>
                        <a:schemeClr val="bg1">
                          <a:lumMod val="95000"/>
                        </a:schemeClr>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a:latin typeface="+mn-lt"/>
                      </a:endParaRPr>
                    </a:p>
                  </a:txBody>
                  <a:tcPr marL="76200" marR="76200" marT="38100" marB="38100" anchor="ctr">
                    <a:lnL w="9525" cap="flat" cmpd="sng" algn="ctr">
                      <a:solidFill>
                        <a:schemeClr val="bg1">
                          <a:lumMod val="95000"/>
                        </a:schemeClr>
                      </a:solidFill>
                      <a:prstDash val="solid"/>
                      <a:round/>
                      <a:headEnd type="none" w="med" len="med"/>
                      <a:tailEnd type="none" w="med" len="med"/>
                    </a:lnL>
                    <a:lnR w="9525" cap="flat" cmpd="sng" algn="ctr">
                      <a:solidFill>
                        <a:schemeClr val="bg1">
                          <a:lumMod val="95000"/>
                        </a:schemeClr>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a:latin typeface="+mn-lt"/>
                      </a:endParaRPr>
                    </a:p>
                  </a:txBody>
                  <a:tcPr marL="76200" marR="76200" marT="38100" marB="38100" anchor="ctr">
                    <a:lnL w="9525" cap="flat" cmpd="sng" algn="ctr">
                      <a:solidFill>
                        <a:schemeClr val="bg1">
                          <a:lumMod val="9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927730745"/>
                  </a:ext>
                </a:extLst>
              </a:tr>
              <a:tr h="0">
                <a:tc vMerge="1">
                  <a:txBody>
                    <a:bodyPr/>
                    <a:lstStyle/>
                    <a:p>
                      <a:endParaRPr lang="en-US"/>
                    </a:p>
                  </a:txBody>
                  <a:tcPr/>
                </a:tc>
                <a:tc>
                  <a:txBody>
                    <a:bodyPr/>
                    <a:lstStyle/>
                    <a:p>
                      <a:r>
                        <a:rPr lang="ru-RU" sz="1000" b="1">
                          <a:latin typeface="+mn-lt"/>
                        </a:rPr>
                        <a:t>СС</a:t>
                      </a:r>
                      <a:r>
                        <a:rPr lang="pl-PL" sz="1000" b="1">
                          <a:latin typeface="+mn-lt"/>
                        </a:rPr>
                        <a:t>D</a:t>
                      </a:r>
                      <a:endParaRPr lang="en-US" sz="1000" b="1">
                        <a:latin typeface="+mn-lt"/>
                      </a:endParaRPr>
                    </a:p>
                  </a:txBody>
                  <a:tcPr marL="76200" marR="76200" marT="38100" marB="381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sz="1000">
                        <a:latin typeface="+mn-lt"/>
                      </a:endParaRPr>
                    </a:p>
                  </a:txBody>
                  <a:tcPr marL="76200" marR="76200" marT="38100" marB="38100" anchor="ctr">
                    <a:lnL w="12700" cap="flat" cmpd="sng" algn="ctr">
                      <a:noFill/>
                      <a:prstDash val="solid"/>
                      <a:round/>
                      <a:headEnd type="none" w="med" len="med"/>
                      <a:tailEnd type="none" w="med" len="med"/>
                    </a:lnL>
                    <a:lnR w="9525" cap="flat" cmpd="sng" algn="ctr">
                      <a:solidFill>
                        <a:schemeClr val="bg1">
                          <a:lumMod val="95000"/>
                        </a:schemeClr>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0">
                        <a:highlight>
                          <a:srgbClr val="FFFF00"/>
                        </a:highlight>
                        <a:latin typeface="+mn-lt"/>
                      </a:endParaRPr>
                    </a:p>
                  </a:txBody>
                  <a:tcPr marL="76200" marR="76200" marT="38100" marB="38100" anchor="ctr">
                    <a:lnL w="9525" cap="flat" cmpd="sng" algn="ctr">
                      <a:solidFill>
                        <a:schemeClr val="bg1">
                          <a:lumMod val="95000"/>
                        </a:schemeClr>
                      </a:solidFill>
                      <a:prstDash val="solid"/>
                      <a:round/>
                      <a:headEnd type="none" w="med" len="med"/>
                      <a:tailEnd type="none" w="med" len="med"/>
                    </a:lnL>
                    <a:lnR w="9525" cap="flat" cmpd="sng" algn="ctr">
                      <a:solidFill>
                        <a:schemeClr val="bg1">
                          <a:lumMod val="95000"/>
                        </a:schemeClr>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CB3E01"/>
                    </a:solidFill>
                  </a:tcPr>
                </a:tc>
                <a:tc>
                  <a:txBody>
                    <a:bodyPr/>
                    <a:lstStyle/>
                    <a:p>
                      <a:endParaRPr lang="en-US" sz="1000">
                        <a:highlight>
                          <a:srgbClr val="FFFF00"/>
                        </a:highlight>
                        <a:latin typeface="+mn-lt"/>
                      </a:endParaRPr>
                    </a:p>
                  </a:txBody>
                  <a:tcPr marL="76200" marR="76200" marT="38100" marB="38100" anchor="ctr">
                    <a:lnL w="9525" cap="flat" cmpd="sng" algn="ctr">
                      <a:solidFill>
                        <a:schemeClr val="bg1">
                          <a:lumMod val="95000"/>
                        </a:schemeClr>
                      </a:solidFill>
                      <a:prstDash val="solid"/>
                      <a:round/>
                      <a:headEnd type="none" w="med" len="med"/>
                      <a:tailEnd type="none" w="med" len="med"/>
                    </a:lnL>
                    <a:lnR w="9525" cap="flat" cmpd="sng" algn="ctr">
                      <a:solidFill>
                        <a:schemeClr val="bg1">
                          <a:lumMod val="95000"/>
                        </a:schemeClr>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CB3E01"/>
                    </a:solidFill>
                  </a:tcPr>
                </a:tc>
                <a:tc>
                  <a:txBody>
                    <a:bodyPr/>
                    <a:lstStyle/>
                    <a:p>
                      <a:endParaRPr lang="en-US" sz="1000">
                        <a:highlight>
                          <a:srgbClr val="FFFF00"/>
                        </a:highlight>
                        <a:latin typeface="+mn-lt"/>
                      </a:endParaRPr>
                    </a:p>
                  </a:txBody>
                  <a:tcPr marL="76200" marR="76200" marT="38100" marB="38100" anchor="ctr">
                    <a:lnL w="9525" cap="flat" cmpd="sng" algn="ctr">
                      <a:solidFill>
                        <a:schemeClr val="bg1">
                          <a:lumMod val="95000"/>
                        </a:schemeClr>
                      </a:solidFill>
                      <a:prstDash val="solid"/>
                      <a:round/>
                      <a:headEnd type="none" w="med" len="med"/>
                      <a:tailEnd type="none" w="med" len="med"/>
                    </a:lnL>
                    <a:lnR w="9525" cap="flat" cmpd="sng" algn="ctr">
                      <a:solidFill>
                        <a:schemeClr val="bg1">
                          <a:lumMod val="95000"/>
                        </a:schemeClr>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CB3E01"/>
                    </a:solidFill>
                  </a:tcPr>
                </a:tc>
                <a:tc>
                  <a:txBody>
                    <a:bodyPr/>
                    <a:lstStyle/>
                    <a:p>
                      <a:endParaRPr lang="en-US" sz="1000">
                        <a:highlight>
                          <a:srgbClr val="FFFF00"/>
                        </a:highlight>
                        <a:latin typeface="+mn-lt"/>
                      </a:endParaRPr>
                    </a:p>
                  </a:txBody>
                  <a:tcPr marL="76200" marR="76200" marT="38100" marB="38100" anchor="ctr">
                    <a:lnL w="9525" cap="flat" cmpd="sng" algn="ctr">
                      <a:solidFill>
                        <a:schemeClr val="bg1">
                          <a:lumMod val="95000"/>
                        </a:schemeClr>
                      </a:solidFill>
                      <a:prstDash val="solid"/>
                      <a:round/>
                      <a:headEnd type="none" w="med" len="med"/>
                      <a:tailEnd type="none" w="med" len="med"/>
                    </a:lnL>
                    <a:lnR w="9525" cap="flat" cmpd="sng" algn="ctr">
                      <a:solidFill>
                        <a:schemeClr val="bg1">
                          <a:lumMod val="95000"/>
                        </a:schemeClr>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CB3E01"/>
                    </a:solidFill>
                  </a:tcPr>
                </a:tc>
                <a:tc>
                  <a:txBody>
                    <a:bodyPr/>
                    <a:lstStyle/>
                    <a:p>
                      <a:endParaRPr lang="en-US" sz="1000">
                        <a:highlight>
                          <a:srgbClr val="FFFF00"/>
                        </a:highlight>
                        <a:latin typeface="+mn-lt"/>
                      </a:endParaRPr>
                    </a:p>
                  </a:txBody>
                  <a:tcPr marL="76200" marR="76200" marT="38100" marB="38100" anchor="ctr">
                    <a:lnL w="9525" cap="flat" cmpd="sng" algn="ctr">
                      <a:solidFill>
                        <a:schemeClr val="bg1">
                          <a:lumMod val="95000"/>
                        </a:schemeClr>
                      </a:solidFill>
                      <a:prstDash val="solid"/>
                      <a:round/>
                      <a:headEnd type="none" w="med" len="med"/>
                      <a:tailEnd type="none" w="med" len="med"/>
                    </a:lnL>
                    <a:lnR w="9525" cap="flat" cmpd="sng" algn="ctr">
                      <a:solidFill>
                        <a:schemeClr val="bg1">
                          <a:lumMod val="95000"/>
                        </a:schemeClr>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CB3E01"/>
                    </a:solidFill>
                  </a:tcPr>
                </a:tc>
                <a:tc>
                  <a:txBody>
                    <a:bodyPr/>
                    <a:lstStyle/>
                    <a:p>
                      <a:endParaRPr lang="en-US" sz="1000">
                        <a:highlight>
                          <a:srgbClr val="FFFF00"/>
                        </a:highlight>
                        <a:latin typeface="+mn-lt"/>
                      </a:endParaRPr>
                    </a:p>
                  </a:txBody>
                  <a:tcPr marL="76200" marR="76200" marT="38100" marB="38100" anchor="ctr">
                    <a:lnL w="9525" cap="flat" cmpd="sng" algn="ctr">
                      <a:solidFill>
                        <a:schemeClr val="bg1">
                          <a:lumMod val="95000"/>
                        </a:schemeClr>
                      </a:solidFill>
                      <a:prstDash val="solid"/>
                      <a:round/>
                      <a:headEnd type="none" w="med" len="med"/>
                      <a:tailEnd type="none" w="med" len="med"/>
                    </a:lnL>
                    <a:lnR w="9525" cap="flat" cmpd="sng" algn="ctr">
                      <a:solidFill>
                        <a:schemeClr val="bg1">
                          <a:lumMod val="95000"/>
                        </a:schemeClr>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CB3E01"/>
                    </a:solidFill>
                  </a:tcPr>
                </a:tc>
                <a:tc>
                  <a:txBody>
                    <a:bodyPr/>
                    <a:lstStyle/>
                    <a:p>
                      <a:endParaRPr lang="en-US" sz="1000">
                        <a:highlight>
                          <a:srgbClr val="FFFF00"/>
                        </a:highlight>
                        <a:latin typeface="+mn-lt"/>
                      </a:endParaRPr>
                    </a:p>
                  </a:txBody>
                  <a:tcPr marL="76200" marR="76200" marT="38100" marB="38100" anchor="ctr">
                    <a:lnL w="9525" cap="flat" cmpd="sng" algn="ctr">
                      <a:solidFill>
                        <a:schemeClr val="bg1">
                          <a:lumMod val="95000"/>
                        </a:schemeClr>
                      </a:solidFill>
                      <a:prstDash val="solid"/>
                      <a:round/>
                      <a:headEnd type="none" w="med" len="med"/>
                      <a:tailEnd type="none" w="med" len="med"/>
                    </a:lnL>
                    <a:lnR w="9525" cap="flat" cmpd="sng" algn="ctr">
                      <a:solidFill>
                        <a:schemeClr val="bg1">
                          <a:lumMod val="95000"/>
                        </a:schemeClr>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CB3E01"/>
                    </a:solidFill>
                  </a:tcPr>
                </a:tc>
                <a:tc>
                  <a:txBody>
                    <a:bodyPr/>
                    <a:lstStyle/>
                    <a:p>
                      <a:endParaRPr lang="en-US" sz="1000">
                        <a:highlight>
                          <a:srgbClr val="FFFF00"/>
                        </a:highlight>
                        <a:latin typeface="+mn-lt"/>
                      </a:endParaRPr>
                    </a:p>
                  </a:txBody>
                  <a:tcPr marL="76200" marR="76200" marT="38100" marB="38100" anchor="ctr">
                    <a:lnL w="9525" cap="flat" cmpd="sng" algn="ctr">
                      <a:solidFill>
                        <a:schemeClr val="bg1">
                          <a:lumMod val="95000"/>
                        </a:schemeClr>
                      </a:solidFill>
                      <a:prstDash val="solid"/>
                      <a:round/>
                      <a:headEnd type="none" w="med" len="med"/>
                      <a:tailEnd type="none" w="med" len="med"/>
                    </a:lnL>
                    <a:lnR w="9525" cap="flat" cmpd="sng" algn="ctr">
                      <a:solidFill>
                        <a:schemeClr val="bg1">
                          <a:lumMod val="95000"/>
                        </a:schemeClr>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CB3E01"/>
                    </a:solidFill>
                  </a:tcPr>
                </a:tc>
                <a:tc>
                  <a:txBody>
                    <a:bodyPr/>
                    <a:lstStyle/>
                    <a:p>
                      <a:endParaRPr lang="en-US" sz="1000">
                        <a:latin typeface="+mn-lt"/>
                      </a:endParaRPr>
                    </a:p>
                  </a:txBody>
                  <a:tcPr marL="76200" marR="76200" marT="38100" marB="38100" anchor="ctr">
                    <a:lnL w="9525" cap="flat" cmpd="sng" algn="ctr">
                      <a:solidFill>
                        <a:schemeClr val="bg1">
                          <a:lumMod val="95000"/>
                        </a:schemeClr>
                      </a:solidFill>
                      <a:prstDash val="solid"/>
                      <a:round/>
                      <a:headEnd type="none" w="med" len="med"/>
                      <a:tailEnd type="none" w="med" len="med"/>
                    </a:lnL>
                    <a:lnR w="9525" cap="flat" cmpd="sng" algn="ctr">
                      <a:solidFill>
                        <a:schemeClr val="bg1">
                          <a:lumMod val="95000"/>
                        </a:schemeClr>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CB3E01"/>
                    </a:solidFill>
                  </a:tcPr>
                </a:tc>
                <a:tc>
                  <a:txBody>
                    <a:bodyPr/>
                    <a:lstStyle/>
                    <a:p>
                      <a:endParaRPr lang="en-US" sz="1000">
                        <a:latin typeface="+mn-lt"/>
                      </a:endParaRPr>
                    </a:p>
                  </a:txBody>
                  <a:tcPr marL="76200" marR="76200" marT="38100" marB="38100" anchor="ctr">
                    <a:lnL w="9525" cap="flat" cmpd="sng" algn="ctr">
                      <a:solidFill>
                        <a:schemeClr val="bg1">
                          <a:lumMod val="95000"/>
                        </a:schemeClr>
                      </a:solidFill>
                      <a:prstDash val="solid"/>
                      <a:round/>
                      <a:headEnd type="none" w="med" len="med"/>
                      <a:tailEnd type="none" w="med" len="med"/>
                    </a:lnL>
                    <a:lnR w="9525" cap="flat" cmpd="sng" algn="ctr">
                      <a:solidFill>
                        <a:schemeClr val="bg1">
                          <a:lumMod val="95000"/>
                        </a:schemeClr>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endParaRPr lang="en-US" sz="1000">
                        <a:latin typeface="+mn-lt"/>
                      </a:endParaRPr>
                    </a:p>
                  </a:txBody>
                  <a:tcPr marL="76200" marR="76200" marT="38100" marB="38100" anchor="ctr">
                    <a:lnL w="9525" cap="flat" cmpd="sng" algn="ctr">
                      <a:solidFill>
                        <a:schemeClr val="bg1">
                          <a:lumMod val="95000"/>
                        </a:schemeClr>
                      </a:solidFill>
                      <a:prstDash val="solid"/>
                      <a:round/>
                      <a:headEnd type="none" w="med" len="med"/>
                      <a:tailEnd type="none" w="med" len="med"/>
                    </a:lnL>
                    <a:lnR w="9525" cap="flat" cmpd="sng" algn="ctr">
                      <a:solidFill>
                        <a:schemeClr val="bg1">
                          <a:lumMod val="95000"/>
                        </a:schemeClr>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endParaRPr lang="en-US" sz="1000">
                        <a:latin typeface="+mn-lt"/>
                      </a:endParaRPr>
                    </a:p>
                  </a:txBody>
                  <a:tcPr marL="76200" marR="76200" marT="38100" marB="38100" anchor="ctr">
                    <a:lnL w="9525" cap="flat" cmpd="sng" algn="ctr">
                      <a:solidFill>
                        <a:schemeClr val="bg1">
                          <a:lumMod val="9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3356013051"/>
                  </a:ext>
                </a:extLst>
              </a:tr>
              <a:tr h="0">
                <a:tc vMerge="1">
                  <a:txBody>
                    <a:bodyPr/>
                    <a:lstStyle/>
                    <a:p>
                      <a:endParaRPr lang="en-US" sz="1200"/>
                    </a:p>
                  </a:txBody>
                  <a:tcPr vert="vert270"/>
                </a:tc>
                <a:tc>
                  <a:txBody>
                    <a:bodyPr/>
                    <a:lstStyle/>
                    <a:p>
                      <a:r>
                        <a:rPr lang="en-US" sz="1000" b="1">
                          <a:latin typeface="+mn-lt"/>
                        </a:rPr>
                        <a:t>Next PLP (R3+) TBD</a:t>
                      </a:r>
                    </a:p>
                  </a:txBody>
                  <a:tcPr marL="76200" marR="76200" marT="38100" marB="381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sz="1000">
                        <a:latin typeface="+mn-lt"/>
                      </a:endParaRPr>
                    </a:p>
                  </a:txBody>
                  <a:tcPr marL="76200" marR="76200" marT="38100" marB="38100" anchor="ctr">
                    <a:lnL w="12700" cap="flat" cmpd="sng" algn="ctr">
                      <a:noFill/>
                      <a:prstDash val="solid"/>
                      <a:round/>
                      <a:headEnd type="none" w="med" len="med"/>
                      <a:tailEnd type="none" w="med" len="med"/>
                    </a:lnL>
                    <a:lnR w="9525" cap="flat" cmpd="sng" algn="ctr">
                      <a:solidFill>
                        <a:schemeClr val="bg1">
                          <a:lumMod val="95000"/>
                        </a:schemeClr>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0">
                        <a:latin typeface="+mn-lt"/>
                      </a:endParaRPr>
                    </a:p>
                  </a:txBody>
                  <a:tcPr marL="76200" marR="76200" marT="38100" marB="38100" anchor="ctr">
                    <a:lnL w="9525" cap="flat" cmpd="sng" algn="ctr">
                      <a:solidFill>
                        <a:schemeClr val="bg1">
                          <a:lumMod val="95000"/>
                        </a:schemeClr>
                      </a:solidFill>
                      <a:prstDash val="solid"/>
                      <a:round/>
                      <a:headEnd type="none" w="med" len="med"/>
                      <a:tailEnd type="none" w="med" len="med"/>
                    </a:lnL>
                    <a:lnR w="9525" cap="flat" cmpd="sng" algn="ctr">
                      <a:solidFill>
                        <a:schemeClr val="bg1">
                          <a:lumMod val="95000"/>
                        </a:schemeClr>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0">
                        <a:latin typeface="+mn-lt"/>
                      </a:endParaRPr>
                    </a:p>
                  </a:txBody>
                  <a:tcPr marL="76200" marR="76200" marT="38100" marB="38100" anchor="ctr">
                    <a:lnL w="9525" cap="flat" cmpd="sng" algn="ctr">
                      <a:solidFill>
                        <a:schemeClr val="bg1">
                          <a:lumMod val="95000"/>
                        </a:schemeClr>
                      </a:solidFill>
                      <a:prstDash val="solid"/>
                      <a:round/>
                      <a:headEnd type="none" w="med" len="med"/>
                      <a:tailEnd type="none" w="med" len="med"/>
                    </a:lnL>
                    <a:lnR w="9525" cap="flat" cmpd="sng" algn="ctr">
                      <a:solidFill>
                        <a:schemeClr val="bg1">
                          <a:lumMod val="95000"/>
                        </a:schemeClr>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0">
                        <a:latin typeface="+mn-lt"/>
                      </a:endParaRPr>
                    </a:p>
                  </a:txBody>
                  <a:tcPr marL="76200" marR="76200" marT="38100" marB="38100" anchor="ctr">
                    <a:lnL w="9525" cap="flat" cmpd="sng" algn="ctr">
                      <a:solidFill>
                        <a:schemeClr val="bg1">
                          <a:lumMod val="95000"/>
                        </a:schemeClr>
                      </a:solidFill>
                      <a:prstDash val="solid"/>
                      <a:round/>
                      <a:headEnd type="none" w="med" len="med"/>
                      <a:tailEnd type="none" w="med" len="med"/>
                    </a:lnL>
                    <a:lnR w="9525" cap="flat" cmpd="sng" algn="ctr">
                      <a:solidFill>
                        <a:schemeClr val="bg1">
                          <a:lumMod val="95000"/>
                        </a:schemeClr>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0">
                        <a:latin typeface="+mn-lt"/>
                      </a:endParaRPr>
                    </a:p>
                  </a:txBody>
                  <a:tcPr marL="76200" marR="76200" marT="38100" marB="38100" anchor="ctr">
                    <a:lnL w="9525" cap="flat" cmpd="sng" algn="ctr">
                      <a:solidFill>
                        <a:schemeClr val="bg1">
                          <a:lumMod val="95000"/>
                        </a:schemeClr>
                      </a:solidFill>
                      <a:prstDash val="solid"/>
                      <a:round/>
                      <a:headEnd type="none" w="med" len="med"/>
                      <a:tailEnd type="none" w="med" len="med"/>
                    </a:lnL>
                    <a:lnR w="9525" cap="flat" cmpd="sng" algn="ctr">
                      <a:solidFill>
                        <a:schemeClr val="bg1">
                          <a:lumMod val="95000"/>
                        </a:schemeClr>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0">
                        <a:latin typeface="+mn-lt"/>
                      </a:endParaRPr>
                    </a:p>
                  </a:txBody>
                  <a:tcPr marL="76200" marR="76200" marT="38100" marB="38100" anchor="ctr">
                    <a:lnL w="9525" cap="flat" cmpd="sng" algn="ctr">
                      <a:solidFill>
                        <a:schemeClr val="bg1">
                          <a:lumMod val="95000"/>
                        </a:schemeClr>
                      </a:solidFill>
                      <a:prstDash val="solid"/>
                      <a:round/>
                      <a:headEnd type="none" w="med" len="med"/>
                      <a:tailEnd type="none" w="med" len="med"/>
                    </a:lnL>
                    <a:lnR w="9525" cap="flat" cmpd="sng" algn="ctr">
                      <a:solidFill>
                        <a:schemeClr val="bg1">
                          <a:lumMod val="95000"/>
                        </a:schemeClr>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0">
                        <a:latin typeface="+mn-lt"/>
                      </a:endParaRPr>
                    </a:p>
                  </a:txBody>
                  <a:tcPr marL="76200" marR="76200" marT="38100" marB="38100" anchor="ctr">
                    <a:lnL w="9525" cap="flat" cmpd="sng" algn="ctr">
                      <a:solidFill>
                        <a:schemeClr val="bg1">
                          <a:lumMod val="95000"/>
                        </a:schemeClr>
                      </a:solidFill>
                      <a:prstDash val="solid"/>
                      <a:round/>
                      <a:headEnd type="none" w="med" len="med"/>
                      <a:tailEnd type="none" w="med" len="med"/>
                    </a:lnL>
                    <a:lnR w="9525" cap="flat" cmpd="sng" algn="ctr">
                      <a:solidFill>
                        <a:schemeClr val="bg1">
                          <a:lumMod val="95000"/>
                        </a:schemeClr>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0">
                        <a:latin typeface="+mn-lt"/>
                      </a:endParaRPr>
                    </a:p>
                  </a:txBody>
                  <a:tcPr marL="76200" marR="76200" marT="38100" marB="38100" anchor="ctr">
                    <a:lnL w="9525" cap="flat" cmpd="sng" algn="ctr">
                      <a:solidFill>
                        <a:schemeClr val="bg1">
                          <a:lumMod val="95000"/>
                        </a:schemeClr>
                      </a:solidFill>
                      <a:prstDash val="solid"/>
                      <a:round/>
                      <a:headEnd type="none" w="med" len="med"/>
                      <a:tailEnd type="none" w="med" len="med"/>
                    </a:lnL>
                    <a:lnR w="9525" cap="flat" cmpd="sng" algn="ctr">
                      <a:solidFill>
                        <a:schemeClr val="bg1">
                          <a:lumMod val="95000"/>
                        </a:schemeClr>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0">
                        <a:latin typeface="+mn-lt"/>
                      </a:endParaRPr>
                    </a:p>
                  </a:txBody>
                  <a:tcPr marL="76200" marR="76200" marT="38100" marB="38100" anchor="ctr">
                    <a:lnL w="9525" cap="flat" cmpd="sng" algn="ctr">
                      <a:solidFill>
                        <a:schemeClr val="bg1">
                          <a:lumMod val="95000"/>
                        </a:schemeClr>
                      </a:solidFill>
                      <a:prstDash val="solid"/>
                      <a:round/>
                      <a:headEnd type="none" w="med" len="med"/>
                      <a:tailEnd type="none" w="med" len="med"/>
                    </a:lnL>
                    <a:lnR w="9525" cap="flat" cmpd="sng" algn="ctr">
                      <a:solidFill>
                        <a:schemeClr val="bg1">
                          <a:lumMod val="95000"/>
                        </a:schemeClr>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4">
                  <a:txBody>
                    <a:bodyPr/>
                    <a:lstStyle/>
                    <a:p>
                      <a:endParaRPr lang="en-US" sz="1000">
                        <a:latin typeface="+mn-lt"/>
                      </a:endParaRPr>
                    </a:p>
                  </a:txBody>
                  <a:tcPr marL="76200" marR="76200" marT="38100" marB="38100" anchor="ctr">
                    <a:lnL w="9525" cap="flat" cmpd="sng" algn="ctr">
                      <a:solidFill>
                        <a:schemeClr val="bg1">
                          <a:lumMod val="9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CB3E01"/>
                    </a:solidFill>
                  </a:tcPr>
                </a:tc>
                <a:tc hMerge="1">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40000"/>
                        <a:lumOff val="60000"/>
                      </a:schemeClr>
                    </a:solidFill>
                  </a:tcPr>
                </a:tc>
                <a:tc hMerge="1">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40000"/>
                        <a:lumOff val="60000"/>
                      </a:schemeClr>
                    </a:solidFill>
                  </a:tcPr>
                </a:tc>
                <a:tc hMerge="1">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40000"/>
                        <a:lumOff val="60000"/>
                      </a:schemeClr>
                    </a:solidFill>
                  </a:tcPr>
                </a:tc>
                <a:extLst>
                  <a:ext uri="{0D108BD9-81ED-4DB2-BD59-A6C34878D82A}">
                    <a16:rowId xmlns:a16="http://schemas.microsoft.com/office/drawing/2014/main" val="3670328257"/>
                  </a:ext>
                </a:extLst>
              </a:tr>
              <a:tr h="0">
                <a:tc rowSpan="3">
                  <a:txBody>
                    <a:bodyPr/>
                    <a:lstStyle/>
                    <a:p>
                      <a:pPr marL="0" marR="0" lvl="0" indent="0" algn="ctr" defTabSz="1097280" rtl="0" eaLnBrk="1" fontAlgn="auto" latinLnBrk="0" hangingPunct="1">
                        <a:lnSpc>
                          <a:spcPct val="100000"/>
                        </a:lnSpc>
                        <a:spcBef>
                          <a:spcPts val="0"/>
                        </a:spcBef>
                        <a:spcAft>
                          <a:spcPts val="0"/>
                        </a:spcAft>
                        <a:buClrTx/>
                        <a:buSzTx/>
                        <a:buFontTx/>
                        <a:buNone/>
                        <a:tabLst/>
                        <a:defRPr/>
                      </a:pPr>
                      <a:r>
                        <a:rPr lang="en-US" sz="1000" b="0" i="1">
                          <a:latin typeface="+mn-lt"/>
                        </a:rPr>
                        <a:t>Platform &amp; Technology Enhancement</a:t>
                      </a:r>
                    </a:p>
                  </a:txBody>
                  <a:tcPr marL="0" marR="0" marT="0" marB="0" vert="vert27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r>
                        <a:rPr lang="en-US" sz="1000" b="1" noProof="1">
                          <a:latin typeface="+mn-lt"/>
                        </a:rPr>
                        <a:t>Strategic Platform Improvement</a:t>
                      </a:r>
                    </a:p>
                    <a:p>
                      <a:endParaRPr lang="en-US" sz="1000" b="1" noProof="1">
                        <a:latin typeface="+mn-lt"/>
                      </a:endParaRPr>
                    </a:p>
                  </a:txBody>
                  <a:tcPr marL="76200" marR="76200" marT="38100" marB="381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sz="1000">
                          <a:solidFill>
                            <a:schemeClr val="tx1"/>
                          </a:solidFill>
                          <a:latin typeface="+mn-lt"/>
                        </a:rPr>
                        <a:t>Finalize Assessment: CIO approval</a:t>
                      </a:r>
                    </a:p>
                  </a:txBody>
                  <a:tcPr marL="76200" marR="76200" marT="38100" marB="38100" anchor="ctr">
                    <a:lnL w="12700" cap="flat" cmpd="sng" algn="ctr">
                      <a:noFill/>
                      <a:prstDash val="solid"/>
                      <a:round/>
                      <a:headEnd type="none" w="med" len="med"/>
                      <a:tailEnd type="none" w="med" len="med"/>
                    </a:lnL>
                    <a:lnR w="9525" cap="flat" cmpd="sng" algn="ctr">
                      <a:solidFill>
                        <a:schemeClr val="bg1">
                          <a:lumMod val="95000"/>
                        </a:schemeClr>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7DB11"/>
                    </a:solidFill>
                  </a:tcPr>
                </a:tc>
                <a:tc>
                  <a:txBody>
                    <a:bodyPr/>
                    <a:lstStyle/>
                    <a:p>
                      <a:pPr marL="0" marR="0" indent="0" algn="ctr" defTabSz="1097280" rtl="0" eaLnBrk="1" fontAlgn="auto" latinLnBrk="0" hangingPunct="1">
                        <a:lnSpc>
                          <a:spcPct val="100000"/>
                        </a:lnSpc>
                        <a:spcBef>
                          <a:spcPts val="0"/>
                        </a:spcBef>
                        <a:spcAft>
                          <a:spcPts val="0"/>
                        </a:spcAft>
                        <a:buClrTx/>
                        <a:buSzTx/>
                        <a:buFontTx/>
                        <a:buNone/>
                        <a:tabLst/>
                        <a:defRPr/>
                      </a:pPr>
                      <a:endParaRPr lang="en-US" sz="1000">
                        <a:solidFill>
                          <a:schemeClr val="tx1"/>
                        </a:solidFill>
                        <a:latin typeface="+mn-lt"/>
                      </a:endParaRPr>
                    </a:p>
                  </a:txBody>
                  <a:tcPr marL="76200" marR="76200" marT="38100" marB="38100" anchor="ctr">
                    <a:lnL w="9525" cap="flat" cmpd="sng" algn="ctr">
                      <a:solidFill>
                        <a:schemeClr val="bg1">
                          <a:lumMod val="95000"/>
                        </a:schemeClr>
                      </a:solidFill>
                      <a:prstDash val="solid"/>
                      <a:round/>
                      <a:headEnd type="none" w="med" len="med"/>
                      <a:tailEnd type="none" w="med" len="med"/>
                    </a:lnL>
                    <a:lnR w="9525" cap="flat" cmpd="sng" algn="ctr">
                      <a:solidFill>
                        <a:schemeClr val="bg1">
                          <a:lumMod val="95000"/>
                        </a:schemeClr>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3">
                  <a:txBody>
                    <a:bodyPr/>
                    <a:lstStyle/>
                    <a:p>
                      <a:pPr marL="0" marR="0" lvl="0" indent="0" algn="ctr" defTabSz="1097280" rtl="0" eaLnBrk="1" fontAlgn="auto" latinLnBrk="0" hangingPunct="1">
                        <a:lnSpc>
                          <a:spcPct val="100000"/>
                        </a:lnSpc>
                        <a:spcBef>
                          <a:spcPts val="0"/>
                        </a:spcBef>
                        <a:spcAft>
                          <a:spcPts val="0"/>
                        </a:spcAft>
                        <a:buClrTx/>
                        <a:buSzTx/>
                        <a:buFontTx/>
                        <a:buNone/>
                        <a:tabLst/>
                        <a:defRPr/>
                      </a:pPr>
                      <a:r>
                        <a:rPr lang="en-US" sz="1000">
                          <a:solidFill>
                            <a:schemeClr val="tx1"/>
                          </a:solidFill>
                          <a:latin typeface="+mn-lt"/>
                        </a:rPr>
                        <a:t>Business Layer API </a:t>
                      </a:r>
                    </a:p>
                  </a:txBody>
                  <a:tcPr marL="76200" marR="76200" marT="38100" marB="38100" anchor="ctr">
                    <a:lnL w="9525" cap="flat" cmpd="sng" algn="ctr">
                      <a:solidFill>
                        <a:schemeClr val="bg1">
                          <a:lumMod val="95000"/>
                        </a:schemeClr>
                      </a:solidFill>
                      <a:prstDash val="solid"/>
                      <a:round/>
                      <a:headEnd type="none" w="med" len="med"/>
                      <a:tailEnd type="none" w="med" len="med"/>
                    </a:lnL>
                    <a:lnR w="9525" cap="flat" cmpd="sng" algn="ctr">
                      <a:solidFill>
                        <a:schemeClr val="bg1">
                          <a:lumMod val="95000"/>
                        </a:schemeClr>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7DB11"/>
                    </a:solidFill>
                  </a:tcPr>
                </a:tc>
                <a:tc hMerge="1">
                  <a:txBody>
                    <a:bodyPr/>
                    <a:lstStyle/>
                    <a:p>
                      <a:pPr marL="0" marR="0" indent="0" algn="ctr" defTabSz="1097280" rtl="0" eaLnBrk="1" fontAlgn="auto" latinLnBrk="0" hangingPunct="1">
                        <a:lnSpc>
                          <a:spcPct val="100000"/>
                        </a:lnSpc>
                        <a:spcBef>
                          <a:spcPts val="0"/>
                        </a:spcBef>
                        <a:spcAft>
                          <a:spcPts val="0"/>
                        </a:spcAft>
                        <a:buClrTx/>
                        <a:buSzTx/>
                        <a:buFontTx/>
                        <a:buNone/>
                        <a:tabLst/>
                        <a:defRPr/>
                      </a:pPr>
                      <a:endParaRPr lang="en-US" sz="1200">
                        <a:solidFill>
                          <a:schemeClr val="bg2"/>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A705"/>
                    </a:solidFill>
                  </a:tcPr>
                </a:tc>
                <a:tc hMerge="1">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7DB11"/>
                    </a:solidFill>
                  </a:tcPr>
                </a:tc>
                <a:tc>
                  <a:txBody>
                    <a:bodyPr/>
                    <a:lstStyle/>
                    <a:p>
                      <a:pPr algn="ctr"/>
                      <a:r>
                        <a:rPr lang="en-GB" sz="1000">
                          <a:solidFill>
                            <a:schemeClr val="tx1"/>
                          </a:solidFill>
                          <a:latin typeface="+mn-lt"/>
                        </a:rPr>
                        <a:t>Lifecycle API</a:t>
                      </a:r>
                      <a:endParaRPr lang="en-US" sz="1000">
                        <a:solidFill>
                          <a:schemeClr val="tx1"/>
                        </a:solidFill>
                        <a:latin typeface="+mn-lt"/>
                      </a:endParaRPr>
                    </a:p>
                  </a:txBody>
                  <a:tcPr marL="76200" marR="76200" marT="38100" marB="38100" anchor="ctr">
                    <a:lnL w="9525" cap="flat" cmpd="sng" algn="ctr">
                      <a:solidFill>
                        <a:schemeClr val="bg1">
                          <a:lumMod val="95000"/>
                        </a:schemeClr>
                      </a:solidFill>
                      <a:prstDash val="solid"/>
                      <a:round/>
                      <a:headEnd type="none" w="med" len="med"/>
                      <a:tailEnd type="none" w="med" len="med"/>
                    </a:lnL>
                    <a:lnR w="9525" cap="flat" cmpd="sng" algn="ctr">
                      <a:solidFill>
                        <a:schemeClr val="bg1">
                          <a:lumMod val="95000"/>
                        </a:schemeClr>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7DB11"/>
                    </a:solidFill>
                  </a:tcPr>
                </a:tc>
                <a:tc gridSpan="2">
                  <a:txBody>
                    <a:bodyPr/>
                    <a:lstStyle/>
                    <a:p>
                      <a:r>
                        <a:rPr lang="en-US" sz="1000">
                          <a:solidFill>
                            <a:schemeClr val="tx1"/>
                          </a:solidFill>
                          <a:latin typeface="+mn-lt"/>
                        </a:rPr>
                        <a:t>Rating API</a:t>
                      </a:r>
                      <a:endParaRPr lang="en-US" sz="1000">
                        <a:latin typeface="+mn-lt"/>
                      </a:endParaRPr>
                    </a:p>
                  </a:txBody>
                  <a:tcPr marL="76200" marR="76200" marT="38100" marB="38100" anchor="ctr">
                    <a:lnL w="9525" cap="flat" cmpd="sng" algn="ctr">
                      <a:solidFill>
                        <a:schemeClr val="bg1">
                          <a:lumMod val="95000"/>
                        </a:schemeClr>
                      </a:solidFill>
                      <a:prstDash val="solid"/>
                      <a:round/>
                      <a:headEnd type="none" w="med" len="med"/>
                      <a:tailEnd type="none" w="med" len="med"/>
                    </a:lnL>
                    <a:lnR w="9525" cap="flat" cmpd="sng" algn="ctr">
                      <a:solidFill>
                        <a:schemeClr val="bg1">
                          <a:lumMod val="95000"/>
                        </a:schemeClr>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7DB11"/>
                    </a:solidFill>
                  </a:tcPr>
                </a:tc>
                <a:tc hMerge="1">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gridSpan="3">
                  <a:txBody>
                    <a:bodyPr/>
                    <a:lstStyle/>
                    <a:p>
                      <a:pPr marL="0" marR="0" lvl="0" indent="0" algn="ctr" defTabSz="1097280" rtl="0" eaLnBrk="1" fontAlgn="auto" latinLnBrk="0" hangingPunct="1">
                        <a:lnSpc>
                          <a:spcPct val="100000"/>
                        </a:lnSpc>
                        <a:spcBef>
                          <a:spcPts val="0"/>
                        </a:spcBef>
                        <a:spcAft>
                          <a:spcPts val="0"/>
                        </a:spcAft>
                        <a:buClrTx/>
                        <a:buSzTx/>
                        <a:buFontTx/>
                        <a:buNone/>
                        <a:tabLst/>
                        <a:defRPr/>
                      </a:pPr>
                      <a:r>
                        <a:rPr lang="en-US" sz="1000">
                          <a:solidFill>
                            <a:schemeClr val="tx1"/>
                          </a:solidFill>
                          <a:latin typeface="+mn-lt"/>
                        </a:rPr>
                        <a:t>Integration API</a:t>
                      </a:r>
                    </a:p>
                  </a:txBody>
                  <a:tcPr marL="76200" marR="76200" marT="38100" marB="38100" anchor="ctr">
                    <a:lnL w="9525" cap="flat" cmpd="sng" algn="ctr">
                      <a:solidFill>
                        <a:schemeClr val="bg1">
                          <a:lumMod val="95000"/>
                        </a:schemeClr>
                      </a:solidFill>
                      <a:prstDash val="solid"/>
                      <a:round/>
                      <a:headEnd type="none" w="med" len="med"/>
                      <a:tailEnd type="none" w="med" len="med"/>
                    </a:lnL>
                    <a:lnR w="9525" cap="flat" cmpd="sng" algn="ctr">
                      <a:solidFill>
                        <a:schemeClr val="bg1">
                          <a:lumMod val="95000"/>
                        </a:schemeClr>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7DB11"/>
                    </a:solidFill>
                  </a:tcPr>
                </a:tc>
                <a:tc hMerge="1">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hMerge="1">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gridSpan="2">
                  <a:txBody>
                    <a:bodyPr/>
                    <a:lstStyle/>
                    <a:p>
                      <a:pPr marL="0" marR="0" lvl="0" indent="0" algn="ctr" defTabSz="1097280" rtl="0" eaLnBrk="1" fontAlgn="auto" latinLnBrk="0" hangingPunct="1">
                        <a:lnSpc>
                          <a:spcPct val="100000"/>
                        </a:lnSpc>
                        <a:spcBef>
                          <a:spcPts val="0"/>
                        </a:spcBef>
                        <a:spcAft>
                          <a:spcPts val="0"/>
                        </a:spcAft>
                        <a:buClrTx/>
                        <a:buSzTx/>
                        <a:buFontTx/>
                        <a:buNone/>
                        <a:tabLst/>
                        <a:defRPr/>
                      </a:pPr>
                      <a:r>
                        <a:rPr lang="en-GB" sz="1000">
                          <a:solidFill>
                            <a:schemeClr val="tx1"/>
                          </a:solidFill>
                          <a:latin typeface="+mn-lt"/>
                        </a:rPr>
                        <a:t>Product Configuration API </a:t>
                      </a:r>
                      <a:endParaRPr lang="en-US" sz="1000" kern="1200">
                        <a:solidFill>
                          <a:schemeClr val="tx1"/>
                        </a:solidFill>
                        <a:latin typeface="+mn-lt"/>
                        <a:ea typeface="+mn-ea"/>
                        <a:cs typeface="+mn-cs"/>
                      </a:endParaRPr>
                    </a:p>
                  </a:txBody>
                  <a:tcPr marL="76200" marR="76200" marT="38100" marB="38100" anchor="ctr">
                    <a:lnL w="9525" cap="flat" cmpd="sng" algn="ctr">
                      <a:solidFill>
                        <a:schemeClr val="bg1">
                          <a:lumMod val="9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7DB11"/>
                    </a:solidFill>
                  </a:tcPr>
                </a:tc>
                <a:tc hMerge="1">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75000"/>
                      </a:schemeClr>
                    </a:solidFill>
                  </a:tcPr>
                </a:tc>
                <a:extLst>
                  <a:ext uri="{0D108BD9-81ED-4DB2-BD59-A6C34878D82A}">
                    <a16:rowId xmlns:a16="http://schemas.microsoft.com/office/drawing/2014/main" val="1256671030"/>
                  </a:ext>
                </a:extLst>
              </a:tr>
              <a:tr h="0">
                <a:tc vMerge="1">
                  <a:txBody>
                    <a:bodyPr/>
                    <a:lstStyle/>
                    <a:p>
                      <a:endParaRPr lang="en-US" sz="1200"/>
                    </a:p>
                  </a:txBody>
                  <a:tcPr vert="vert270"/>
                </a:tc>
                <a:tc>
                  <a:txBody>
                    <a:bodyPr/>
                    <a:lstStyle/>
                    <a:p>
                      <a:r>
                        <a:rPr lang="en-US" sz="1000" b="1">
                          <a:latin typeface="+mn-lt"/>
                        </a:rPr>
                        <a:t>SV Release support</a:t>
                      </a:r>
                    </a:p>
                  </a:txBody>
                  <a:tcPr marL="76200" marR="76200" marT="38100" marB="381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sz="1000">
                        <a:latin typeface="+mn-lt"/>
                      </a:endParaRPr>
                    </a:p>
                  </a:txBody>
                  <a:tcPr marL="76200" marR="76200" marT="38100" marB="38100" anchor="ctr">
                    <a:lnL w="12700" cap="flat" cmpd="sng" algn="ctr">
                      <a:noFill/>
                      <a:prstDash val="solid"/>
                      <a:round/>
                      <a:headEnd type="none" w="med" len="med"/>
                      <a:tailEnd type="none" w="med" len="med"/>
                    </a:lnL>
                    <a:lnR w="9525" cap="flat" cmpd="sng" algn="ctr">
                      <a:solidFill>
                        <a:schemeClr val="bg1">
                          <a:lumMod val="95000"/>
                        </a:schemeClr>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3">
                  <a:txBody>
                    <a:bodyPr/>
                    <a:lstStyle/>
                    <a:p>
                      <a:pPr algn="ctr"/>
                      <a:r>
                        <a:rPr lang="pl-PL" sz="1000">
                          <a:solidFill>
                            <a:schemeClr val="tx1"/>
                          </a:solidFill>
                          <a:latin typeface="+mn-lt"/>
                        </a:rPr>
                        <a:t>R1 Tactical improvements </a:t>
                      </a:r>
                    </a:p>
                    <a:p>
                      <a:pPr algn="ctr"/>
                      <a:r>
                        <a:rPr lang="pl-PL" sz="1000">
                          <a:solidFill>
                            <a:schemeClr val="tx1"/>
                          </a:solidFill>
                          <a:latin typeface="+mn-lt"/>
                        </a:rPr>
                        <a:t>(scalability &amp; performance)</a:t>
                      </a:r>
                      <a:endParaRPr lang="en-US" sz="1000">
                        <a:solidFill>
                          <a:schemeClr val="tx1"/>
                        </a:solidFill>
                        <a:latin typeface="+mn-lt"/>
                      </a:endParaRPr>
                    </a:p>
                  </a:txBody>
                  <a:tcPr marL="76200" marR="76200" marT="38100" marB="38100" anchor="ctr">
                    <a:lnL w="9525" cap="flat" cmpd="sng" algn="ctr">
                      <a:solidFill>
                        <a:schemeClr val="bg1">
                          <a:lumMod val="95000"/>
                        </a:schemeClr>
                      </a:solidFill>
                      <a:prstDash val="solid"/>
                      <a:round/>
                      <a:headEnd type="none" w="med" len="med"/>
                      <a:tailEnd type="none" w="med" len="med"/>
                    </a:lnL>
                    <a:lnR w="9525" cap="flat" cmpd="sng" algn="ctr">
                      <a:solidFill>
                        <a:schemeClr val="bg1">
                          <a:lumMod val="95000"/>
                        </a:schemeClr>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00F4AB"/>
                    </a:solidFill>
                  </a:tcPr>
                </a:tc>
                <a:tc hMerge="1">
                  <a:txBody>
                    <a:bodyPr/>
                    <a:lstStyle/>
                    <a:p>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7DB11"/>
                    </a:solidFill>
                  </a:tcPr>
                </a:tc>
                <a:tc hMerge="1">
                  <a:txBody>
                    <a:bodyPr/>
                    <a:lstStyle/>
                    <a:p>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7DB11"/>
                    </a:solidFill>
                  </a:tcPr>
                </a:tc>
                <a:tc gridSpan="4">
                  <a:txBody>
                    <a:bodyPr/>
                    <a:lstStyle/>
                    <a:p>
                      <a:pPr marL="0" marR="0" lvl="0" indent="0" algn="ctr" defTabSz="1097280" rtl="0" eaLnBrk="1" fontAlgn="auto" latinLnBrk="0" hangingPunct="1">
                        <a:lnSpc>
                          <a:spcPct val="100000"/>
                        </a:lnSpc>
                        <a:spcBef>
                          <a:spcPts val="0"/>
                        </a:spcBef>
                        <a:spcAft>
                          <a:spcPts val="0"/>
                        </a:spcAft>
                        <a:buClrTx/>
                        <a:buSzTx/>
                        <a:buFontTx/>
                        <a:buNone/>
                        <a:tabLst/>
                        <a:defRPr/>
                      </a:pPr>
                      <a:r>
                        <a:rPr lang="en-US" sz="1000">
                          <a:solidFill>
                            <a:schemeClr val="tx1"/>
                          </a:solidFill>
                          <a:latin typeface="+mn-lt"/>
                        </a:rPr>
                        <a:t>R2 Tactical improvements </a:t>
                      </a:r>
                    </a:p>
                    <a:p>
                      <a:pPr marL="0" marR="0" lvl="0" indent="0" algn="ctr" defTabSz="1097280" rtl="0" eaLnBrk="1" fontAlgn="auto" latinLnBrk="0" hangingPunct="1">
                        <a:lnSpc>
                          <a:spcPct val="100000"/>
                        </a:lnSpc>
                        <a:spcBef>
                          <a:spcPts val="0"/>
                        </a:spcBef>
                        <a:spcAft>
                          <a:spcPts val="0"/>
                        </a:spcAft>
                        <a:buClrTx/>
                        <a:buSzTx/>
                        <a:buFontTx/>
                        <a:buNone/>
                        <a:tabLst/>
                        <a:defRPr/>
                      </a:pPr>
                      <a:r>
                        <a:rPr lang="en-US" sz="1000">
                          <a:solidFill>
                            <a:schemeClr val="tx1"/>
                          </a:solidFill>
                          <a:latin typeface="+mn-lt"/>
                        </a:rPr>
                        <a:t>(Performance)</a:t>
                      </a:r>
                    </a:p>
                  </a:txBody>
                  <a:tcPr marL="76200" marR="76200" marT="38100" marB="38100" anchor="ctr">
                    <a:lnL w="9525" cap="flat" cmpd="sng" algn="ctr">
                      <a:solidFill>
                        <a:schemeClr val="bg1">
                          <a:lumMod val="95000"/>
                        </a:schemeClr>
                      </a:solidFill>
                      <a:prstDash val="solid"/>
                      <a:round/>
                      <a:headEnd type="none" w="med" len="med"/>
                      <a:tailEnd type="none" w="med" len="med"/>
                    </a:lnL>
                    <a:lnR w="9525" cap="flat" cmpd="sng" algn="ctr">
                      <a:solidFill>
                        <a:schemeClr val="bg1">
                          <a:lumMod val="95000"/>
                        </a:schemeClr>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00F4AB"/>
                    </a:solidFill>
                  </a:tcPr>
                </a:tc>
                <a:tc hMerge="1">
                  <a:txBody>
                    <a:bodyPr/>
                    <a:lstStyle/>
                    <a:p>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7DB11"/>
                    </a:solidFill>
                  </a:tcPr>
                </a:tc>
                <a:tc hMerge="1">
                  <a:txBody>
                    <a:bodyPr/>
                    <a:lstStyle/>
                    <a:p>
                      <a:pPr marL="0" marR="0" lvl="0" indent="0" algn="ctr" defTabSz="1097280" rtl="0" eaLnBrk="1" fontAlgn="auto" latinLnBrk="0" hangingPunct="1">
                        <a:lnSpc>
                          <a:spcPct val="100000"/>
                        </a:lnSpc>
                        <a:spcBef>
                          <a:spcPts val="0"/>
                        </a:spcBef>
                        <a:spcAft>
                          <a:spcPts val="0"/>
                        </a:spcAft>
                        <a:buClrTx/>
                        <a:buSzTx/>
                        <a:buFontTx/>
                        <a:buNone/>
                        <a:tabLst/>
                        <a:defRPr/>
                      </a:pPr>
                      <a:endParaRPr lang="en-US" sz="1200">
                        <a:solidFill>
                          <a:schemeClr val="bg2"/>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A725"/>
                    </a:solidFill>
                  </a:tcPr>
                </a:tc>
                <a:tc hMerge="1">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7DB11"/>
                    </a:solidFill>
                  </a:tcPr>
                </a:tc>
                <a:tc>
                  <a:txBody>
                    <a:bodyPr/>
                    <a:lstStyle/>
                    <a:p>
                      <a:endParaRPr lang="en-US" sz="1000">
                        <a:solidFill>
                          <a:schemeClr val="bg1"/>
                        </a:solidFill>
                        <a:latin typeface="+mn-lt"/>
                      </a:endParaRPr>
                    </a:p>
                  </a:txBody>
                  <a:tcPr marL="76200" marR="76200" marT="38100" marB="38100" anchor="ctr">
                    <a:lnL w="9525" cap="flat" cmpd="sng" algn="ctr">
                      <a:solidFill>
                        <a:schemeClr val="bg1">
                          <a:lumMod val="95000"/>
                        </a:schemeClr>
                      </a:solidFill>
                      <a:prstDash val="solid"/>
                      <a:round/>
                      <a:headEnd type="none" w="med" len="med"/>
                      <a:tailEnd type="none" w="med" len="med"/>
                    </a:lnL>
                    <a:lnR w="9525" cap="flat" cmpd="sng" algn="ctr">
                      <a:solidFill>
                        <a:schemeClr val="bg1">
                          <a:lumMod val="95000"/>
                        </a:schemeClr>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a:solidFill>
                          <a:schemeClr val="bg1"/>
                        </a:solidFill>
                        <a:latin typeface="+mn-lt"/>
                      </a:endParaRPr>
                    </a:p>
                  </a:txBody>
                  <a:tcPr marL="76200" marR="76200" marT="38100" marB="38100" anchor="ctr">
                    <a:lnL w="9525" cap="flat" cmpd="sng" algn="ctr">
                      <a:solidFill>
                        <a:schemeClr val="bg1">
                          <a:lumMod val="95000"/>
                        </a:schemeClr>
                      </a:solidFill>
                      <a:prstDash val="solid"/>
                      <a:round/>
                      <a:headEnd type="none" w="med" len="med"/>
                      <a:tailEnd type="none" w="med" len="med"/>
                    </a:lnL>
                    <a:lnR w="9525" cap="flat" cmpd="sng" algn="ctr">
                      <a:solidFill>
                        <a:schemeClr val="bg1">
                          <a:lumMod val="95000"/>
                        </a:schemeClr>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a:solidFill>
                          <a:schemeClr val="bg1"/>
                        </a:solidFill>
                        <a:latin typeface="+mn-lt"/>
                      </a:endParaRPr>
                    </a:p>
                  </a:txBody>
                  <a:tcPr marL="76200" marR="76200" marT="38100" marB="38100" anchor="ctr">
                    <a:lnL w="9525" cap="flat" cmpd="sng" algn="ctr">
                      <a:solidFill>
                        <a:schemeClr val="bg1">
                          <a:lumMod val="95000"/>
                        </a:schemeClr>
                      </a:solidFill>
                      <a:prstDash val="solid"/>
                      <a:round/>
                      <a:headEnd type="none" w="med" len="med"/>
                      <a:tailEnd type="none" w="med" len="med"/>
                    </a:lnL>
                    <a:lnR w="9525" cap="flat" cmpd="sng" algn="ctr">
                      <a:solidFill>
                        <a:schemeClr val="bg1">
                          <a:lumMod val="95000"/>
                        </a:schemeClr>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a:solidFill>
                          <a:schemeClr val="bg1"/>
                        </a:solidFill>
                        <a:latin typeface="+mn-lt"/>
                      </a:endParaRPr>
                    </a:p>
                  </a:txBody>
                  <a:tcPr marL="76200" marR="76200" marT="38100" marB="38100" anchor="ctr">
                    <a:lnL w="9525" cap="flat" cmpd="sng" algn="ctr">
                      <a:solidFill>
                        <a:schemeClr val="bg1">
                          <a:lumMod val="95000"/>
                        </a:schemeClr>
                      </a:solidFill>
                      <a:prstDash val="solid"/>
                      <a:round/>
                      <a:headEnd type="none" w="med" len="med"/>
                      <a:tailEnd type="none" w="med" len="med"/>
                    </a:lnL>
                    <a:lnR w="9525" cap="flat" cmpd="sng" algn="ctr">
                      <a:solidFill>
                        <a:schemeClr val="bg1">
                          <a:lumMod val="95000"/>
                        </a:schemeClr>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a:solidFill>
                          <a:schemeClr val="bg1"/>
                        </a:solidFill>
                        <a:latin typeface="+mn-lt"/>
                      </a:endParaRPr>
                    </a:p>
                  </a:txBody>
                  <a:tcPr marL="76200" marR="76200" marT="38100" marB="38100" anchor="ctr">
                    <a:lnL w="9525" cap="flat" cmpd="sng" algn="ctr">
                      <a:solidFill>
                        <a:schemeClr val="bg1">
                          <a:lumMod val="9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72628526"/>
                  </a:ext>
                </a:extLst>
              </a:tr>
              <a:tr h="0">
                <a:tc vMerge="1">
                  <a:txBody>
                    <a:bodyPr/>
                    <a:lstStyle/>
                    <a:p>
                      <a:endParaRPr lang="en-US" sz="1200"/>
                    </a:p>
                  </a:txBody>
                  <a:tcPr vert="vert270"/>
                </a:tc>
                <a:tc>
                  <a:txBody>
                    <a:bodyPr/>
                    <a:lstStyle/>
                    <a:p>
                      <a:pPr marL="0" marR="0" lvl="0" indent="0" algn="l" defTabSz="1097280" rtl="0" eaLnBrk="1" fontAlgn="auto" latinLnBrk="0" hangingPunct="1">
                        <a:lnSpc>
                          <a:spcPct val="100000"/>
                        </a:lnSpc>
                        <a:spcBef>
                          <a:spcPts val="0"/>
                        </a:spcBef>
                        <a:spcAft>
                          <a:spcPts val="0"/>
                        </a:spcAft>
                        <a:buClrTx/>
                        <a:buSzTx/>
                        <a:buFontTx/>
                        <a:buNone/>
                        <a:tabLst/>
                        <a:defRPr/>
                      </a:pPr>
                      <a:r>
                        <a:rPr lang="en-US" sz="1000" b="1">
                          <a:latin typeface="+mn-lt"/>
                        </a:rPr>
                        <a:t>RS Foundation (Modernization)</a:t>
                      </a:r>
                    </a:p>
                  </a:txBody>
                  <a:tcPr marL="76200" marR="76200" marT="38100" marB="381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gridSpan="4">
                  <a:txBody>
                    <a:bodyPr/>
                    <a:lstStyle/>
                    <a:p>
                      <a:pPr marL="0" marR="0" indent="0" algn="ctr" defTabSz="1097280" rtl="0" eaLnBrk="1" fontAlgn="auto" latinLnBrk="0" hangingPunct="1">
                        <a:lnSpc>
                          <a:spcPct val="100000"/>
                        </a:lnSpc>
                        <a:spcBef>
                          <a:spcPts val="0"/>
                        </a:spcBef>
                        <a:spcAft>
                          <a:spcPts val="0"/>
                        </a:spcAft>
                        <a:buClrTx/>
                        <a:buSzTx/>
                        <a:buFontTx/>
                        <a:buNone/>
                        <a:tabLst/>
                        <a:defRPr/>
                      </a:pPr>
                      <a:r>
                        <a:rPr lang="en-US" sz="1000">
                          <a:latin typeface="+mn-lt"/>
                        </a:rPr>
                        <a:t>Phase 1. Core Separation </a:t>
                      </a:r>
                      <a:endParaRPr lang="en-US" sz="1000">
                        <a:solidFill>
                          <a:schemeClr val="bg2"/>
                        </a:solidFill>
                        <a:latin typeface="+mn-lt"/>
                      </a:endParaRPr>
                    </a:p>
                  </a:txBody>
                  <a:tcPr marL="76200" marR="76200" marT="38100" marB="38100" anchor="ctr">
                    <a:lnL w="12700" cap="flat" cmpd="sng" algn="ctr">
                      <a:noFill/>
                      <a:prstDash val="solid"/>
                      <a:round/>
                      <a:headEnd type="none" w="med" len="med"/>
                      <a:tailEnd type="none" w="med" len="med"/>
                    </a:lnL>
                    <a:lnR w="9525" cap="flat" cmpd="sng" algn="ctr">
                      <a:solidFill>
                        <a:schemeClr val="bg1">
                          <a:lumMod val="95000"/>
                        </a:schemeClr>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00F4AB"/>
                    </a:solidFill>
                  </a:tcPr>
                </a:tc>
                <a:tc hMerge="1">
                  <a:txBody>
                    <a:bodyPr/>
                    <a:lstStyle/>
                    <a:p>
                      <a:endParaRPr lang="en-US"/>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hMerge="1">
                  <a:txBody>
                    <a:bodyPr/>
                    <a:lstStyle/>
                    <a:p>
                      <a:endParaRPr lang="en-US"/>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hMerge="1">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75000"/>
                      </a:schemeClr>
                    </a:solidFill>
                  </a:tcPr>
                </a:tc>
                <a:tc gridSpan="9">
                  <a:txBody>
                    <a:bodyPr/>
                    <a:lstStyle/>
                    <a:p>
                      <a:pPr algn="ctr"/>
                      <a:r>
                        <a:rPr lang="en-US" sz="1000">
                          <a:solidFill>
                            <a:schemeClr val="tx1"/>
                          </a:solidFill>
                          <a:latin typeface="+mn-lt"/>
                        </a:rPr>
                        <a:t>Phase 2: </a:t>
                      </a:r>
                      <a:r>
                        <a:rPr lang="en-US" sz="1000">
                          <a:latin typeface="+mn-lt"/>
                        </a:rPr>
                        <a:t>Product Separation</a:t>
                      </a:r>
                      <a:endParaRPr lang="en-US" sz="1000">
                        <a:solidFill>
                          <a:schemeClr val="tx1"/>
                        </a:solidFill>
                        <a:latin typeface="+mn-lt"/>
                      </a:endParaRPr>
                    </a:p>
                  </a:txBody>
                  <a:tcPr marL="76200" marR="76200" marT="38100" marB="38100" anchor="ctr">
                    <a:lnL w="9525" cap="flat" cmpd="sng" algn="ctr">
                      <a:solidFill>
                        <a:schemeClr val="bg1">
                          <a:lumMod val="9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00F4AB"/>
                    </a:solidFill>
                  </a:tcPr>
                </a:tc>
                <a:tc hMerge="1">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7DB11"/>
                    </a:solidFill>
                  </a:tcPr>
                </a:tc>
                <a:tc hMerge="1">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hMerge="1">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80322012"/>
                  </a:ext>
                </a:extLst>
              </a:tr>
              <a:tr h="0">
                <a:tc rowSpan="5">
                  <a:txBody>
                    <a:bodyPr/>
                    <a:lstStyle/>
                    <a:p>
                      <a:pPr algn="ctr"/>
                      <a:r>
                        <a:rPr lang="en-US" sz="1000" b="0" i="1">
                          <a:latin typeface="+mn-lt"/>
                        </a:rPr>
                        <a:t>SDLC acceleration &amp; </a:t>
                      </a:r>
                    </a:p>
                    <a:p>
                      <a:pPr algn="ctr"/>
                      <a:r>
                        <a:rPr lang="en-US" sz="1000" b="0" i="1">
                          <a:latin typeface="+mn-lt"/>
                        </a:rPr>
                        <a:t>AI enrollment</a:t>
                      </a:r>
                    </a:p>
                  </a:txBody>
                  <a:tcPr marL="0" marR="0" marT="0" marB="0" vert="vert27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r>
                        <a:rPr lang="en-US" sz="1000" b="1">
                          <a:latin typeface="+mn-lt"/>
                        </a:rPr>
                        <a:t>BA track</a:t>
                      </a:r>
                    </a:p>
                  </a:txBody>
                  <a:tcPr marL="76200" marR="76200" marT="38100" marB="381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gridSpan="3">
                  <a:txBody>
                    <a:bodyPr/>
                    <a:lstStyle/>
                    <a:p>
                      <a:pPr marL="0" marR="0" lvl="0" indent="0" algn="l" defTabSz="1097280" rtl="0" eaLnBrk="1" fontAlgn="auto" latinLnBrk="0" hangingPunct="1">
                        <a:lnSpc>
                          <a:spcPct val="110000"/>
                        </a:lnSpc>
                        <a:spcBef>
                          <a:spcPts val="0"/>
                        </a:spcBef>
                        <a:spcAft>
                          <a:spcPts val="0"/>
                        </a:spcAft>
                        <a:buClrTx/>
                        <a:buSzTx/>
                        <a:buFontTx/>
                        <a:buNone/>
                        <a:tabLst/>
                        <a:defRPr/>
                      </a:pPr>
                      <a:r>
                        <a:rPr lang="en-US" sz="1000" b="0">
                          <a:solidFill>
                            <a:schemeClr val="tx1"/>
                          </a:solidFill>
                          <a:effectLst/>
                          <a:latin typeface="+mn-lt"/>
                        </a:rPr>
                        <a:t>Requirements Quality Improvement &amp; Documentation &amp; Standards Centralization</a:t>
                      </a:r>
                    </a:p>
                  </a:txBody>
                  <a:tcPr marL="76200" marR="76200" marT="38100" marB="38100" anchor="ctr">
                    <a:lnL w="12700" cap="flat" cmpd="sng" algn="ctr">
                      <a:noFill/>
                      <a:prstDash val="solid"/>
                      <a:round/>
                      <a:headEnd type="none" w="med" len="med"/>
                      <a:tailEnd type="none" w="med" len="med"/>
                    </a:lnL>
                    <a:lnR w="9525" cap="flat" cmpd="sng" algn="ctr">
                      <a:solidFill>
                        <a:schemeClr val="bg1">
                          <a:lumMod val="95000"/>
                        </a:schemeClr>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7DB11"/>
                    </a:solidFill>
                  </a:tcPr>
                </a:tc>
                <a:tc hMerge="1">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75000"/>
                      </a:schemeClr>
                    </a:solidFill>
                  </a:tcPr>
                </a:tc>
                <a:tc hMerge="1">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75000"/>
                      </a:schemeClr>
                    </a:solidFill>
                  </a:tcPr>
                </a:tc>
                <a:tc>
                  <a:txBody>
                    <a:bodyPr/>
                    <a:lstStyle/>
                    <a:p>
                      <a:pPr marL="0" marR="0" lvl="0" indent="0" algn="l" defTabSz="1097280" rtl="0" eaLnBrk="1" fontAlgn="auto" latinLnBrk="0" hangingPunct="1">
                        <a:lnSpc>
                          <a:spcPct val="100000"/>
                        </a:lnSpc>
                        <a:spcBef>
                          <a:spcPts val="0"/>
                        </a:spcBef>
                        <a:spcAft>
                          <a:spcPts val="0"/>
                        </a:spcAft>
                        <a:buClrTx/>
                        <a:buSzTx/>
                        <a:buFontTx/>
                        <a:buNone/>
                        <a:tabLst/>
                        <a:defRPr/>
                      </a:pPr>
                      <a:r>
                        <a:rPr lang="en-US" sz="1000" b="0">
                          <a:solidFill>
                            <a:schemeClr val="tx1"/>
                          </a:solidFill>
                          <a:effectLst/>
                          <a:latin typeface="+mn-lt"/>
                        </a:rPr>
                        <a:t>Early Impact Analysis</a:t>
                      </a:r>
                    </a:p>
                  </a:txBody>
                  <a:tcPr marL="76200" marR="76200" marT="38100" marB="38100" anchor="ctr">
                    <a:lnL w="9525" cap="flat" cmpd="sng" algn="ctr">
                      <a:solidFill>
                        <a:schemeClr val="bg1">
                          <a:lumMod val="95000"/>
                        </a:schemeClr>
                      </a:solidFill>
                      <a:prstDash val="solid"/>
                      <a:round/>
                      <a:headEnd type="none" w="med" len="med"/>
                      <a:tailEnd type="none" w="med" len="med"/>
                    </a:lnL>
                    <a:lnR w="9525" cap="flat" cmpd="sng" algn="ctr">
                      <a:solidFill>
                        <a:schemeClr val="bg1">
                          <a:lumMod val="95000"/>
                        </a:schemeClr>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7DB11"/>
                    </a:solidFill>
                  </a:tcPr>
                </a:tc>
                <a:tc>
                  <a:txBody>
                    <a:bodyPr/>
                    <a:lstStyle/>
                    <a:p>
                      <a:endParaRPr lang="en-US" sz="1000">
                        <a:latin typeface="+mn-lt"/>
                      </a:endParaRPr>
                    </a:p>
                  </a:txBody>
                  <a:tcPr marL="76200" marR="76200" marT="38100" marB="38100" anchor="ctr">
                    <a:lnL w="9525" cap="flat" cmpd="sng" algn="ctr">
                      <a:solidFill>
                        <a:schemeClr val="bg1">
                          <a:lumMod val="95000"/>
                        </a:schemeClr>
                      </a:solidFill>
                      <a:prstDash val="solid"/>
                      <a:round/>
                      <a:headEnd type="none" w="med" len="med"/>
                      <a:tailEnd type="none" w="med" len="med"/>
                    </a:lnL>
                    <a:lnR w="9525" cap="flat" cmpd="sng" algn="ctr">
                      <a:solidFill>
                        <a:schemeClr val="bg1">
                          <a:lumMod val="95000"/>
                        </a:schemeClr>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a:latin typeface="+mn-lt"/>
                      </a:endParaRPr>
                    </a:p>
                  </a:txBody>
                  <a:tcPr marL="76200" marR="76200" marT="38100" marB="38100" anchor="ctr">
                    <a:lnL w="9525" cap="flat" cmpd="sng" algn="ctr">
                      <a:solidFill>
                        <a:schemeClr val="bg1">
                          <a:lumMod val="95000"/>
                        </a:schemeClr>
                      </a:solidFill>
                      <a:prstDash val="solid"/>
                      <a:round/>
                      <a:headEnd type="none" w="med" len="med"/>
                      <a:tailEnd type="none" w="med" len="med"/>
                    </a:lnL>
                    <a:lnR w="9525" cap="flat" cmpd="sng" algn="ctr">
                      <a:solidFill>
                        <a:schemeClr val="bg1">
                          <a:lumMod val="95000"/>
                        </a:schemeClr>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a:latin typeface="+mn-lt"/>
                      </a:endParaRPr>
                    </a:p>
                  </a:txBody>
                  <a:tcPr marL="76200" marR="76200" marT="38100" marB="38100" anchor="ctr">
                    <a:lnL w="9525" cap="flat" cmpd="sng" algn="ctr">
                      <a:solidFill>
                        <a:schemeClr val="bg1">
                          <a:lumMod val="95000"/>
                        </a:schemeClr>
                      </a:solidFill>
                      <a:prstDash val="solid"/>
                      <a:round/>
                      <a:headEnd type="none" w="med" len="med"/>
                      <a:tailEnd type="none" w="med" len="med"/>
                    </a:lnL>
                    <a:lnR w="9525" cap="flat" cmpd="sng" algn="ctr">
                      <a:solidFill>
                        <a:schemeClr val="bg1">
                          <a:lumMod val="95000"/>
                        </a:schemeClr>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a:latin typeface="+mn-lt"/>
                      </a:endParaRPr>
                    </a:p>
                  </a:txBody>
                  <a:tcPr marL="76200" marR="76200" marT="38100" marB="38100" anchor="ctr">
                    <a:lnL w="9525" cap="flat" cmpd="sng" algn="ctr">
                      <a:solidFill>
                        <a:schemeClr val="bg1">
                          <a:lumMod val="95000"/>
                        </a:schemeClr>
                      </a:solidFill>
                      <a:prstDash val="solid"/>
                      <a:round/>
                      <a:headEnd type="none" w="med" len="med"/>
                      <a:tailEnd type="none" w="med" len="med"/>
                    </a:lnL>
                    <a:lnR w="9525" cap="flat" cmpd="sng" algn="ctr">
                      <a:solidFill>
                        <a:schemeClr val="bg1">
                          <a:lumMod val="95000"/>
                        </a:schemeClr>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r>
                        <a:rPr lang="en-US" sz="1000">
                          <a:solidFill>
                            <a:schemeClr val="bg1"/>
                          </a:solidFill>
                          <a:latin typeface="+mn-lt"/>
                        </a:rPr>
                        <a:t>BA framework enrollment for new Product</a:t>
                      </a:r>
                    </a:p>
                  </a:txBody>
                  <a:tcPr marL="76200" marR="76200" marT="38100" marB="38100" anchor="ctr">
                    <a:lnL w="9525" cap="flat" cmpd="sng" algn="ctr">
                      <a:solidFill>
                        <a:schemeClr val="bg1">
                          <a:lumMod val="95000"/>
                        </a:schemeClr>
                      </a:solidFill>
                      <a:prstDash val="solid"/>
                      <a:round/>
                      <a:headEnd type="none" w="med" len="med"/>
                      <a:tailEnd type="none" w="med" len="med"/>
                    </a:lnL>
                    <a:lnR w="9525" cap="flat" cmpd="sng" algn="ctr">
                      <a:solidFill>
                        <a:schemeClr val="bg1">
                          <a:lumMod val="95000"/>
                        </a:schemeClr>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CB3E01"/>
                    </a:solidFill>
                  </a:tcPr>
                </a:tc>
                <a:tc hMerge="1">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endParaRPr lang="en-US" sz="1000">
                        <a:latin typeface="+mn-lt"/>
                      </a:endParaRPr>
                    </a:p>
                  </a:txBody>
                  <a:tcPr marL="76200" marR="76200" marT="38100" marB="38100" anchor="ctr">
                    <a:lnL w="9525" cap="flat" cmpd="sng" algn="ctr">
                      <a:solidFill>
                        <a:schemeClr val="bg1">
                          <a:lumMod val="95000"/>
                        </a:schemeClr>
                      </a:solidFill>
                      <a:prstDash val="solid"/>
                      <a:round/>
                      <a:headEnd type="none" w="med" len="med"/>
                      <a:tailEnd type="none" w="med" len="med"/>
                    </a:lnL>
                    <a:lnR w="9525" cap="flat" cmpd="sng" algn="ctr">
                      <a:solidFill>
                        <a:schemeClr val="bg1">
                          <a:lumMod val="95000"/>
                        </a:schemeClr>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a:latin typeface="+mn-lt"/>
                      </a:endParaRPr>
                    </a:p>
                  </a:txBody>
                  <a:tcPr marL="76200" marR="76200" marT="38100" marB="38100" anchor="ctr">
                    <a:lnL w="9525" cap="flat" cmpd="sng" algn="ctr">
                      <a:solidFill>
                        <a:schemeClr val="bg1">
                          <a:lumMod val="95000"/>
                        </a:schemeClr>
                      </a:solidFill>
                      <a:prstDash val="solid"/>
                      <a:round/>
                      <a:headEnd type="none" w="med" len="med"/>
                      <a:tailEnd type="none" w="med" len="med"/>
                    </a:lnL>
                    <a:lnR w="9525" cap="flat" cmpd="sng" algn="ctr">
                      <a:solidFill>
                        <a:schemeClr val="bg1">
                          <a:lumMod val="95000"/>
                        </a:schemeClr>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a:latin typeface="+mn-lt"/>
                      </a:endParaRPr>
                    </a:p>
                  </a:txBody>
                  <a:tcPr marL="76200" marR="76200" marT="38100" marB="38100" anchor="ctr">
                    <a:lnL w="9525" cap="flat" cmpd="sng" algn="ctr">
                      <a:solidFill>
                        <a:schemeClr val="bg1">
                          <a:lumMod val="9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06059211"/>
                  </a:ext>
                </a:extLst>
              </a:tr>
              <a:tr h="0">
                <a:tc vMerge="1">
                  <a:txBody>
                    <a:bodyPr/>
                    <a:lstStyle/>
                    <a:p>
                      <a:endParaRPr lang="en-US" sz="1200"/>
                    </a:p>
                  </a:txBody>
                  <a:tcPr/>
                </a:tc>
                <a:tc>
                  <a:txBody>
                    <a:bodyPr/>
                    <a:lstStyle/>
                    <a:p>
                      <a:r>
                        <a:rPr lang="en-US" sz="1000" b="1">
                          <a:latin typeface="+mn-lt"/>
                        </a:rPr>
                        <a:t>PM track</a:t>
                      </a:r>
                    </a:p>
                  </a:txBody>
                  <a:tcPr marL="76200" marR="76200" marT="38100" marB="381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sz="1000">
                          <a:solidFill>
                            <a:schemeClr val="tx1"/>
                          </a:solidFill>
                          <a:latin typeface="+mn-lt"/>
                        </a:rPr>
                        <a:t>CI process setup</a:t>
                      </a:r>
                    </a:p>
                  </a:txBody>
                  <a:tcPr marL="76200" marR="76200" marT="38100" marB="38100" anchor="ctr">
                    <a:lnL w="12700" cap="flat" cmpd="sng" algn="ctr">
                      <a:noFill/>
                      <a:prstDash val="solid"/>
                      <a:round/>
                      <a:headEnd type="none" w="med" len="med"/>
                      <a:tailEnd type="none" w="med" len="med"/>
                    </a:lnL>
                    <a:lnR w="9525" cap="flat" cmpd="sng" algn="ctr">
                      <a:solidFill>
                        <a:schemeClr val="bg1">
                          <a:lumMod val="95000"/>
                        </a:schemeClr>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7DB11"/>
                    </a:solidFill>
                  </a:tcPr>
                </a:tc>
                <a:tc>
                  <a:txBody>
                    <a:bodyPr/>
                    <a:lstStyle/>
                    <a:p>
                      <a:pPr marL="0" marR="0" lvl="0" indent="0" algn="l" defTabSz="1097280" rtl="0" eaLnBrk="1" fontAlgn="auto" latinLnBrk="0" hangingPunct="1">
                        <a:lnSpc>
                          <a:spcPct val="100000"/>
                        </a:lnSpc>
                        <a:spcBef>
                          <a:spcPts val="0"/>
                        </a:spcBef>
                        <a:spcAft>
                          <a:spcPts val="0"/>
                        </a:spcAft>
                        <a:buClrTx/>
                        <a:buSzTx/>
                        <a:buFontTx/>
                        <a:buNone/>
                        <a:tabLst/>
                        <a:defRPr/>
                      </a:pPr>
                      <a:r>
                        <a:rPr lang="en-US" sz="1000">
                          <a:solidFill>
                            <a:schemeClr val="tx1"/>
                          </a:solidFill>
                          <a:latin typeface="+mn-lt"/>
                        </a:rPr>
                        <a:t>EngX asmt</a:t>
                      </a:r>
                    </a:p>
                  </a:txBody>
                  <a:tcPr marL="76200" marR="76200" marT="38100" marB="38100" anchor="ctr">
                    <a:lnL w="9525" cap="flat" cmpd="sng" algn="ctr">
                      <a:solidFill>
                        <a:schemeClr val="bg1">
                          <a:lumMod val="95000"/>
                        </a:schemeClr>
                      </a:solidFill>
                      <a:prstDash val="solid"/>
                      <a:round/>
                      <a:headEnd type="none" w="med" len="med"/>
                      <a:tailEnd type="none" w="med" len="med"/>
                    </a:lnL>
                    <a:lnR w="9525" cap="flat" cmpd="sng" algn="ctr">
                      <a:solidFill>
                        <a:schemeClr val="bg1">
                          <a:lumMod val="95000"/>
                        </a:schemeClr>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7DB11"/>
                    </a:solidFill>
                  </a:tcPr>
                </a:tc>
                <a:tc>
                  <a:txBody>
                    <a:bodyPr/>
                    <a:lstStyle/>
                    <a:p>
                      <a:endParaRPr lang="en-US" sz="1000">
                        <a:latin typeface="+mn-lt"/>
                      </a:endParaRPr>
                    </a:p>
                  </a:txBody>
                  <a:tcPr marL="76200" marR="76200" marT="38100" marB="38100" anchor="ctr">
                    <a:lnL w="9525" cap="flat" cmpd="sng" algn="ctr">
                      <a:solidFill>
                        <a:schemeClr val="bg1">
                          <a:lumMod val="95000"/>
                        </a:schemeClr>
                      </a:solidFill>
                      <a:prstDash val="solid"/>
                      <a:round/>
                      <a:headEnd type="none" w="med" len="med"/>
                      <a:tailEnd type="none" w="med" len="med"/>
                    </a:lnL>
                    <a:lnR w="9525" cap="flat" cmpd="sng" algn="ctr">
                      <a:solidFill>
                        <a:schemeClr val="bg1">
                          <a:lumMod val="95000"/>
                        </a:schemeClr>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000" b="0">
                          <a:solidFill>
                            <a:srgbClr val="000000"/>
                          </a:solidFill>
                          <a:effectLst/>
                          <a:latin typeface="+mn-lt"/>
                        </a:rPr>
                        <a:t>Change Control</a:t>
                      </a:r>
                      <a:endParaRPr lang="en-US" sz="1000" b="0">
                        <a:latin typeface="+mn-lt"/>
                      </a:endParaRPr>
                    </a:p>
                  </a:txBody>
                  <a:tcPr marL="76200" marR="76200" marT="38100" marB="38100" anchor="ctr">
                    <a:lnL w="9525" cap="flat" cmpd="sng" algn="ctr">
                      <a:solidFill>
                        <a:schemeClr val="bg1">
                          <a:lumMod val="95000"/>
                        </a:schemeClr>
                      </a:solidFill>
                      <a:prstDash val="solid"/>
                      <a:round/>
                      <a:headEnd type="none" w="med" len="med"/>
                      <a:tailEnd type="none" w="med" len="med"/>
                    </a:lnL>
                    <a:lnR w="9525" cap="flat" cmpd="sng" algn="ctr">
                      <a:solidFill>
                        <a:schemeClr val="bg1">
                          <a:lumMod val="95000"/>
                        </a:schemeClr>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7DB11"/>
                    </a:solidFill>
                  </a:tcPr>
                </a:tc>
                <a:tc>
                  <a:txBody>
                    <a:bodyPr/>
                    <a:lstStyle/>
                    <a:p>
                      <a:r>
                        <a:rPr lang="en-US" sz="1000" b="0">
                          <a:solidFill>
                            <a:srgbClr val="000000"/>
                          </a:solidFill>
                          <a:effectLst/>
                          <a:latin typeface="+mn-lt"/>
                        </a:rPr>
                        <a:t>Milestone Governance </a:t>
                      </a:r>
                      <a:endParaRPr lang="en-US" sz="1000" b="0">
                        <a:latin typeface="+mn-lt"/>
                      </a:endParaRPr>
                    </a:p>
                  </a:txBody>
                  <a:tcPr marL="76200" marR="76200" marT="38100" marB="38100" anchor="ctr">
                    <a:lnL w="9525" cap="flat" cmpd="sng" algn="ctr">
                      <a:solidFill>
                        <a:schemeClr val="bg1">
                          <a:lumMod val="95000"/>
                        </a:schemeClr>
                      </a:solidFill>
                      <a:prstDash val="solid"/>
                      <a:round/>
                      <a:headEnd type="none" w="med" len="med"/>
                      <a:tailEnd type="none" w="med" len="med"/>
                    </a:lnL>
                    <a:lnR w="9525" cap="flat" cmpd="sng" algn="ctr">
                      <a:solidFill>
                        <a:schemeClr val="bg1">
                          <a:lumMod val="95000"/>
                        </a:schemeClr>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7DB11"/>
                    </a:solidFill>
                  </a:tcPr>
                </a:tc>
                <a:tc gridSpan="2">
                  <a:txBody>
                    <a:bodyPr/>
                    <a:lstStyle/>
                    <a:p>
                      <a:pPr marL="0" marR="0" lvl="0" indent="0" algn="l" defTabSz="1097280" rtl="0" eaLnBrk="1" fontAlgn="auto" latinLnBrk="0" hangingPunct="1">
                        <a:lnSpc>
                          <a:spcPct val="100000"/>
                        </a:lnSpc>
                        <a:spcBef>
                          <a:spcPts val="0"/>
                        </a:spcBef>
                        <a:spcAft>
                          <a:spcPts val="0"/>
                        </a:spcAft>
                        <a:buClrTx/>
                        <a:buSzTx/>
                        <a:buFontTx/>
                        <a:buNone/>
                        <a:tabLst/>
                        <a:defRPr/>
                      </a:pPr>
                      <a:r>
                        <a:rPr lang="en-US" sz="1000" b="0">
                          <a:solidFill>
                            <a:srgbClr val="000000"/>
                          </a:solidFill>
                          <a:effectLst/>
                          <a:latin typeface="+mn-lt"/>
                        </a:rPr>
                        <a:t>Readiness, Acceptance </a:t>
                      </a:r>
                    </a:p>
                    <a:p>
                      <a:pPr marL="0" marR="0" lvl="0" indent="0" algn="l" defTabSz="1097280" rtl="0" eaLnBrk="1" fontAlgn="auto" latinLnBrk="0" hangingPunct="1">
                        <a:lnSpc>
                          <a:spcPct val="100000"/>
                        </a:lnSpc>
                        <a:spcBef>
                          <a:spcPts val="0"/>
                        </a:spcBef>
                        <a:spcAft>
                          <a:spcPts val="0"/>
                        </a:spcAft>
                        <a:buClrTx/>
                        <a:buSzTx/>
                        <a:buFontTx/>
                        <a:buNone/>
                        <a:tabLst/>
                        <a:defRPr/>
                      </a:pPr>
                      <a:r>
                        <a:rPr lang="en-US" sz="1000" b="0">
                          <a:solidFill>
                            <a:srgbClr val="000000"/>
                          </a:solidFill>
                          <a:effectLst/>
                          <a:latin typeface="+mn-lt"/>
                        </a:rPr>
                        <a:t>&amp; Estimation</a:t>
                      </a:r>
                    </a:p>
                  </a:txBody>
                  <a:tcPr marL="76200" marR="76200" marT="38100" marB="38100" anchor="ctr">
                    <a:lnL w="9525" cap="flat" cmpd="sng" algn="ctr">
                      <a:solidFill>
                        <a:schemeClr val="bg1">
                          <a:lumMod val="95000"/>
                        </a:schemeClr>
                      </a:solidFill>
                      <a:prstDash val="solid"/>
                      <a:round/>
                      <a:headEnd type="none" w="med" len="med"/>
                      <a:tailEnd type="none" w="med" len="med"/>
                    </a:lnL>
                    <a:lnR w="9525" cap="flat" cmpd="sng" algn="ctr">
                      <a:solidFill>
                        <a:schemeClr val="bg1">
                          <a:lumMod val="95000"/>
                        </a:schemeClr>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7DB11"/>
                    </a:solidFill>
                  </a:tcPr>
                </a:tc>
                <a:tc hMerge="1">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000">
                        <a:latin typeface="+mn-lt"/>
                      </a:endParaRPr>
                    </a:p>
                  </a:txBody>
                  <a:tcPr marL="76200" marR="76200" marT="38100" marB="38100" anchor="ctr">
                    <a:lnL w="9525" cap="flat" cmpd="sng" algn="ctr">
                      <a:solidFill>
                        <a:schemeClr val="bg1">
                          <a:lumMod val="95000"/>
                        </a:schemeClr>
                      </a:solidFill>
                      <a:prstDash val="solid"/>
                      <a:round/>
                      <a:headEnd type="none" w="med" len="med"/>
                      <a:tailEnd type="none" w="med" len="med"/>
                    </a:lnL>
                    <a:lnR w="9525" cap="flat" cmpd="sng" algn="ctr">
                      <a:solidFill>
                        <a:schemeClr val="bg1">
                          <a:lumMod val="95000"/>
                        </a:schemeClr>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000">
                          <a:solidFill>
                            <a:schemeClr val="bg1"/>
                          </a:solidFill>
                          <a:latin typeface="+mn-lt"/>
                        </a:rPr>
                        <a:t>New PM framework</a:t>
                      </a:r>
                    </a:p>
                  </a:txBody>
                  <a:tcPr marL="76200" marR="76200" marT="38100" marB="38100" anchor="ctr">
                    <a:lnL w="9525" cap="flat" cmpd="sng" algn="ctr">
                      <a:solidFill>
                        <a:schemeClr val="bg1">
                          <a:lumMod val="95000"/>
                        </a:schemeClr>
                      </a:solidFill>
                      <a:prstDash val="solid"/>
                      <a:round/>
                      <a:headEnd type="none" w="med" len="med"/>
                      <a:tailEnd type="none" w="med" len="med"/>
                    </a:lnL>
                    <a:lnR w="9525" cap="flat" cmpd="sng" algn="ctr">
                      <a:solidFill>
                        <a:schemeClr val="bg1">
                          <a:lumMod val="95000"/>
                        </a:schemeClr>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CB3E01"/>
                    </a:solidFill>
                  </a:tcPr>
                </a:tc>
                <a:tc>
                  <a:txBody>
                    <a:bodyPr/>
                    <a:lstStyle/>
                    <a:p>
                      <a:endParaRPr lang="en-US" sz="1000">
                        <a:latin typeface="+mn-lt"/>
                      </a:endParaRPr>
                    </a:p>
                  </a:txBody>
                  <a:tcPr marL="76200" marR="76200" marT="38100" marB="38100" anchor="ctr">
                    <a:lnL w="9525" cap="flat" cmpd="sng" algn="ctr">
                      <a:solidFill>
                        <a:schemeClr val="bg1">
                          <a:lumMod val="95000"/>
                        </a:schemeClr>
                      </a:solidFill>
                      <a:prstDash val="solid"/>
                      <a:round/>
                      <a:headEnd type="none" w="med" len="med"/>
                      <a:tailEnd type="none" w="med" len="med"/>
                    </a:lnL>
                    <a:lnR w="9525" cap="flat" cmpd="sng" algn="ctr">
                      <a:solidFill>
                        <a:schemeClr val="bg1">
                          <a:lumMod val="95000"/>
                        </a:schemeClr>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a:latin typeface="+mn-lt"/>
                      </a:endParaRPr>
                    </a:p>
                  </a:txBody>
                  <a:tcPr marL="76200" marR="76200" marT="38100" marB="38100" anchor="ctr">
                    <a:lnL w="9525" cap="flat" cmpd="sng" algn="ctr">
                      <a:solidFill>
                        <a:schemeClr val="bg1">
                          <a:lumMod val="95000"/>
                        </a:schemeClr>
                      </a:solidFill>
                      <a:prstDash val="solid"/>
                      <a:round/>
                      <a:headEnd type="none" w="med" len="med"/>
                      <a:tailEnd type="none" w="med" len="med"/>
                    </a:lnL>
                    <a:lnR w="9525" cap="flat" cmpd="sng" algn="ctr">
                      <a:solidFill>
                        <a:schemeClr val="bg1">
                          <a:lumMod val="95000"/>
                        </a:schemeClr>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a:latin typeface="+mn-lt"/>
                      </a:endParaRPr>
                    </a:p>
                  </a:txBody>
                  <a:tcPr marL="76200" marR="76200" marT="38100" marB="38100" anchor="ctr">
                    <a:lnL w="9525" cap="flat" cmpd="sng" algn="ctr">
                      <a:solidFill>
                        <a:schemeClr val="bg1">
                          <a:lumMod val="95000"/>
                        </a:schemeClr>
                      </a:solidFill>
                      <a:prstDash val="solid"/>
                      <a:round/>
                      <a:headEnd type="none" w="med" len="med"/>
                      <a:tailEnd type="none" w="med" len="med"/>
                    </a:lnL>
                    <a:lnR w="9525" cap="flat" cmpd="sng" algn="ctr">
                      <a:solidFill>
                        <a:schemeClr val="bg1">
                          <a:lumMod val="95000"/>
                        </a:schemeClr>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a:latin typeface="+mn-lt"/>
                      </a:endParaRPr>
                    </a:p>
                  </a:txBody>
                  <a:tcPr marL="76200" marR="76200" marT="38100" marB="38100" anchor="ctr">
                    <a:lnL w="9525" cap="flat" cmpd="sng" algn="ctr">
                      <a:solidFill>
                        <a:schemeClr val="bg1">
                          <a:lumMod val="9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69230515"/>
                  </a:ext>
                </a:extLst>
              </a:tr>
              <a:tr h="0">
                <a:tc vMerge="1">
                  <a:txBody>
                    <a:bodyPr/>
                    <a:lstStyle/>
                    <a:p>
                      <a:endParaRPr lang="en-US" sz="1200"/>
                    </a:p>
                  </a:txBody>
                  <a:tcPr/>
                </a:tc>
                <a:tc>
                  <a:txBody>
                    <a:bodyPr/>
                    <a:lstStyle/>
                    <a:p>
                      <a:pPr marL="0" marR="0" lvl="0" indent="0" algn="l" defTabSz="1097280" rtl="0" eaLnBrk="1" fontAlgn="auto" latinLnBrk="0" hangingPunct="1">
                        <a:lnSpc>
                          <a:spcPct val="100000"/>
                        </a:lnSpc>
                        <a:spcBef>
                          <a:spcPts val="0"/>
                        </a:spcBef>
                        <a:spcAft>
                          <a:spcPts val="0"/>
                        </a:spcAft>
                        <a:buClrTx/>
                        <a:buSzTx/>
                        <a:buFontTx/>
                        <a:buNone/>
                        <a:tabLst/>
                        <a:defRPr/>
                      </a:pPr>
                      <a:r>
                        <a:rPr lang="en-US" sz="1000" b="1">
                          <a:latin typeface="+mn-lt"/>
                        </a:rPr>
                        <a:t>Development track</a:t>
                      </a:r>
                    </a:p>
                  </a:txBody>
                  <a:tcPr marL="76200" marR="76200" marT="38100" marB="381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gridSpan="4">
                  <a:txBody>
                    <a:bodyPr/>
                    <a:lstStyle/>
                    <a:p>
                      <a:pPr marL="0" marR="0" lvl="0" indent="0" algn="l" defTabSz="1097280" rtl="0" eaLnBrk="1" fontAlgn="auto" latinLnBrk="0" hangingPunct="1">
                        <a:lnSpc>
                          <a:spcPct val="100000"/>
                        </a:lnSpc>
                        <a:spcBef>
                          <a:spcPts val="0"/>
                        </a:spcBef>
                        <a:spcAft>
                          <a:spcPts val="0"/>
                        </a:spcAft>
                        <a:buClrTx/>
                        <a:buSzTx/>
                        <a:buFontTx/>
                        <a:buNone/>
                        <a:tabLst/>
                        <a:defRPr/>
                      </a:pPr>
                      <a:r>
                        <a:rPr lang="en-US" sz="1000" b="0">
                          <a:solidFill>
                            <a:schemeClr val="bg1"/>
                          </a:solidFill>
                          <a:effectLst/>
                          <a:latin typeface="+mn-lt"/>
                        </a:rPr>
                        <a:t>Modularization &amp; Parallelization Enablement</a:t>
                      </a:r>
                    </a:p>
                  </a:txBody>
                  <a:tcPr marL="76200" marR="76200" marT="38100" marB="38100" anchor="ctr">
                    <a:lnL w="12700" cap="flat" cmpd="sng" algn="ctr">
                      <a:noFill/>
                      <a:prstDash val="solid"/>
                      <a:round/>
                      <a:headEnd type="none" w="med" len="med"/>
                      <a:tailEnd type="none" w="med" len="med"/>
                    </a:lnL>
                    <a:lnR w="9525" cap="flat" cmpd="sng" algn="ctr">
                      <a:solidFill>
                        <a:schemeClr val="bg1">
                          <a:lumMod val="95000"/>
                        </a:schemeClr>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00A725"/>
                    </a:solidFill>
                  </a:tcPr>
                </a:tc>
                <a:tc hMerge="1">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75000"/>
                      </a:schemeClr>
                    </a:solidFill>
                  </a:tcPr>
                </a:tc>
                <a:tc hMerge="1">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75000"/>
                      </a:schemeClr>
                    </a:solidFill>
                  </a:tcPr>
                </a:tc>
                <a:tc hMerge="1">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75000"/>
                      </a:schemeClr>
                    </a:solidFill>
                  </a:tcPr>
                </a:tc>
                <a:tc>
                  <a:txBody>
                    <a:bodyPr/>
                    <a:lstStyle/>
                    <a:p>
                      <a:endParaRPr lang="en-US" sz="1000">
                        <a:latin typeface="+mn-lt"/>
                      </a:endParaRPr>
                    </a:p>
                  </a:txBody>
                  <a:tcPr marL="76200" marR="76200" marT="38100" marB="38100" anchor="ctr">
                    <a:lnL w="9525" cap="flat" cmpd="sng" algn="ctr">
                      <a:solidFill>
                        <a:schemeClr val="bg1">
                          <a:lumMod val="95000"/>
                        </a:schemeClr>
                      </a:solidFill>
                      <a:prstDash val="solid"/>
                      <a:round/>
                      <a:headEnd type="none" w="med" len="med"/>
                      <a:tailEnd type="none" w="med" len="med"/>
                    </a:lnL>
                    <a:lnR w="9525" cap="flat" cmpd="sng" algn="ctr">
                      <a:solidFill>
                        <a:schemeClr val="bg1">
                          <a:lumMod val="95000"/>
                        </a:schemeClr>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a:latin typeface="+mn-lt"/>
                      </a:endParaRPr>
                    </a:p>
                  </a:txBody>
                  <a:tcPr marL="76200" marR="76200" marT="38100" marB="38100" anchor="ctr">
                    <a:lnL w="9525" cap="flat" cmpd="sng" algn="ctr">
                      <a:solidFill>
                        <a:schemeClr val="bg1">
                          <a:lumMod val="95000"/>
                        </a:schemeClr>
                      </a:solidFill>
                      <a:prstDash val="solid"/>
                      <a:round/>
                      <a:headEnd type="none" w="med" len="med"/>
                      <a:tailEnd type="none" w="med" len="med"/>
                    </a:lnL>
                    <a:lnR w="9525" cap="flat" cmpd="sng" algn="ctr">
                      <a:solidFill>
                        <a:schemeClr val="bg1">
                          <a:lumMod val="95000"/>
                        </a:schemeClr>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a:latin typeface="+mn-lt"/>
                      </a:endParaRPr>
                    </a:p>
                  </a:txBody>
                  <a:tcPr marL="76200" marR="76200" marT="38100" marB="38100" anchor="ctr">
                    <a:lnL w="9525" cap="flat" cmpd="sng" algn="ctr">
                      <a:solidFill>
                        <a:schemeClr val="bg1">
                          <a:lumMod val="95000"/>
                        </a:schemeClr>
                      </a:solidFill>
                      <a:prstDash val="solid"/>
                      <a:round/>
                      <a:headEnd type="none" w="med" len="med"/>
                      <a:tailEnd type="none" w="med" len="med"/>
                    </a:lnL>
                    <a:lnR w="9525" cap="flat" cmpd="sng" algn="ctr">
                      <a:solidFill>
                        <a:schemeClr val="bg1">
                          <a:lumMod val="95000"/>
                        </a:schemeClr>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a:latin typeface="+mn-lt"/>
                      </a:endParaRPr>
                    </a:p>
                  </a:txBody>
                  <a:tcPr marL="76200" marR="76200" marT="38100" marB="38100" anchor="ctr">
                    <a:lnL w="9525" cap="flat" cmpd="sng" algn="ctr">
                      <a:solidFill>
                        <a:schemeClr val="bg1">
                          <a:lumMod val="95000"/>
                        </a:schemeClr>
                      </a:solidFill>
                      <a:prstDash val="solid"/>
                      <a:round/>
                      <a:headEnd type="none" w="med" len="med"/>
                      <a:tailEnd type="none" w="med" len="med"/>
                    </a:lnL>
                    <a:lnR w="9525" cap="flat" cmpd="sng" algn="ctr">
                      <a:solidFill>
                        <a:schemeClr val="bg1">
                          <a:lumMod val="95000"/>
                        </a:schemeClr>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r>
                        <a:rPr lang="en-US" sz="1000">
                          <a:solidFill>
                            <a:schemeClr val="bg1"/>
                          </a:solidFill>
                          <a:latin typeface="+mn-lt"/>
                        </a:rPr>
                        <a:t>New Dev. guidelines</a:t>
                      </a:r>
                    </a:p>
                  </a:txBody>
                  <a:tcPr marL="76200" marR="76200" marT="38100" marB="38100" anchor="ctr">
                    <a:lnL w="9525" cap="flat" cmpd="sng" algn="ctr">
                      <a:solidFill>
                        <a:schemeClr val="bg1">
                          <a:lumMod val="95000"/>
                        </a:schemeClr>
                      </a:solidFill>
                      <a:prstDash val="solid"/>
                      <a:round/>
                      <a:headEnd type="none" w="med" len="med"/>
                      <a:tailEnd type="none" w="med" len="med"/>
                    </a:lnL>
                    <a:lnR w="9525" cap="flat" cmpd="sng" algn="ctr">
                      <a:solidFill>
                        <a:schemeClr val="bg1">
                          <a:lumMod val="95000"/>
                        </a:schemeClr>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CB3E01"/>
                    </a:solidFill>
                  </a:tcPr>
                </a:tc>
                <a:tc hMerge="1">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75000"/>
                      </a:schemeClr>
                    </a:solidFill>
                  </a:tcPr>
                </a:tc>
                <a:tc>
                  <a:txBody>
                    <a:bodyPr/>
                    <a:lstStyle/>
                    <a:p>
                      <a:endParaRPr lang="en-US" sz="1000">
                        <a:latin typeface="+mn-lt"/>
                      </a:endParaRPr>
                    </a:p>
                  </a:txBody>
                  <a:tcPr marL="76200" marR="76200" marT="38100" marB="38100" anchor="ctr">
                    <a:lnL w="9525" cap="flat" cmpd="sng" algn="ctr">
                      <a:solidFill>
                        <a:schemeClr val="bg1">
                          <a:lumMod val="95000"/>
                        </a:schemeClr>
                      </a:solidFill>
                      <a:prstDash val="solid"/>
                      <a:round/>
                      <a:headEnd type="none" w="med" len="med"/>
                      <a:tailEnd type="none" w="med" len="med"/>
                    </a:lnL>
                    <a:lnR w="9525" cap="flat" cmpd="sng" algn="ctr">
                      <a:solidFill>
                        <a:schemeClr val="bg1">
                          <a:lumMod val="95000"/>
                        </a:schemeClr>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a:latin typeface="+mn-lt"/>
                      </a:endParaRPr>
                    </a:p>
                  </a:txBody>
                  <a:tcPr marL="76200" marR="76200" marT="38100" marB="38100" anchor="ctr">
                    <a:lnL w="9525" cap="flat" cmpd="sng" algn="ctr">
                      <a:solidFill>
                        <a:schemeClr val="bg1">
                          <a:lumMod val="95000"/>
                        </a:schemeClr>
                      </a:solidFill>
                      <a:prstDash val="solid"/>
                      <a:round/>
                      <a:headEnd type="none" w="med" len="med"/>
                      <a:tailEnd type="none" w="med" len="med"/>
                    </a:lnL>
                    <a:lnR w="9525" cap="flat" cmpd="sng" algn="ctr">
                      <a:solidFill>
                        <a:schemeClr val="bg1">
                          <a:lumMod val="95000"/>
                        </a:schemeClr>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a:latin typeface="+mn-lt"/>
                      </a:endParaRPr>
                    </a:p>
                  </a:txBody>
                  <a:tcPr marL="76200" marR="76200" marT="38100" marB="38100" anchor="ctr">
                    <a:lnL w="9525" cap="flat" cmpd="sng" algn="ctr">
                      <a:solidFill>
                        <a:schemeClr val="bg1">
                          <a:lumMod val="9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67186080"/>
                  </a:ext>
                </a:extLst>
              </a:tr>
              <a:tr h="0">
                <a:tc vMerge="1">
                  <a:txBody>
                    <a:bodyPr/>
                    <a:lstStyle/>
                    <a:p>
                      <a:endParaRPr lang="en-US" sz="1200"/>
                    </a:p>
                  </a:txBody>
                  <a:tcPr/>
                </a:tc>
                <a:tc>
                  <a:txBody>
                    <a:bodyPr/>
                    <a:lstStyle/>
                    <a:p>
                      <a:r>
                        <a:rPr lang="en-US" sz="1000" b="1">
                          <a:latin typeface="+mn-lt"/>
                        </a:rPr>
                        <a:t>QA track</a:t>
                      </a:r>
                    </a:p>
                  </a:txBody>
                  <a:tcPr marL="76200" marR="76200" marT="38100" marB="381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sz="1000">
                        <a:latin typeface="+mn-lt"/>
                      </a:endParaRPr>
                    </a:p>
                  </a:txBody>
                  <a:tcPr marL="76200" marR="76200" marT="38100" marB="38100" anchor="ctr">
                    <a:lnL w="12700" cap="flat" cmpd="sng" algn="ctr">
                      <a:noFill/>
                      <a:prstDash val="solid"/>
                      <a:round/>
                      <a:headEnd type="none" w="med" len="med"/>
                      <a:tailEnd type="none" w="med" len="med"/>
                    </a:lnL>
                    <a:lnR w="9525" cap="flat" cmpd="sng" algn="ctr">
                      <a:solidFill>
                        <a:schemeClr val="bg1">
                          <a:lumMod val="95000"/>
                        </a:schemeClr>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marL="0" marR="0" lvl="0" indent="0" algn="l" defTabSz="1097280" rtl="0" eaLnBrk="1" fontAlgn="auto" latinLnBrk="0" hangingPunct="1">
                        <a:lnSpc>
                          <a:spcPct val="100000"/>
                        </a:lnSpc>
                        <a:spcBef>
                          <a:spcPts val="0"/>
                        </a:spcBef>
                        <a:spcAft>
                          <a:spcPts val="0"/>
                        </a:spcAft>
                        <a:buClrTx/>
                        <a:buSzTx/>
                        <a:buFontTx/>
                        <a:buNone/>
                        <a:tabLst/>
                        <a:defRPr/>
                      </a:pPr>
                      <a:r>
                        <a:rPr lang="en-US" sz="1000" b="0">
                          <a:solidFill>
                            <a:schemeClr val="tx1"/>
                          </a:solidFill>
                          <a:effectLst/>
                          <a:latin typeface="+mn-lt"/>
                        </a:rPr>
                        <a:t>QA Shift-Left &amp; Automation</a:t>
                      </a:r>
                    </a:p>
                  </a:txBody>
                  <a:tcPr marL="76200" marR="76200" marT="38100" marB="38100" anchor="ctr">
                    <a:lnL w="9525" cap="flat" cmpd="sng" algn="ctr">
                      <a:solidFill>
                        <a:schemeClr val="bg1">
                          <a:lumMod val="95000"/>
                        </a:schemeClr>
                      </a:solidFill>
                      <a:prstDash val="solid"/>
                      <a:round/>
                      <a:headEnd type="none" w="med" len="med"/>
                      <a:tailEnd type="none" w="med" len="med"/>
                    </a:lnL>
                    <a:lnR w="9525" cap="flat" cmpd="sng" algn="ctr">
                      <a:solidFill>
                        <a:schemeClr val="bg1">
                          <a:lumMod val="95000"/>
                        </a:schemeClr>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7DB11"/>
                    </a:solidFill>
                  </a:tcPr>
                </a:tc>
                <a:tc hMerge="1">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75000"/>
                      </a:schemeClr>
                    </a:solidFill>
                  </a:tcPr>
                </a:tc>
                <a:tc hMerge="1">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75000"/>
                      </a:schemeClr>
                    </a:solidFill>
                  </a:tcPr>
                </a:tc>
                <a:tc>
                  <a:txBody>
                    <a:bodyPr/>
                    <a:lstStyle/>
                    <a:p>
                      <a:endParaRPr lang="en-US" sz="1000">
                        <a:latin typeface="+mn-lt"/>
                      </a:endParaRPr>
                    </a:p>
                  </a:txBody>
                  <a:tcPr marL="76200" marR="76200" marT="38100" marB="38100" anchor="ctr">
                    <a:lnL w="9525" cap="flat" cmpd="sng" algn="ctr">
                      <a:solidFill>
                        <a:schemeClr val="bg1">
                          <a:lumMod val="95000"/>
                        </a:schemeClr>
                      </a:solidFill>
                      <a:prstDash val="solid"/>
                      <a:round/>
                      <a:headEnd type="none" w="med" len="med"/>
                      <a:tailEnd type="none" w="med" len="med"/>
                    </a:lnL>
                    <a:lnR w="9525" cap="flat" cmpd="sng" algn="ctr">
                      <a:solidFill>
                        <a:schemeClr val="bg1">
                          <a:lumMod val="95000"/>
                        </a:schemeClr>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a:latin typeface="+mn-lt"/>
                      </a:endParaRPr>
                    </a:p>
                  </a:txBody>
                  <a:tcPr marL="76200" marR="76200" marT="38100" marB="38100" anchor="ctr">
                    <a:lnL w="9525" cap="flat" cmpd="sng" algn="ctr">
                      <a:solidFill>
                        <a:schemeClr val="bg1">
                          <a:lumMod val="95000"/>
                        </a:schemeClr>
                      </a:solidFill>
                      <a:prstDash val="solid"/>
                      <a:round/>
                      <a:headEnd type="none" w="med" len="med"/>
                      <a:tailEnd type="none" w="med" len="med"/>
                    </a:lnL>
                    <a:lnR w="9525" cap="flat" cmpd="sng" algn="ctr">
                      <a:solidFill>
                        <a:schemeClr val="bg1">
                          <a:lumMod val="95000"/>
                        </a:schemeClr>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a:latin typeface="+mn-lt"/>
                      </a:endParaRPr>
                    </a:p>
                  </a:txBody>
                  <a:tcPr marL="76200" marR="76200" marT="38100" marB="38100" anchor="ctr">
                    <a:lnL w="9525" cap="flat" cmpd="sng" algn="ctr">
                      <a:solidFill>
                        <a:schemeClr val="bg1">
                          <a:lumMod val="95000"/>
                        </a:schemeClr>
                      </a:solidFill>
                      <a:prstDash val="solid"/>
                      <a:round/>
                      <a:headEnd type="none" w="med" len="med"/>
                      <a:tailEnd type="none" w="med" len="med"/>
                    </a:lnL>
                    <a:lnR w="9525" cap="flat" cmpd="sng" algn="ctr">
                      <a:solidFill>
                        <a:schemeClr val="bg1">
                          <a:lumMod val="95000"/>
                        </a:schemeClr>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a:latin typeface="+mn-lt"/>
                      </a:endParaRPr>
                    </a:p>
                  </a:txBody>
                  <a:tcPr marL="76200" marR="76200" marT="38100" marB="38100" anchor="ctr">
                    <a:lnL w="9525" cap="flat" cmpd="sng" algn="ctr">
                      <a:solidFill>
                        <a:schemeClr val="bg1">
                          <a:lumMod val="95000"/>
                        </a:schemeClr>
                      </a:solidFill>
                      <a:prstDash val="solid"/>
                      <a:round/>
                      <a:headEnd type="none" w="med" len="med"/>
                      <a:tailEnd type="none" w="med" len="med"/>
                    </a:lnL>
                    <a:lnR w="9525" cap="flat" cmpd="sng" algn="ctr">
                      <a:solidFill>
                        <a:schemeClr val="bg1">
                          <a:lumMod val="95000"/>
                        </a:schemeClr>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l" defTabSz="1097280" rtl="0" eaLnBrk="1" fontAlgn="auto" latinLnBrk="0" hangingPunct="1">
                        <a:lnSpc>
                          <a:spcPct val="100000"/>
                        </a:lnSpc>
                        <a:spcBef>
                          <a:spcPts val="0"/>
                        </a:spcBef>
                        <a:spcAft>
                          <a:spcPts val="0"/>
                        </a:spcAft>
                        <a:buClrTx/>
                        <a:buSzTx/>
                        <a:buFontTx/>
                        <a:buNone/>
                        <a:tabLst/>
                        <a:defRPr/>
                      </a:pPr>
                      <a:r>
                        <a:rPr lang="en-US" sz="1000">
                          <a:solidFill>
                            <a:schemeClr val="bg1"/>
                          </a:solidFill>
                          <a:latin typeface="+mn-lt"/>
                        </a:rPr>
                        <a:t>New QA guidelines</a:t>
                      </a:r>
                    </a:p>
                  </a:txBody>
                  <a:tcPr marL="76200" marR="76200" marT="38100" marB="38100" anchor="ctr">
                    <a:lnL w="9525" cap="flat" cmpd="sng" algn="ctr">
                      <a:solidFill>
                        <a:schemeClr val="bg1">
                          <a:lumMod val="95000"/>
                        </a:schemeClr>
                      </a:solidFill>
                      <a:prstDash val="solid"/>
                      <a:round/>
                      <a:headEnd type="none" w="med" len="med"/>
                      <a:tailEnd type="none" w="med" len="med"/>
                    </a:lnL>
                    <a:lnR w="9525" cap="flat" cmpd="sng" algn="ctr">
                      <a:solidFill>
                        <a:schemeClr val="bg1">
                          <a:lumMod val="95000"/>
                        </a:schemeClr>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CB3E01"/>
                    </a:solidFill>
                  </a:tcPr>
                </a:tc>
                <a:tc hMerge="1">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endParaRPr lang="en-US" sz="1000">
                        <a:latin typeface="+mn-lt"/>
                      </a:endParaRPr>
                    </a:p>
                  </a:txBody>
                  <a:tcPr marL="76200" marR="76200" marT="38100" marB="38100" anchor="ctr">
                    <a:lnL w="9525" cap="flat" cmpd="sng" algn="ctr">
                      <a:solidFill>
                        <a:schemeClr val="bg1">
                          <a:lumMod val="95000"/>
                        </a:schemeClr>
                      </a:solidFill>
                      <a:prstDash val="solid"/>
                      <a:round/>
                      <a:headEnd type="none" w="med" len="med"/>
                      <a:tailEnd type="none" w="med" len="med"/>
                    </a:lnL>
                    <a:lnR w="9525" cap="flat" cmpd="sng" algn="ctr">
                      <a:solidFill>
                        <a:schemeClr val="bg1">
                          <a:lumMod val="95000"/>
                        </a:schemeClr>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a:latin typeface="+mn-lt"/>
                      </a:endParaRPr>
                    </a:p>
                  </a:txBody>
                  <a:tcPr marL="76200" marR="76200" marT="38100" marB="38100" anchor="ctr">
                    <a:lnL w="9525" cap="flat" cmpd="sng" algn="ctr">
                      <a:solidFill>
                        <a:schemeClr val="bg1">
                          <a:lumMod val="95000"/>
                        </a:schemeClr>
                      </a:solidFill>
                      <a:prstDash val="solid"/>
                      <a:round/>
                      <a:headEnd type="none" w="med" len="med"/>
                      <a:tailEnd type="none" w="med" len="med"/>
                    </a:lnL>
                    <a:lnR w="9525" cap="flat" cmpd="sng" algn="ctr">
                      <a:solidFill>
                        <a:schemeClr val="bg1">
                          <a:lumMod val="95000"/>
                        </a:schemeClr>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a:latin typeface="+mn-lt"/>
                      </a:endParaRPr>
                    </a:p>
                  </a:txBody>
                  <a:tcPr marL="76200" marR="76200" marT="38100" marB="38100" anchor="ctr">
                    <a:lnL w="9525" cap="flat" cmpd="sng" algn="ctr">
                      <a:solidFill>
                        <a:schemeClr val="bg1">
                          <a:lumMod val="9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80141347"/>
                  </a:ext>
                </a:extLst>
              </a:tr>
              <a:tr h="0">
                <a:tc vMerge="1">
                  <a:txBody>
                    <a:bodyPr/>
                    <a:lstStyle/>
                    <a:p>
                      <a:endParaRPr lang="en-US" sz="1200"/>
                    </a:p>
                  </a:txBody>
                  <a:tcPr/>
                </a:tc>
                <a:tc>
                  <a:txBody>
                    <a:bodyPr/>
                    <a:lstStyle/>
                    <a:p>
                      <a:r>
                        <a:rPr lang="en-US" sz="1000" b="1">
                          <a:latin typeface="+mn-lt"/>
                        </a:rPr>
                        <a:t>Infrastructure track</a:t>
                      </a:r>
                    </a:p>
                  </a:txBody>
                  <a:tcPr marL="76200" marR="76200" marT="38100" marB="381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sz="1000">
                        <a:latin typeface="+mn-lt"/>
                      </a:endParaRPr>
                    </a:p>
                  </a:txBody>
                  <a:tcPr marL="76200" marR="76200" marT="38100" marB="38100" anchor="ctr">
                    <a:lnL w="12700" cap="flat" cmpd="sng" algn="ctr">
                      <a:noFill/>
                      <a:prstDash val="solid"/>
                      <a:round/>
                      <a:headEnd type="none" w="med" len="med"/>
                      <a:tailEnd type="none" w="med" len="med"/>
                    </a:lnL>
                    <a:lnR w="9525" cap="flat" cmpd="sng" algn="ctr">
                      <a:solidFill>
                        <a:schemeClr val="bg1">
                          <a:lumMod val="95000"/>
                        </a:schemeClr>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r>
                        <a:rPr lang="en-US" sz="1000" b="0">
                          <a:solidFill>
                            <a:schemeClr val="tx1"/>
                          </a:solidFill>
                          <a:effectLst/>
                          <a:latin typeface="+mn-lt"/>
                        </a:rPr>
                        <a:t>Integration &amp; Environment Strategy</a:t>
                      </a:r>
                      <a:endParaRPr lang="en-US" sz="1000" b="0">
                        <a:solidFill>
                          <a:schemeClr val="tx1"/>
                        </a:solidFill>
                        <a:latin typeface="+mn-lt"/>
                      </a:endParaRPr>
                    </a:p>
                  </a:txBody>
                  <a:tcPr marL="76200" marR="76200" marT="38100" marB="38100" anchor="ctr">
                    <a:lnL w="9525" cap="flat" cmpd="sng" algn="ctr">
                      <a:solidFill>
                        <a:schemeClr val="bg1">
                          <a:lumMod val="95000"/>
                        </a:schemeClr>
                      </a:solidFill>
                      <a:prstDash val="solid"/>
                      <a:round/>
                      <a:headEnd type="none" w="med" len="med"/>
                      <a:tailEnd type="none" w="med" len="med"/>
                    </a:lnL>
                    <a:lnR w="9525" cap="flat" cmpd="sng" algn="ctr">
                      <a:solidFill>
                        <a:schemeClr val="bg1">
                          <a:lumMod val="95000"/>
                        </a:schemeClr>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rgbClr val="F7DB11"/>
                    </a:solidFill>
                  </a:tcPr>
                </a:tc>
                <a:tc hMerge="1">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000">
                        <a:latin typeface="+mn-lt"/>
                      </a:endParaRPr>
                    </a:p>
                  </a:txBody>
                  <a:tcPr marL="76200" marR="76200" marT="38100" marB="38100" anchor="ctr">
                    <a:lnL w="9525" cap="flat" cmpd="sng" algn="ctr">
                      <a:solidFill>
                        <a:schemeClr val="bg1">
                          <a:lumMod val="95000"/>
                        </a:schemeClr>
                      </a:solidFill>
                      <a:prstDash val="solid"/>
                      <a:round/>
                      <a:headEnd type="none" w="med" len="med"/>
                      <a:tailEnd type="none" w="med" len="med"/>
                    </a:lnL>
                    <a:lnR w="9525" cap="flat" cmpd="sng" algn="ctr">
                      <a:solidFill>
                        <a:schemeClr val="bg1">
                          <a:lumMod val="95000"/>
                        </a:schemeClr>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000" b="0">
                          <a:solidFill>
                            <a:schemeClr val="tx1"/>
                          </a:solidFill>
                          <a:effectLst/>
                          <a:latin typeface="+mn-lt"/>
                        </a:rPr>
                        <a:t>Automated </a:t>
                      </a:r>
                    </a:p>
                    <a:p>
                      <a:r>
                        <a:rPr lang="en-US" sz="1000" b="0">
                          <a:solidFill>
                            <a:schemeClr val="tx1"/>
                          </a:solidFill>
                          <a:effectLst/>
                          <a:latin typeface="+mn-lt"/>
                        </a:rPr>
                        <a:t>Envs &amp; CI/CD</a:t>
                      </a:r>
                      <a:endParaRPr lang="en-US" sz="1000" b="0">
                        <a:solidFill>
                          <a:schemeClr val="tx1"/>
                        </a:solidFill>
                        <a:latin typeface="+mn-lt"/>
                      </a:endParaRPr>
                    </a:p>
                  </a:txBody>
                  <a:tcPr marL="76200" marR="76200" marT="38100" marB="38100" anchor="ctr">
                    <a:lnL w="9525" cap="flat" cmpd="sng" algn="ctr">
                      <a:solidFill>
                        <a:schemeClr val="bg1">
                          <a:lumMod val="95000"/>
                        </a:schemeClr>
                      </a:solidFill>
                      <a:prstDash val="solid"/>
                      <a:round/>
                      <a:headEnd type="none" w="med" len="med"/>
                      <a:tailEnd type="none" w="med" len="med"/>
                    </a:lnL>
                    <a:lnR w="9525" cap="flat" cmpd="sng" algn="ctr">
                      <a:solidFill>
                        <a:schemeClr val="bg1">
                          <a:lumMod val="95000"/>
                        </a:schemeClr>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rgbClr val="F7DB11"/>
                    </a:solidFill>
                  </a:tcPr>
                </a:tc>
                <a:tc>
                  <a:txBody>
                    <a:bodyPr/>
                    <a:lstStyle/>
                    <a:p>
                      <a:pPr marL="0" marR="0" lvl="0" indent="0" algn="l" defTabSz="1097280" rtl="0" eaLnBrk="1" fontAlgn="auto" latinLnBrk="0" hangingPunct="1">
                        <a:lnSpc>
                          <a:spcPct val="100000"/>
                        </a:lnSpc>
                        <a:spcBef>
                          <a:spcPts val="0"/>
                        </a:spcBef>
                        <a:spcAft>
                          <a:spcPts val="0"/>
                        </a:spcAft>
                        <a:buClrTx/>
                        <a:buSzTx/>
                        <a:buFontTx/>
                        <a:buNone/>
                        <a:tabLst/>
                        <a:defRPr/>
                      </a:pPr>
                      <a:r>
                        <a:rPr lang="en-US" sz="1000" b="0">
                          <a:solidFill>
                            <a:srgbClr val="000000"/>
                          </a:solidFill>
                          <a:effectLst/>
                          <a:latin typeface="+mn-lt"/>
                        </a:rPr>
                        <a:t>Release Mgmt</a:t>
                      </a:r>
                      <a:endParaRPr lang="en-US" sz="1000" b="0">
                        <a:latin typeface="+mn-lt"/>
                      </a:endParaRPr>
                    </a:p>
                  </a:txBody>
                  <a:tcPr marL="76200" marR="76200" marT="38100" marB="38100" anchor="ctr">
                    <a:lnL w="9525" cap="flat" cmpd="sng" algn="ctr">
                      <a:solidFill>
                        <a:schemeClr val="bg1">
                          <a:lumMod val="95000"/>
                        </a:schemeClr>
                      </a:solidFill>
                      <a:prstDash val="solid"/>
                      <a:round/>
                      <a:headEnd type="none" w="med" len="med"/>
                      <a:tailEnd type="none" w="med" len="med"/>
                    </a:lnL>
                    <a:lnR w="9525" cap="flat" cmpd="sng" algn="ctr">
                      <a:solidFill>
                        <a:schemeClr val="bg1">
                          <a:lumMod val="95000"/>
                        </a:schemeClr>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rgbClr val="F7DB11"/>
                    </a:solidFill>
                  </a:tcPr>
                </a:tc>
                <a:tc>
                  <a:txBody>
                    <a:bodyPr/>
                    <a:lstStyle/>
                    <a:p>
                      <a:endParaRPr lang="en-US" sz="1000">
                        <a:latin typeface="+mn-lt"/>
                      </a:endParaRPr>
                    </a:p>
                  </a:txBody>
                  <a:tcPr marL="76200" marR="76200" marT="38100" marB="38100" anchor="ctr">
                    <a:lnL w="9525" cap="flat" cmpd="sng" algn="ctr">
                      <a:solidFill>
                        <a:schemeClr val="bg1">
                          <a:lumMod val="95000"/>
                        </a:schemeClr>
                      </a:solidFill>
                      <a:prstDash val="solid"/>
                      <a:round/>
                      <a:headEnd type="none" w="med" len="med"/>
                      <a:tailEnd type="none" w="med" len="med"/>
                    </a:lnL>
                    <a:lnR w="9525" cap="flat" cmpd="sng" algn="ctr">
                      <a:solidFill>
                        <a:schemeClr val="bg1">
                          <a:lumMod val="95000"/>
                        </a:schemeClr>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a:latin typeface="+mn-lt"/>
                      </a:endParaRPr>
                    </a:p>
                  </a:txBody>
                  <a:tcPr marL="76200" marR="76200" marT="38100" marB="38100" anchor="ctr">
                    <a:lnL w="9525" cap="flat" cmpd="sng" algn="ctr">
                      <a:solidFill>
                        <a:schemeClr val="bg1">
                          <a:lumMod val="95000"/>
                        </a:schemeClr>
                      </a:solidFill>
                      <a:prstDash val="solid"/>
                      <a:round/>
                      <a:headEnd type="none" w="med" len="med"/>
                      <a:tailEnd type="none" w="med" len="med"/>
                    </a:lnL>
                    <a:lnR w="9525" cap="flat" cmpd="sng" algn="ctr">
                      <a:solidFill>
                        <a:schemeClr val="bg1">
                          <a:lumMod val="95000"/>
                        </a:schemeClr>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a:latin typeface="+mn-lt"/>
                      </a:endParaRPr>
                    </a:p>
                  </a:txBody>
                  <a:tcPr marL="76200" marR="76200" marT="38100" marB="38100" anchor="ctr">
                    <a:lnL w="9525" cap="flat" cmpd="sng" algn="ctr">
                      <a:solidFill>
                        <a:schemeClr val="bg1">
                          <a:lumMod val="95000"/>
                        </a:schemeClr>
                      </a:solidFill>
                      <a:prstDash val="solid"/>
                      <a:round/>
                      <a:headEnd type="none" w="med" len="med"/>
                      <a:tailEnd type="none" w="med" len="med"/>
                    </a:lnL>
                    <a:lnR w="9525" cap="flat" cmpd="sng" algn="ctr">
                      <a:solidFill>
                        <a:schemeClr val="bg1">
                          <a:lumMod val="95000"/>
                        </a:schemeClr>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a:latin typeface="+mn-lt"/>
                      </a:endParaRPr>
                    </a:p>
                  </a:txBody>
                  <a:tcPr marL="76200" marR="76200" marT="38100" marB="38100" anchor="ctr">
                    <a:lnL w="9525" cap="flat" cmpd="sng" algn="ctr">
                      <a:solidFill>
                        <a:schemeClr val="bg1">
                          <a:lumMod val="95000"/>
                        </a:schemeClr>
                      </a:solidFill>
                      <a:prstDash val="solid"/>
                      <a:round/>
                      <a:headEnd type="none" w="med" len="med"/>
                      <a:tailEnd type="none" w="med" len="med"/>
                    </a:lnL>
                    <a:lnR w="9525" cap="flat" cmpd="sng" algn="ctr">
                      <a:solidFill>
                        <a:schemeClr val="bg1">
                          <a:lumMod val="95000"/>
                        </a:schemeClr>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a:latin typeface="+mn-lt"/>
                      </a:endParaRPr>
                    </a:p>
                  </a:txBody>
                  <a:tcPr marL="76200" marR="76200" marT="38100" marB="38100" anchor="ctr">
                    <a:lnL w="9525" cap="flat" cmpd="sng" algn="ctr">
                      <a:solidFill>
                        <a:schemeClr val="bg1">
                          <a:lumMod val="95000"/>
                        </a:schemeClr>
                      </a:solidFill>
                      <a:prstDash val="solid"/>
                      <a:round/>
                      <a:headEnd type="none" w="med" len="med"/>
                      <a:tailEnd type="none" w="med" len="med"/>
                    </a:lnL>
                    <a:lnR w="9525" cap="flat" cmpd="sng" algn="ctr">
                      <a:solidFill>
                        <a:schemeClr val="bg1">
                          <a:lumMod val="95000"/>
                        </a:schemeClr>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a:latin typeface="+mn-lt"/>
                      </a:endParaRPr>
                    </a:p>
                  </a:txBody>
                  <a:tcPr marL="76200" marR="76200" marT="38100" marB="38100" anchor="ctr">
                    <a:lnL w="9525" cap="flat" cmpd="sng" algn="ctr">
                      <a:solidFill>
                        <a:schemeClr val="bg1">
                          <a:lumMod val="95000"/>
                        </a:schemeClr>
                      </a:solidFill>
                      <a:prstDash val="solid"/>
                      <a:round/>
                      <a:headEnd type="none" w="med" len="med"/>
                      <a:tailEnd type="none" w="med" len="med"/>
                    </a:lnL>
                    <a:lnR w="9525" cap="flat" cmpd="sng" algn="ctr">
                      <a:solidFill>
                        <a:schemeClr val="bg1">
                          <a:lumMod val="95000"/>
                        </a:schemeClr>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a:latin typeface="+mn-lt"/>
                      </a:endParaRPr>
                    </a:p>
                  </a:txBody>
                  <a:tcPr marL="76200" marR="76200" marT="38100" marB="38100" anchor="ctr">
                    <a:lnL w="9525" cap="flat" cmpd="sng" algn="ctr">
                      <a:solidFill>
                        <a:schemeClr val="bg1">
                          <a:lumMod val="9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55392251"/>
                  </a:ext>
                </a:extLst>
              </a:tr>
            </a:tbl>
          </a:graphicData>
        </a:graphic>
      </p:graphicFrame>
      <p:sp>
        <p:nvSpPr>
          <p:cNvPr id="17" name="TextBox 16">
            <a:extLst>
              <a:ext uri="{FF2B5EF4-FFF2-40B4-BE49-F238E27FC236}">
                <a16:creationId xmlns:a16="http://schemas.microsoft.com/office/drawing/2014/main" id="{912B1E43-836C-9CC7-994A-134355BFC72E}"/>
              </a:ext>
            </a:extLst>
          </p:cNvPr>
          <p:cNvSpPr txBox="1"/>
          <p:nvPr/>
        </p:nvSpPr>
        <p:spPr>
          <a:xfrm>
            <a:off x="382482" y="6078336"/>
            <a:ext cx="7317129" cy="169277"/>
          </a:xfrm>
          <a:prstGeom prst="rect">
            <a:avLst/>
          </a:prstGeom>
        </p:spPr>
        <p:txBody>
          <a:bodyPr wrap="square" lIns="0" tIns="0" rIns="0" bIns="0" rtlCol="0">
            <a:spAutoFit/>
          </a:bodyPr>
          <a:lstStyle/>
          <a:p>
            <a:r>
              <a:rPr lang="en-US" sz="1100" b="1" i="1">
                <a:solidFill>
                  <a:schemeClr val="accent1"/>
                </a:solidFill>
              </a:rPr>
              <a:t>Next Technical Roadmap Items for 2027-2028: </a:t>
            </a:r>
            <a:r>
              <a:rPr lang="en-US" sz="1100" i="1">
                <a:solidFill>
                  <a:schemeClr val="accent1"/>
                </a:solidFill>
              </a:rPr>
              <a:t>Business rule engine, </a:t>
            </a:r>
            <a:r>
              <a:rPr lang="en-GB" sz="1100" i="1"/>
              <a:t>Security layer</a:t>
            </a:r>
            <a:r>
              <a:rPr lang="en-US" sz="1100" i="1">
                <a:solidFill>
                  <a:schemeClr val="accent1"/>
                </a:solidFill>
              </a:rPr>
              <a:t> improvements, UI technology refresh</a:t>
            </a:r>
          </a:p>
        </p:txBody>
      </p:sp>
      <p:grpSp>
        <p:nvGrpSpPr>
          <p:cNvPr id="28" name="Group 27">
            <a:extLst>
              <a:ext uri="{FF2B5EF4-FFF2-40B4-BE49-F238E27FC236}">
                <a16:creationId xmlns:a16="http://schemas.microsoft.com/office/drawing/2014/main" id="{4066821F-9020-4A4A-D6DE-17619A698901}"/>
              </a:ext>
            </a:extLst>
          </p:cNvPr>
          <p:cNvGrpSpPr/>
          <p:nvPr/>
        </p:nvGrpSpPr>
        <p:grpSpPr>
          <a:xfrm>
            <a:off x="7473107" y="790478"/>
            <a:ext cx="4258518" cy="182880"/>
            <a:chOff x="7473107" y="790478"/>
            <a:chExt cx="4258518" cy="182880"/>
          </a:xfrm>
        </p:grpSpPr>
        <p:sp>
          <p:nvSpPr>
            <p:cNvPr id="24" name="Rectangle 23">
              <a:extLst>
                <a:ext uri="{FF2B5EF4-FFF2-40B4-BE49-F238E27FC236}">
                  <a16:creationId xmlns:a16="http://schemas.microsoft.com/office/drawing/2014/main" id="{ED31D96E-EF08-4419-90BD-300CBB646DBC}"/>
                </a:ext>
              </a:extLst>
            </p:cNvPr>
            <p:cNvSpPr/>
            <p:nvPr/>
          </p:nvSpPr>
          <p:spPr bwMode="auto">
            <a:xfrm>
              <a:off x="8557333" y="790478"/>
              <a:ext cx="1005840" cy="182880"/>
            </a:xfrm>
            <a:prstGeom prst="rect">
              <a:avLst/>
            </a:prstGeom>
            <a:solidFill>
              <a:srgbClr val="00F4AB"/>
            </a:solidFill>
            <a:ln>
              <a:noFill/>
            </a:ln>
            <a:effectLst/>
          </p:spPr>
          <p:txBody>
            <a:bodyPr wrap="square" lIns="0" tIns="0" rIns="0" bIns="0" rtlCol="0" anchor="ctr"/>
            <a:lstStyle/>
            <a:p>
              <a:pPr algn="ctr" defTabSz="914327"/>
              <a:r>
                <a:rPr lang="en-US" sz="1000" i="1">
                  <a:ea typeface="Human Sans ExtraLight" charset="0"/>
                  <a:cs typeface="Human Sans ExtraLight" charset="0"/>
                </a:rPr>
                <a:t>Under Finalization</a:t>
              </a:r>
            </a:p>
          </p:txBody>
        </p:sp>
        <p:sp>
          <p:nvSpPr>
            <p:cNvPr id="25" name="Rectangle 24">
              <a:extLst>
                <a:ext uri="{FF2B5EF4-FFF2-40B4-BE49-F238E27FC236}">
                  <a16:creationId xmlns:a16="http://schemas.microsoft.com/office/drawing/2014/main" id="{B03A7F16-44D9-5A7D-B5FD-477FBE22A725}"/>
                </a:ext>
              </a:extLst>
            </p:cNvPr>
            <p:cNvSpPr/>
            <p:nvPr/>
          </p:nvSpPr>
          <p:spPr bwMode="auto">
            <a:xfrm>
              <a:off x="9641559" y="790478"/>
              <a:ext cx="1005840" cy="182880"/>
            </a:xfrm>
            <a:prstGeom prst="rect">
              <a:avLst/>
            </a:prstGeom>
            <a:solidFill>
              <a:srgbClr val="F7DB11"/>
            </a:solidFill>
            <a:ln>
              <a:noFill/>
            </a:ln>
            <a:effectLst/>
          </p:spPr>
          <p:txBody>
            <a:bodyPr wrap="square" lIns="0" tIns="0" rIns="0" bIns="0" rtlCol="0" anchor="ctr"/>
            <a:lstStyle/>
            <a:p>
              <a:pPr algn="ctr" defTabSz="914327"/>
              <a:r>
                <a:rPr lang="en-US" sz="1000" i="1">
                  <a:ea typeface="Human Sans ExtraLight" charset="0"/>
                  <a:cs typeface="Human Sans ExtraLight" charset="0"/>
                </a:rPr>
                <a:t>Recommended</a:t>
              </a:r>
            </a:p>
          </p:txBody>
        </p:sp>
        <p:sp>
          <p:nvSpPr>
            <p:cNvPr id="26" name="Rectangle 25">
              <a:extLst>
                <a:ext uri="{FF2B5EF4-FFF2-40B4-BE49-F238E27FC236}">
                  <a16:creationId xmlns:a16="http://schemas.microsoft.com/office/drawing/2014/main" id="{9E30C8BF-0E80-DF55-5D64-25A37215DD75}"/>
                </a:ext>
              </a:extLst>
            </p:cNvPr>
            <p:cNvSpPr/>
            <p:nvPr/>
          </p:nvSpPr>
          <p:spPr bwMode="auto">
            <a:xfrm>
              <a:off x="10725785" y="790478"/>
              <a:ext cx="1005840" cy="182880"/>
            </a:xfrm>
            <a:prstGeom prst="rect">
              <a:avLst/>
            </a:prstGeom>
            <a:solidFill>
              <a:srgbClr val="CB3E01"/>
            </a:solidFill>
            <a:ln>
              <a:noFill/>
            </a:ln>
            <a:effectLst/>
          </p:spPr>
          <p:txBody>
            <a:bodyPr wrap="square" lIns="0" tIns="0" rIns="0" bIns="0" rtlCol="0" anchor="ctr"/>
            <a:lstStyle/>
            <a:p>
              <a:pPr algn="ctr" defTabSz="914327"/>
              <a:r>
                <a:rPr lang="en-US" sz="1000" i="1">
                  <a:solidFill>
                    <a:schemeClr val="bg2"/>
                  </a:solidFill>
                  <a:ea typeface="Human Sans ExtraLight" charset="0"/>
                  <a:cs typeface="Human Sans ExtraLight" charset="0"/>
                </a:rPr>
                <a:t>TBC</a:t>
              </a:r>
            </a:p>
          </p:txBody>
        </p:sp>
        <p:sp>
          <p:nvSpPr>
            <p:cNvPr id="27" name="Rectangle 26">
              <a:extLst>
                <a:ext uri="{FF2B5EF4-FFF2-40B4-BE49-F238E27FC236}">
                  <a16:creationId xmlns:a16="http://schemas.microsoft.com/office/drawing/2014/main" id="{0DF25552-5AEF-6164-0511-BBA75A62DC30}"/>
                </a:ext>
              </a:extLst>
            </p:cNvPr>
            <p:cNvSpPr/>
            <p:nvPr/>
          </p:nvSpPr>
          <p:spPr bwMode="auto">
            <a:xfrm>
              <a:off x="7473107" y="790478"/>
              <a:ext cx="1005840" cy="182880"/>
            </a:xfrm>
            <a:prstGeom prst="rect">
              <a:avLst/>
            </a:prstGeom>
            <a:solidFill>
              <a:srgbClr val="00A725"/>
            </a:solidFill>
            <a:ln>
              <a:noFill/>
            </a:ln>
            <a:effectLst/>
          </p:spPr>
          <p:txBody>
            <a:bodyPr wrap="square" lIns="0" tIns="0" rIns="0" bIns="0" rtlCol="0" anchor="ctr"/>
            <a:lstStyle/>
            <a:p>
              <a:pPr algn="ctr" defTabSz="914327"/>
              <a:r>
                <a:rPr lang="en-US" sz="1000" i="1">
                  <a:solidFill>
                    <a:schemeClr val="bg2"/>
                  </a:solidFill>
                  <a:ea typeface="Human Sans ExtraLight" charset="0"/>
                  <a:cs typeface="Human Sans ExtraLight" charset="0"/>
                </a:rPr>
                <a:t>Planned</a:t>
              </a:r>
            </a:p>
          </p:txBody>
        </p:sp>
      </p:grpSp>
      <p:pic>
        <p:nvPicPr>
          <p:cNvPr id="29" name="Picture 28" descr="A blue and purple robot face&#10;&#10;AI-generated content may be incorrect.">
            <a:extLst>
              <a:ext uri="{FF2B5EF4-FFF2-40B4-BE49-F238E27FC236}">
                <a16:creationId xmlns:a16="http://schemas.microsoft.com/office/drawing/2014/main" id="{1245715B-596A-CF6B-E795-9B0D1032D1BE}"/>
              </a:ext>
            </a:extLst>
          </p:cNvPr>
          <p:cNvPicPr>
            <a:picLocks noChangeAspect="1"/>
          </p:cNvPicPr>
          <p:nvPr/>
        </p:nvPicPr>
        <p:blipFill>
          <a:blip r:embed="rId4">
            <a:biLevel thresh="50000"/>
          </a:blip>
          <a:stretch>
            <a:fillRect/>
          </a:stretch>
        </p:blipFill>
        <p:spPr>
          <a:xfrm>
            <a:off x="11455872" y="3842797"/>
            <a:ext cx="224297" cy="224297"/>
          </a:xfrm>
          <a:prstGeom prst="rect">
            <a:avLst/>
          </a:prstGeom>
        </p:spPr>
      </p:pic>
      <p:pic>
        <p:nvPicPr>
          <p:cNvPr id="30" name="Picture 29" descr="A blue and purple robot face&#10;&#10;AI-generated content may be incorrect.">
            <a:extLst>
              <a:ext uri="{FF2B5EF4-FFF2-40B4-BE49-F238E27FC236}">
                <a16:creationId xmlns:a16="http://schemas.microsoft.com/office/drawing/2014/main" id="{E708A46F-6304-EADA-E27B-27B63F8FF85C}"/>
              </a:ext>
            </a:extLst>
          </p:cNvPr>
          <p:cNvPicPr>
            <a:picLocks noChangeAspect="1"/>
          </p:cNvPicPr>
          <p:nvPr/>
        </p:nvPicPr>
        <p:blipFill>
          <a:blip r:embed="rId4">
            <a:biLevel thresh="50000"/>
          </a:blip>
          <a:stretch>
            <a:fillRect/>
          </a:stretch>
        </p:blipFill>
        <p:spPr>
          <a:xfrm>
            <a:off x="5001554" y="3842797"/>
            <a:ext cx="224297" cy="224297"/>
          </a:xfrm>
          <a:prstGeom prst="rect">
            <a:avLst/>
          </a:prstGeom>
        </p:spPr>
      </p:pic>
      <p:pic>
        <p:nvPicPr>
          <p:cNvPr id="31" name="Picture 30" descr="A blue and purple robot face&#10;&#10;AI-generated content may be incorrect.">
            <a:extLst>
              <a:ext uri="{FF2B5EF4-FFF2-40B4-BE49-F238E27FC236}">
                <a16:creationId xmlns:a16="http://schemas.microsoft.com/office/drawing/2014/main" id="{0BE8E407-AFDC-00F7-C356-DFE81772666C}"/>
              </a:ext>
            </a:extLst>
          </p:cNvPr>
          <p:cNvPicPr>
            <a:picLocks noChangeAspect="1"/>
          </p:cNvPicPr>
          <p:nvPr/>
        </p:nvPicPr>
        <p:blipFill>
          <a:blip r:embed="rId4">
            <a:biLevel thresh="50000"/>
          </a:blip>
          <a:stretch>
            <a:fillRect/>
          </a:stretch>
        </p:blipFill>
        <p:spPr>
          <a:xfrm>
            <a:off x="4149851" y="4426997"/>
            <a:ext cx="224297" cy="224297"/>
          </a:xfrm>
          <a:prstGeom prst="rect">
            <a:avLst/>
          </a:prstGeom>
        </p:spPr>
      </p:pic>
      <p:pic>
        <p:nvPicPr>
          <p:cNvPr id="32" name="Picture 31" descr="A blue and purple robot face&#10;&#10;AI-generated content may be incorrect.">
            <a:extLst>
              <a:ext uri="{FF2B5EF4-FFF2-40B4-BE49-F238E27FC236}">
                <a16:creationId xmlns:a16="http://schemas.microsoft.com/office/drawing/2014/main" id="{C048DD1E-274C-E682-DBD7-DDA26A083999}"/>
              </a:ext>
            </a:extLst>
          </p:cNvPr>
          <p:cNvPicPr>
            <a:picLocks noChangeAspect="1"/>
          </p:cNvPicPr>
          <p:nvPr/>
        </p:nvPicPr>
        <p:blipFill>
          <a:blip r:embed="rId4">
            <a:biLevel thresh="50000"/>
          </a:blip>
          <a:stretch>
            <a:fillRect/>
          </a:stretch>
        </p:blipFill>
        <p:spPr>
          <a:xfrm>
            <a:off x="5011179" y="4784956"/>
            <a:ext cx="224297" cy="224297"/>
          </a:xfrm>
          <a:prstGeom prst="rect">
            <a:avLst/>
          </a:prstGeom>
        </p:spPr>
      </p:pic>
      <p:pic>
        <p:nvPicPr>
          <p:cNvPr id="33" name="Picture 32" descr="A blue and purple robot face&#10;&#10;AI-generated content may be incorrect.">
            <a:extLst>
              <a:ext uri="{FF2B5EF4-FFF2-40B4-BE49-F238E27FC236}">
                <a16:creationId xmlns:a16="http://schemas.microsoft.com/office/drawing/2014/main" id="{D103163A-FD38-470A-6BEC-F647B18D703B}"/>
              </a:ext>
            </a:extLst>
          </p:cNvPr>
          <p:cNvPicPr>
            <a:picLocks noChangeAspect="1"/>
          </p:cNvPicPr>
          <p:nvPr/>
        </p:nvPicPr>
        <p:blipFill>
          <a:blip r:embed="rId4">
            <a:biLevel thresh="50000"/>
          </a:blip>
          <a:stretch>
            <a:fillRect/>
          </a:stretch>
        </p:blipFill>
        <p:spPr>
          <a:xfrm>
            <a:off x="5011179" y="5094381"/>
            <a:ext cx="224297" cy="224297"/>
          </a:xfrm>
          <a:prstGeom prst="rect">
            <a:avLst/>
          </a:prstGeom>
        </p:spPr>
      </p:pic>
      <p:pic>
        <p:nvPicPr>
          <p:cNvPr id="34" name="Picture 33" descr="A blue and purple robot face&#10;&#10;AI-generated content may be incorrect.">
            <a:extLst>
              <a:ext uri="{FF2B5EF4-FFF2-40B4-BE49-F238E27FC236}">
                <a16:creationId xmlns:a16="http://schemas.microsoft.com/office/drawing/2014/main" id="{4A8A16DD-85C5-00EC-A658-83537576BC2A}"/>
              </a:ext>
            </a:extLst>
          </p:cNvPr>
          <p:cNvPicPr>
            <a:picLocks noChangeAspect="1"/>
          </p:cNvPicPr>
          <p:nvPr/>
        </p:nvPicPr>
        <p:blipFill>
          <a:blip r:embed="rId4">
            <a:biLevel thresh="50000"/>
          </a:blip>
          <a:stretch>
            <a:fillRect/>
          </a:stretch>
        </p:blipFill>
        <p:spPr>
          <a:xfrm>
            <a:off x="5011179" y="5324310"/>
            <a:ext cx="224297" cy="224297"/>
          </a:xfrm>
          <a:prstGeom prst="rect">
            <a:avLst/>
          </a:prstGeom>
        </p:spPr>
      </p:pic>
      <p:pic>
        <p:nvPicPr>
          <p:cNvPr id="35" name="Picture 34" descr="A blue and purple robot face&#10;&#10;AI-generated content may be incorrect.">
            <a:extLst>
              <a:ext uri="{FF2B5EF4-FFF2-40B4-BE49-F238E27FC236}">
                <a16:creationId xmlns:a16="http://schemas.microsoft.com/office/drawing/2014/main" id="{EEACDF4A-5395-03AA-3398-BA7C5F3B6440}"/>
              </a:ext>
            </a:extLst>
          </p:cNvPr>
          <p:cNvPicPr>
            <a:picLocks noChangeAspect="1"/>
          </p:cNvPicPr>
          <p:nvPr/>
        </p:nvPicPr>
        <p:blipFill>
          <a:blip r:embed="rId4">
            <a:biLevel thresh="50000"/>
          </a:blip>
          <a:stretch>
            <a:fillRect/>
          </a:stretch>
        </p:blipFill>
        <p:spPr>
          <a:xfrm>
            <a:off x="7475314" y="4784956"/>
            <a:ext cx="224297" cy="224297"/>
          </a:xfrm>
          <a:prstGeom prst="rect">
            <a:avLst/>
          </a:prstGeom>
        </p:spPr>
      </p:pic>
      <p:pic>
        <p:nvPicPr>
          <p:cNvPr id="36" name="Picture 35" descr="A blue and purple robot face&#10;&#10;AI-generated content may be incorrect.">
            <a:extLst>
              <a:ext uri="{FF2B5EF4-FFF2-40B4-BE49-F238E27FC236}">
                <a16:creationId xmlns:a16="http://schemas.microsoft.com/office/drawing/2014/main" id="{82291E77-D3A1-464A-31CC-403C7BAAAADF}"/>
              </a:ext>
            </a:extLst>
          </p:cNvPr>
          <p:cNvPicPr>
            <a:picLocks noChangeAspect="1"/>
          </p:cNvPicPr>
          <p:nvPr/>
        </p:nvPicPr>
        <p:blipFill>
          <a:blip r:embed="rId4">
            <a:biLevel thresh="50000"/>
          </a:blip>
          <a:stretch>
            <a:fillRect/>
          </a:stretch>
        </p:blipFill>
        <p:spPr>
          <a:xfrm>
            <a:off x="6039444" y="5622535"/>
            <a:ext cx="224297" cy="224297"/>
          </a:xfrm>
          <a:prstGeom prst="rect">
            <a:avLst/>
          </a:prstGeom>
        </p:spPr>
      </p:pic>
      <p:pic>
        <p:nvPicPr>
          <p:cNvPr id="37" name="Picture 36" descr="A blue and purple robot face&#10;&#10;AI-generated content may be incorrect.">
            <a:extLst>
              <a:ext uri="{FF2B5EF4-FFF2-40B4-BE49-F238E27FC236}">
                <a16:creationId xmlns:a16="http://schemas.microsoft.com/office/drawing/2014/main" id="{AC652F29-037B-59B4-397E-060F9FE19411}"/>
              </a:ext>
            </a:extLst>
          </p:cNvPr>
          <p:cNvPicPr>
            <a:picLocks noChangeAspect="1"/>
          </p:cNvPicPr>
          <p:nvPr/>
        </p:nvPicPr>
        <p:blipFill>
          <a:blip r:embed="rId4">
            <a:biLevel thresh="50000"/>
          </a:blip>
          <a:stretch>
            <a:fillRect/>
          </a:stretch>
        </p:blipFill>
        <p:spPr>
          <a:xfrm>
            <a:off x="6841024" y="5622535"/>
            <a:ext cx="224297" cy="224297"/>
          </a:xfrm>
          <a:prstGeom prst="rect">
            <a:avLst/>
          </a:prstGeom>
        </p:spPr>
      </p:pic>
    </p:spTree>
    <p:extLst>
      <p:ext uri="{BB962C8B-B14F-4D97-AF65-F5344CB8AC3E}">
        <p14:creationId xmlns:p14="http://schemas.microsoft.com/office/powerpoint/2010/main" val="4196449322"/>
      </p:ext>
    </p:extLst>
  </p:cSld>
  <p:clrMapOvr>
    <a:masterClrMapping/>
  </p:clrMapOvr>
  <p:transition/>
  <p:extLst>
    <p:ext uri="{6950BFC3-D8DA-4A85-94F7-54DA5524770B}">
      <p188:commentRel xmlns:p188="http://schemas.microsoft.com/office/powerpoint/2018/8/main" r:id="rId3"/>
    </p:ext>
  </p:extLs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68D2D0-41CA-6D8A-8261-7F3657C72D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1357BC-131C-43D4-5FD2-956F0B0C6E34}"/>
              </a:ext>
            </a:extLst>
          </p:cNvPr>
          <p:cNvSpPr>
            <a:spLocks noGrp="1"/>
          </p:cNvSpPr>
          <p:nvPr>
            <p:ph type="title"/>
          </p:nvPr>
        </p:nvSpPr>
        <p:spPr/>
        <p:txBody>
          <a:bodyPr/>
          <a:lstStyle/>
          <a:p>
            <a:r>
              <a:rPr lang="en-US"/>
              <a:t>Assumptions &amp; Open Questions</a:t>
            </a:r>
          </a:p>
        </p:txBody>
      </p:sp>
      <p:sp>
        <p:nvSpPr>
          <p:cNvPr id="3" name="Text Placeholder 2">
            <a:extLst>
              <a:ext uri="{FF2B5EF4-FFF2-40B4-BE49-F238E27FC236}">
                <a16:creationId xmlns:a16="http://schemas.microsoft.com/office/drawing/2014/main" id="{8793F9EE-04B2-71C6-249B-6A7B3CE7FCE7}"/>
              </a:ext>
            </a:extLst>
          </p:cNvPr>
          <p:cNvSpPr>
            <a:spLocks noGrp="1"/>
          </p:cNvSpPr>
          <p:nvPr>
            <p:ph type="body" sz="quarter" idx="15"/>
          </p:nvPr>
        </p:nvSpPr>
        <p:spPr/>
        <p:txBody>
          <a:bodyPr/>
          <a:lstStyle/>
          <a:p>
            <a:endParaRPr lang="en-US"/>
          </a:p>
        </p:txBody>
      </p:sp>
      <p:sp>
        <p:nvSpPr>
          <p:cNvPr id="4" name="Text Placeholder 19">
            <a:extLst>
              <a:ext uri="{FF2B5EF4-FFF2-40B4-BE49-F238E27FC236}">
                <a16:creationId xmlns:a16="http://schemas.microsoft.com/office/drawing/2014/main" id="{CA1F5F71-5C4C-DA6C-7C88-6248C5EF11CC}"/>
              </a:ext>
            </a:extLst>
          </p:cNvPr>
          <p:cNvSpPr txBox="1">
            <a:spLocks/>
          </p:cNvSpPr>
          <p:nvPr/>
        </p:nvSpPr>
        <p:spPr>
          <a:xfrm>
            <a:off x="457200" y="2773873"/>
            <a:ext cx="3600000" cy="289438"/>
          </a:xfrm>
          <a:prstGeom prst="rect">
            <a:avLst/>
          </a:prstGeom>
        </p:spPr>
        <p:txBody>
          <a:bodyPr lIns="0" tIns="0" rIns="0" bIns="0">
            <a:spAutoFit/>
          </a:bodyPr>
          <a:lstStyle>
            <a:lvl1pPr marL="0" indent="0" algn="l" defTabSz="1097280" rtl="0" eaLnBrk="1" latinLnBrk="0" hangingPunct="1">
              <a:lnSpc>
                <a:spcPct val="110000"/>
              </a:lnSpc>
              <a:spcBef>
                <a:spcPts val="720"/>
              </a:spcBef>
              <a:spcAft>
                <a:spcPct val="0"/>
              </a:spcAft>
              <a:buFont typeface="Arial" panose="020B0604020202020204" pitchFamily="34" charset="0"/>
              <a:buNone/>
              <a:defRPr sz="1920" b="0" i="0" kern="1200">
                <a:solidFill>
                  <a:schemeClr val="tx1"/>
                </a:solidFill>
                <a:latin typeface="+mn-lt"/>
                <a:ea typeface="Calibri" panose="020F0502020204030204" pitchFamily="34" charset="0"/>
                <a:cs typeface="Calibri" panose="020F0502020204030204" pitchFamily="34" charset="0"/>
              </a:defRPr>
            </a:lvl1pPr>
            <a:lvl2pPr marL="304560" indent="-302400" algn="l" defTabSz="1097280" rtl="0" eaLnBrk="1" latinLnBrk="0" hangingPunct="1">
              <a:lnSpc>
                <a:spcPct val="100000"/>
              </a:lnSpc>
              <a:spcBef>
                <a:spcPts val="720"/>
              </a:spcBef>
              <a:spcAft>
                <a:spcPts val="720"/>
              </a:spcAft>
              <a:buClr>
                <a:schemeClr val="tx1"/>
              </a:buClr>
              <a:buFont typeface="Arial" panose="020B0604020202020204" pitchFamily="34" charset="0"/>
              <a:buChar char="•"/>
              <a:defRPr sz="1920" b="0" i="0" kern="1200">
                <a:solidFill>
                  <a:schemeClr val="tx1"/>
                </a:solidFill>
                <a:latin typeface="+mn-lt"/>
                <a:ea typeface="Calibri" panose="020F0502020204030204" pitchFamily="34" charset="0"/>
                <a:cs typeface="Calibri" panose="020F0502020204030204" pitchFamily="34" charset="0"/>
              </a:defRPr>
            </a:lvl2pPr>
            <a:lvl3pPr marL="604800" indent="-302400" algn="l" defTabSz="1097280" rtl="0" eaLnBrk="1" latinLnBrk="0" hangingPunct="1">
              <a:lnSpc>
                <a:spcPct val="100000"/>
              </a:lnSpc>
              <a:spcBef>
                <a:spcPts val="720"/>
              </a:spcBef>
              <a:spcAft>
                <a:spcPts val="720"/>
              </a:spcAft>
              <a:buFont typeface="Courier New" panose="02070309020205020404" pitchFamily="49" charset="0"/>
              <a:buChar char="o"/>
              <a:defRPr sz="1680" b="0" i="0" kern="1200">
                <a:solidFill>
                  <a:schemeClr val="tx1"/>
                </a:solidFill>
                <a:latin typeface="+mn-lt"/>
                <a:ea typeface="Calibri" panose="020F0502020204030204" pitchFamily="34" charset="0"/>
                <a:cs typeface="Calibri" panose="020F0502020204030204" pitchFamily="34" charset="0"/>
              </a:defRPr>
            </a:lvl3pPr>
            <a:lvl4pPr marL="1920240" indent="-274320" algn="l" defTabSz="1097280" rtl="0" eaLnBrk="1" latinLnBrk="0" hangingPunct="1">
              <a:lnSpc>
                <a:spcPct val="110000"/>
              </a:lnSpc>
              <a:spcBef>
                <a:spcPts val="720"/>
              </a:spcBef>
              <a:spcAft>
                <a:spcPct val="0"/>
              </a:spcAft>
              <a:buFont typeface="Arial" panose="020B0604020202020204" pitchFamily="34" charset="0"/>
              <a:buChar char="•"/>
              <a:defRPr sz="1920" b="0" i="0" kern="1200">
                <a:solidFill>
                  <a:schemeClr val="tx1"/>
                </a:solidFill>
                <a:latin typeface="+mn-lt"/>
                <a:ea typeface="Calibri" panose="020F0502020204030204" pitchFamily="34" charset="0"/>
                <a:cs typeface="Calibri" panose="020F0502020204030204" pitchFamily="34" charset="0"/>
              </a:defRPr>
            </a:lvl4pPr>
            <a:lvl5pPr marL="2468880" indent="-274320" algn="l" defTabSz="1097280" rtl="0" eaLnBrk="1" latinLnBrk="0" hangingPunct="1">
              <a:lnSpc>
                <a:spcPct val="110000"/>
              </a:lnSpc>
              <a:spcBef>
                <a:spcPts val="720"/>
              </a:spcBef>
              <a:spcAft>
                <a:spcPct val="0"/>
              </a:spcAft>
              <a:buFont typeface="Arial" panose="020B0604020202020204" pitchFamily="34" charset="0"/>
              <a:buChar char="•"/>
              <a:defRPr sz="1920" b="0" i="0" kern="1200">
                <a:solidFill>
                  <a:schemeClr val="tx1"/>
                </a:solidFill>
                <a:latin typeface="+mn-lt"/>
                <a:ea typeface="Calibri" panose="020F0502020204030204" pitchFamily="34" charset="0"/>
                <a:cs typeface="Calibri" panose="020F0502020204030204" pitchFamily="34" charset="0"/>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a:lstStyle>
          <a:p>
            <a:r>
              <a:rPr lang="en-US" sz="1800">
                <a:gradFill>
                  <a:gsLst>
                    <a:gs pos="0">
                      <a:schemeClr val="accent2"/>
                    </a:gs>
                    <a:gs pos="67000">
                      <a:schemeClr val="accent5"/>
                    </a:gs>
                    <a:gs pos="100000">
                      <a:schemeClr val="accent4"/>
                    </a:gs>
                  </a:gsLst>
                  <a:lin ang="1800000" scaled="0"/>
                </a:gradFill>
                <a:latin typeface="Calibri Light" panose="020F0302020204030204" pitchFamily="34" charset="0"/>
                <a:ea typeface="Calibri Light" panose="020F0302020204030204" pitchFamily="34" charset="0"/>
                <a:cs typeface="Calibri Light" panose="020F0302020204030204" pitchFamily="34" charset="0"/>
              </a:rPr>
              <a:t>Products Enablement</a:t>
            </a:r>
          </a:p>
        </p:txBody>
      </p:sp>
      <p:sp>
        <p:nvSpPr>
          <p:cNvPr id="5" name="Text Placeholder 20">
            <a:extLst>
              <a:ext uri="{FF2B5EF4-FFF2-40B4-BE49-F238E27FC236}">
                <a16:creationId xmlns:a16="http://schemas.microsoft.com/office/drawing/2014/main" id="{699741A2-7880-590D-60BA-82ACD7674162}"/>
              </a:ext>
            </a:extLst>
          </p:cNvPr>
          <p:cNvSpPr txBox="1">
            <a:spLocks/>
          </p:cNvSpPr>
          <p:nvPr/>
        </p:nvSpPr>
        <p:spPr>
          <a:xfrm>
            <a:off x="457200" y="3119279"/>
            <a:ext cx="3600000" cy="2885342"/>
          </a:xfrm>
          <a:prstGeom prst="rect">
            <a:avLst/>
          </a:prstGeom>
        </p:spPr>
        <p:txBody>
          <a:bodyPr lIns="0" tIns="0" rIns="0" bIns="0">
            <a:spAutoFit/>
          </a:bodyPr>
          <a:lstStyle>
            <a:lvl1pPr marL="0" indent="0" algn="l" defTabSz="1097280" rtl="0" eaLnBrk="1" latinLnBrk="0" hangingPunct="1">
              <a:lnSpc>
                <a:spcPct val="110000"/>
              </a:lnSpc>
              <a:spcBef>
                <a:spcPts val="720"/>
              </a:spcBef>
              <a:spcAft>
                <a:spcPct val="0"/>
              </a:spcAft>
              <a:buFont typeface="Arial" panose="020B0604020202020204" pitchFamily="34" charset="0"/>
              <a:buNone/>
              <a:defRPr sz="1920" b="0" i="0" kern="1200">
                <a:solidFill>
                  <a:schemeClr val="tx1"/>
                </a:solidFill>
                <a:latin typeface="+mn-lt"/>
                <a:ea typeface="Calibri" panose="020F0502020204030204" pitchFamily="34" charset="0"/>
                <a:cs typeface="Calibri" panose="020F0502020204030204" pitchFamily="34" charset="0"/>
              </a:defRPr>
            </a:lvl1pPr>
            <a:lvl2pPr marL="304560" indent="-302400" algn="l" defTabSz="1097280" rtl="0" eaLnBrk="1" latinLnBrk="0" hangingPunct="1">
              <a:lnSpc>
                <a:spcPct val="100000"/>
              </a:lnSpc>
              <a:spcBef>
                <a:spcPts val="720"/>
              </a:spcBef>
              <a:spcAft>
                <a:spcPts val="720"/>
              </a:spcAft>
              <a:buClr>
                <a:schemeClr val="tx1"/>
              </a:buClr>
              <a:buFont typeface="Arial" panose="020B0604020202020204" pitchFamily="34" charset="0"/>
              <a:buChar char="•"/>
              <a:defRPr sz="1920" b="0" i="0" kern="1200">
                <a:solidFill>
                  <a:schemeClr val="tx1"/>
                </a:solidFill>
                <a:latin typeface="+mn-lt"/>
                <a:ea typeface="Calibri" panose="020F0502020204030204" pitchFamily="34" charset="0"/>
                <a:cs typeface="Calibri" panose="020F0502020204030204" pitchFamily="34" charset="0"/>
              </a:defRPr>
            </a:lvl2pPr>
            <a:lvl3pPr marL="604800" indent="-302400" algn="l" defTabSz="1097280" rtl="0" eaLnBrk="1" latinLnBrk="0" hangingPunct="1">
              <a:lnSpc>
                <a:spcPct val="100000"/>
              </a:lnSpc>
              <a:spcBef>
                <a:spcPts val="720"/>
              </a:spcBef>
              <a:spcAft>
                <a:spcPts val="720"/>
              </a:spcAft>
              <a:buFont typeface="Courier New" panose="02070309020205020404" pitchFamily="49" charset="0"/>
              <a:buChar char="o"/>
              <a:defRPr sz="1680" b="0" i="0" kern="1200">
                <a:solidFill>
                  <a:schemeClr val="tx1"/>
                </a:solidFill>
                <a:latin typeface="+mn-lt"/>
                <a:ea typeface="Calibri" panose="020F0502020204030204" pitchFamily="34" charset="0"/>
                <a:cs typeface="Calibri" panose="020F0502020204030204" pitchFamily="34" charset="0"/>
              </a:defRPr>
            </a:lvl3pPr>
            <a:lvl4pPr marL="1920240" indent="-274320" algn="l" defTabSz="1097280" rtl="0" eaLnBrk="1" latinLnBrk="0" hangingPunct="1">
              <a:lnSpc>
                <a:spcPct val="110000"/>
              </a:lnSpc>
              <a:spcBef>
                <a:spcPts val="720"/>
              </a:spcBef>
              <a:spcAft>
                <a:spcPct val="0"/>
              </a:spcAft>
              <a:buFont typeface="Arial" panose="020B0604020202020204" pitchFamily="34" charset="0"/>
              <a:buChar char="•"/>
              <a:defRPr sz="1920" b="0" i="0" kern="1200">
                <a:solidFill>
                  <a:schemeClr val="tx1"/>
                </a:solidFill>
                <a:latin typeface="+mn-lt"/>
                <a:ea typeface="Calibri" panose="020F0502020204030204" pitchFamily="34" charset="0"/>
                <a:cs typeface="Calibri" panose="020F0502020204030204" pitchFamily="34" charset="0"/>
              </a:defRPr>
            </a:lvl4pPr>
            <a:lvl5pPr marL="2468880" indent="-274320" algn="l" defTabSz="1097280" rtl="0" eaLnBrk="1" latinLnBrk="0" hangingPunct="1">
              <a:lnSpc>
                <a:spcPct val="110000"/>
              </a:lnSpc>
              <a:spcBef>
                <a:spcPts val="720"/>
              </a:spcBef>
              <a:spcAft>
                <a:spcPct val="0"/>
              </a:spcAft>
              <a:buFont typeface="Arial" panose="020B0604020202020204" pitchFamily="34" charset="0"/>
              <a:buChar char="•"/>
              <a:defRPr sz="1920" b="0" i="0" kern="1200">
                <a:solidFill>
                  <a:schemeClr val="tx1"/>
                </a:solidFill>
                <a:latin typeface="+mn-lt"/>
                <a:ea typeface="Calibri" panose="020F0502020204030204" pitchFamily="34" charset="0"/>
                <a:cs typeface="Calibri" panose="020F0502020204030204" pitchFamily="34" charset="0"/>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a:lstStyle>
          <a:p>
            <a:pPr marL="289537" indent="-289537">
              <a:spcBef>
                <a:spcPts val="0"/>
              </a:spcBef>
            </a:pPr>
            <a:r>
              <a:rPr lang="en-US" sz="1400" b="1">
                <a:solidFill>
                  <a:srgbClr val="000000"/>
                </a:solidFill>
                <a:latin typeface="Calibri" panose="020F0502020204030204" pitchFamily="34" charset="0"/>
              </a:rPr>
              <a:t>Assumptions:</a:t>
            </a:r>
            <a:endParaRPr lang="en-US" sz="1400">
              <a:solidFill>
                <a:srgbClr val="000000"/>
              </a:solidFill>
              <a:latin typeface="Calibri" panose="020F0502020204030204" pitchFamily="34" charset="0"/>
            </a:endParaRPr>
          </a:p>
          <a:p>
            <a:pPr marL="171450" indent="-171450">
              <a:spcBef>
                <a:spcPts val="0"/>
              </a:spcBef>
              <a:buFont typeface="Arial" panose="020B0604020202020204" pitchFamily="34" charset="0"/>
              <a:buChar char="•"/>
            </a:pPr>
            <a:r>
              <a:rPr lang="en-US" sz="1100">
                <a:solidFill>
                  <a:srgbClr val="000000"/>
                </a:solidFill>
                <a:latin typeface="Calibri" panose="020F0502020204030204" pitchFamily="34" charset="0"/>
              </a:rPr>
              <a:t>The product enablement roadmap is finalized and locked for significant changes by the end of the year.</a:t>
            </a:r>
          </a:p>
          <a:p>
            <a:pPr marL="171450" indent="-171450">
              <a:spcBef>
                <a:spcPts val="0"/>
              </a:spcBef>
              <a:buFont typeface="Arial" panose="020B0604020202020204" pitchFamily="34" charset="0"/>
              <a:buChar char="•"/>
            </a:pPr>
            <a:r>
              <a:rPr lang="en-US" sz="1100">
                <a:solidFill>
                  <a:srgbClr val="000000"/>
                </a:solidFill>
                <a:latin typeface="Calibri" panose="020F0502020204030204" pitchFamily="34" charset="0"/>
              </a:rPr>
              <a:t>The Improvement Roadmap and the ongoing Improvement process will receive Client approval.</a:t>
            </a:r>
          </a:p>
          <a:p>
            <a:pPr marL="236201" indent="-236201">
              <a:spcBef>
                <a:spcPts val="0"/>
              </a:spcBef>
              <a:buFont typeface="Arial" panose="020B0604020202020204" pitchFamily="34" charset="0"/>
              <a:buChar char="•"/>
            </a:pPr>
            <a:endParaRPr lang="en-US" sz="1100">
              <a:solidFill>
                <a:srgbClr val="000000"/>
              </a:solidFill>
              <a:latin typeface="Calibri" panose="020F0502020204030204" pitchFamily="34" charset="0"/>
            </a:endParaRPr>
          </a:p>
          <a:p>
            <a:pPr marL="289537" indent="-289537">
              <a:spcBef>
                <a:spcPts val="0"/>
              </a:spcBef>
            </a:pPr>
            <a:r>
              <a:rPr lang="en-US" sz="1400" b="1">
                <a:solidFill>
                  <a:srgbClr val="000000"/>
                </a:solidFill>
                <a:latin typeface="Calibri" panose="020F0502020204030204" pitchFamily="34" charset="0"/>
              </a:rPr>
              <a:t>​Outstanding questions:</a:t>
            </a:r>
          </a:p>
          <a:p>
            <a:pPr marL="171450" indent="-171450">
              <a:spcBef>
                <a:spcPts val="0"/>
              </a:spcBef>
              <a:buFont typeface="Arial" panose="020B0604020202020204" pitchFamily="34" charset="0"/>
              <a:buChar char="•"/>
            </a:pPr>
            <a:r>
              <a:rPr lang="en-US" sz="1100">
                <a:solidFill>
                  <a:srgbClr val="000000"/>
                </a:solidFill>
                <a:latin typeface="Calibri" panose="020F0502020204030204" pitchFamily="34" charset="0"/>
              </a:rPr>
              <a:t>What are the detailed business use cases for personal lines, including target users and specific use case scenarios?</a:t>
            </a:r>
          </a:p>
          <a:p>
            <a:pPr marL="171450" indent="-171450">
              <a:spcBef>
                <a:spcPts val="0"/>
              </a:spcBef>
              <a:buFont typeface="Arial" panose="020B0604020202020204" pitchFamily="34" charset="0"/>
              <a:buChar char="•"/>
            </a:pPr>
            <a:r>
              <a:rPr lang="en-US" sz="1100">
                <a:solidFill>
                  <a:srgbClr val="000000"/>
                </a:solidFill>
                <a:latin typeface="Calibri" panose="020F0502020204030204" pitchFamily="34" charset="0"/>
              </a:rPr>
              <a:t>What are the business growth projections for the coming years (e.g., expected user numbers, policy volumes, and geographic expansion)?</a:t>
            </a:r>
          </a:p>
          <a:p>
            <a:pPr marL="171450" indent="-171450">
              <a:spcBef>
                <a:spcPts val="0"/>
              </a:spcBef>
              <a:buFont typeface="Arial" panose="020B0604020202020204" pitchFamily="34" charset="0"/>
              <a:buChar char="•"/>
            </a:pPr>
            <a:r>
              <a:rPr lang="en-US" sz="1100">
                <a:solidFill>
                  <a:srgbClr val="000000"/>
                </a:solidFill>
                <a:latin typeface="Calibri" panose="020F0502020204030204" pitchFamily="34" charset="0"/>
              </a:rPr>
              <a:t>What is the defined change implementation cycle for the System (who is responsible, how frequently are changes made, and what is the typical scale of these changes)?</a:t>
            </a:r>
            <a:endParaRPr lang="en-US" sz="1100"/>
          </a:p>
        </p:txBody>
      </p:sp>
      <p:sp>
        <p:nvSpPr>
          <p:cNvPr id="6" name="Text Placeholder 21">
            <a:extLst>
              <a:ext uri="{FF2B5EF4-FFF2-40B4-BE49-F238E27FC236}">
                <a16:creationId xmlns:a16="http://schemas.microsoft.com/office/drawing/2014/main" id="{B80E4D5D-C3F9-D99A-8A30-5CE552A474A3}"/>
              </a:ext>
            </a:extLst>
          </p:cNvPr>
          <p:cNvSpPr txBox="1">
            <a:spLocks/>
          </p:cNvSpPr>
          <p:nvPr/>
        </p:nvSpPr>
        <p:spPr>
          <a:xfrm>
            <a:off x="8212120" y="2773873"/>
            <a:ext cx="3600000" cy="289438"/>
          </a:xfrm>
          <a:prstGeom prst="rect">
            <a:avLst/>
          </a:prstGeom>
        </p:spPr>
        <p:txBody>
          <a:bodyPr lIns="0" tIns="0" rIns="0" bIns="0">
            <a:spAutoFit/>
          </a:bodyPr>
          <a:lstStyle>
            <a:lvl1pPr marL="0" indent="0" algn="l" defTabSz="1097280" rtl="0" eaLnBrk="1" latinLnBrk="0" hangingPunct="1">
              <a:lnSpc>
                <a:spcPct val="110000"/>
              </a:lnSpc>
              <a:spcBef>
                <a:spcPts val="720"/>
              </a:spcBef>
              <a:spcAft>
                <a:spcPct val="0"/>
              </a:spcAft>
              <a:buFont typeface="Arial" panose="020B0604020202020204" pitchFamily="34" charset="0"/>
              <a:buNone/>
              <a:defRPr sz="1920" b="0" i="0" kern="1200">
                <a:solidFill>
                  <a:schemeClr val="tx1"/>
                </a:solidFill>
                <a:latin typeface="+mn-lt"/>
                <a:ea typeface="Calibri" panose="020F0502020204030204" pitchFamily="34" charset="0"/>
                <a:cs typeface="Calibri" panose="020F0502020204030204" pitchFamily="34" charset="0"/>
              </a:defRPr>
            </a:lvl1pPr>
            <a:lvl2pPr marL="304560" indent="-302400" algn="l" defTabSz="1097280" rtl="0" eaLnBrk="1" latinLnBrk="0" hangingPunct="1">
              <a:lnSpc>
                <a:spcPct val="100000"/>
              </a:lnSpc>
              <a:spcBef>
                <a:spcPts val="720"/>
              </a:spcBef>
              <a:spcAft>
                <a:spcPts val="720"/>
              </a:spcAft>
              <a:buClr>
                <a:schemeClr val="tx1"/>
              </a:buClr>
              <a:buFont typeface="Arial" panose="020B0604020202020204" pitchFamily="34" charset="0"/>
              <a:buChar char="•"/>
              <a:defRPr sz="1920" b="0" i="0" kern="1200">
                <a:solidFill>
                  <a:schemeClr val="tx1"/>
                </a:solidFill>
                <a:latin typeface="+mn-lt"/>
                <a:ea typeface="Calibri" panose="020F0502020204030204" pitchFamily="34" charset="0"/>
                <a:cs typeface="Calibri" panose="020F0502020204030204" pitchFamily="34" charset="0"/>
              </a:defRPr>
            </a:lvl2pPr>
            <a:lvl3pPr marL="604800" indent="-302400" algn="l" defTabSz="1097280" rtl="0" eaLnBrk="1" latinLnBrk="0" hangingPunct="1">
              <a:lnSpc>
                <a:spcPct val="100000"/>
              </a:lnSpc>
              <a:spcBef>
                <a:spcPts val="720"/>
              </a:spcBef>
              <a:spcAft>
                <a:spcPts val="720"/>
              </a:spcAft>
              <a:buFont typeface="Courier New" panose="02070309020205020404" pitchFamily="49" charset="0"/>
              <a:buChar char="o"/>
              <a:defRPr sz="1680" b="0" i="0" kern="1200">
                <a:solidFill>
                  <a:schemeClr val="tx1"/>
                </a:solidFill>
                <a:latin typeface="+mn-lt"/>
                <a:ea typeface="Calibri" panose="020F0502020204030204" pitchFamily="34" charset="0"/>
                <a:cs typeface="Calibri" panose="020F0502020204030204" pitchFamily="34" charset="0"/>
              </a:defRPr>
            </a:lvl3pPr>
            <a:lvl4pPr marL="1920240" indent="-274320" algn="l" defTabSz="1097280" rtl="0" eaLnBrk="1" latinLnBrk="0" hangingPunct="1">
              <a:lnSpc>
                <a:spcPct val="110000"/>
              </a:lnSpc>
              <a:spcBef>
                <a:spcPts val="720"/>
              </a:spcBef>
              <a:spcAft>
                <a:spcPct val="0"/>
              </a:spcAft>
              <a:buFont typeface="Arial" panose="020B0604020202020204" pitchFamily="34" charset="0"/>
              <a:buChar char="•"/>
              <a:defRPr sz="1920" b="0" i="0" kern="1200">
                <a:solidFill>
                  <a:schemeClr val="tx1"/>
                </a:solidFill>
                <a:latin typeface="+mn-lt"/>
                <a:ea typeface="Calibri" panose="020F0502020204030204" pitchFamily="34" charset="0"/>
                <a:cs typeface="Calibri" panose="020F0502020204030204" pitchFamily="34" charset="0"/>
              </a:defRPr>
            </a:lvl4pPr>
            <a:lvl5pPr marL="2468880" indent="-274320" algn="l" defTabSz="1097280" rtl="0" eaLnBrk="1" latinLnBrk="0" hangingPunct="1">
              <a:lnSpc>
                <a:spcPct val="110000"/>
              </a:lnSpc>
              <a:spcBef>
                <a:spcPts val="720"/>
              </a:spcBef>
              <a:spcAft>
                <a:spcPct val="0"/>
              </a:spcAft>
              <a:buFont typeface="Arial" panose="020B0604020202020204" pitchFamily="34" charset="0"/>
              <a:buChar char="•"/>
              <a:defRPr sz="1920" b="0" i="0" kern="1200">
                <a:solidFill>
                  <a:schemeClr val="tx1"/>
                </a:solidFill>
                <a:latin typeface="+mn-lt"/>
                <a:ea typeface="Calibri" panose="020F0502020204030204" pitchFamily="34" charset="0"/>
                <a:cs typeface="Calibri" panose="020F0502020204030204" pitchFamily="34" charset="0"/>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a:lstStyle>
          <a:p>
            <a:r>
              <a:rPr lang="en-US" sz="1800">
                <a:gradFill>
                  <a:gsLst>
                    <a:gs pos="0">
                      <a:schemeClr val="accent2"/>
                    </a:gs>
                    <a:gs pos="67000">
                      <a:schemeClr val="accent5"/>
                    </a:gs>
                    <a:gs pos="100000">
                      <a:schemeClr val="accent4"/>
                    </a:gs>
                  </a:gsLst>
                  <a:lin ang="1800000" scaled="0"/>
                </a:gradFill>
                <a:latin typeface="Calibri Light" panose="020F0302020204030204" pitchFamily="34" charset="0"/>
                <a:ea typeface="Calibri Light" panose="020F0302020204030204" pitchFamily="34" charset="0"/>
                <a:cs typeface="Calibri Light" panose="020F0302020204030204" pitchFamily="34" charset="0"/>
              </a:rPr>
              <a:t>SDLC Acceleration &amp;</a:t>
            </a:r>
            <a:r>
              <a:rPr lang="ru-RU" sz="1800">
                <a:gradFill>
                  <a:gsLst>
                    <a:gs pos="0">
                      <a:schemeClr val="accent2"/>
                    </a:gs>
                    <a:gs pos="67000">
                      <a:schemeClr val="accent5"/>
                    </a:gs>
                    <a:gs pos="100000">
                      <a:schemeClr val="accent4"/>
                    </a:gs>
                  </a:gsLst>
                  <a:lin ang="1800000" scaled="0"/>
                </a:gradFill>
                <a:latin typeface="Calibri Light" panose="020F0302020204030204" pitchFamily="34" charset="0"/>
                <a:ea typeface="Calibri Light" panose="020F0302020204030204" pitchFamily="34" charset="0"/>
                <a:cs typeface="Calibri Light" panose="020F0302020204030204" pitchFamily="34" charset="0"/>
              </a:rPr>
              <a:t> </a:t>
            </a:r>
            <a:r>
              <a:rPr lang="en-US" sz="1800">
                <a:gradFill>
                  <a:gsLst>
                    <a:gs pos="0">
                      <a:schemeClr val="accent2"/>
                    </a:gs>
                    <a:gs pos="67000">
                      <a:schemeClr val="accent5"/>
                    </a:gs>
                    <a:gs pos="100000">
                      <a:schemeClr val="accent4"/>
                    </a:gs>
                  </a:gsLst>
                  <a:lin ang="1800000" scaled="0"/>
                </a:gradFill>
                <a:latin typeface="Calibri Light" panose="020F0302020204030204" pitchFamily="34" charset="0"/>
                <a:ea typeface="Calibri Light" panose="020F0302020204030204" pitchFamily="34" charset="0"/>
                <a:cs typeface="Calibri Light" panose="020F0302020204030204" pitchFamily="34" charset="0"/>
              </a:rPr>
              <a:t>AI Enrollment</a:t>
            </a:r>
          </a:p>
        </p:txBody>
      </p:sp>
      <p:sp>
        <p:nvSpPr>
          <p:cNvPr id="8" name="Text Placeholder 23">
            <a:extLst>
              <a:ext uri="{FF2B5EF4-FFF2-40B4-BE49-F238E27FC236}">
                <a16:creationId xmlns:a16="http://schemas.microsoft.com/office/drawing/2014/main" id="{3CA8F06F-69A0-79EA-B3B7-51539C85A587}"/>
              </a:ext>
            </a:extLst>
          </p:cNvPr>
          <p:cNvSpPr txBox="1">
            <a:spLocks/>
          </p:cNvSpPr>
          <p:nvPr/>
        </p:nvSpPr>
        <p:spPr>
          <a:xfrm>
            <a:off x="4340103" y="2780093"/>
            <a:ext cx="3600000" cy="276999"/>
          </a:xfrm>
          <a:prstGeom prst="rect">
            <a:avLst/>
          </a:prstGeom>
        </p:spPr>
        <p:txBody>
          <a:bodyPr lIns="0" tIns="0" rIns="0" bIns="0">
            <a:spAutoFit/>
          </a:bodyPr>
          <a:lstStyle>
            <a:lvl1pPr marL="0" indent="0" algn="l" defTabSz="1097280" rtl="0" eaLnBrk="1" latinLnBrk="0" hangingPunct="1">
              <a:lnSpc>
                <a:spcPct val="110000"/>
              </a:lnSpc>
              <a:spcBef>
                <a:spcPts val="720"/>
              </a:spcBef>
              <a:spcAft>
                <a:spcPct val="0"/>
              </a:spcAft>
              <a:buFont typeface="Arial" panose="020B0604020202020204" pitchFamily="34" charset="0"/>
              <a:buNone/>
              <a:defRPr sz="1920" b="0" i="0" kern="1200">
                <a:solidFill>
                  <a:schemeClr val="tx1"/>
                </a:solidFill>
                <a:latin typeface="+mn-lt"/>
                <a:ea typeface="Calibri" panose="020F0502020204030204" pitchFamily="34" charset="0"/>
                <a:cs typeface="Calibri" panose="020F0502020204030204" pitchFamily="34" charset="0"/>
              </a:defRPr>
            </a:lvl1pPr>
            <a:lvl2pPr marL="304560" indent="-302400" algn="l" defTabSz="1097280" rtl="0" eaLnBrk="1" latinLnBrk="0" hangingPunct="1">
              <a:lnSpc>
                <a:spcPct val="100000"/>
              </a:lnSpc>
              <a:spcBef>
                <a:spcPts val="720"/>
              </a:spcBef>
              <a:spcAft>
                <a:spcPts val="720"/>
              </a:spcAft>
              <a:buClr>
                <a:schemeClr val="tx1"/>
              </a:buClr>
              <a:buFont typeface="Arial" panose="020B0604020202020204" pitchFamily="34" charset="0"/>
              <a:buChar char="•"/>
              <a:defRPr sz="1920" b="0" i="0" kern="1200">
                <a:solidFill>
                  <a:schemeClr val="tx1"/>
                </a:solidFill>
                <a:latin typeface="+mn-lt"/>
                <a:ea typeface="Calibri" panose="020F0502020204030204" pitchFamily="34" charset="0"/>
                <a:cs typeface="Calibri" panose="020F0502020204030204" pitchFamily="34" charset="0"/>
              </a:defRPr>
            </a:lvl2pPr>
            <a:lvl3pPr marL="604800" indent="-302400" algn="l" defTabSz="1097280" rtl="0" eaLnBrk="1" latinLnBrk="0" hangingPunct="1">
              <a:lnSpc>
                <a:spcPct val="100000"/>
              </a:lnSpc>
              <a:spcBef>
                <a:spcPts val="720"/>
              </a:spcBef>
              <a:spcAft>
                <a:spcPts val="720"/>
              </a:spcAft>
              <a:buFont typeface="Courier New" panose="02070309020205020404" pitchFamily="49" charset="0"/>
              <a:buChar char="o"/>
              <a:defRPr sz="1680" b="0" i="0" kern="1200">
                <a:solidFill>
                  <a:schemeClr val="tx1"/>
                </a:solidFill>
                <a:latin typeface="+mn-lt"/>
                <a:ea typeface="Calibri" panose="020F0502020204030204" pitchFamily="34" charset="0"/>
                <a:cs typeface="Calibri" panose="020F0502020204030204" pitchFamily="34" charset="0"/>
              </a:defRPr>
            </a:lvl3pPr>
            <a:lvl4pPr marL="1920240" indent="-274320" algn="l" defTabSz="1097280" rtl="0" eaLnBrk="1" latinLnBrk="0" hangingPunct="1">
              <a:lnSpc>
                <a:spcPct val="110000"/>
              </a:lnSpc>
              <a:spcBef>
                <a:spcPts val="720"/>
              </a:spcBef>
              <a:spcAft>
                <a:spcPct val="0"/>
              </a:spcAft>
              <a:buFont typeface="Arial" panose="020B0604020202020204" pitchFamily="34" charset="0"/>
              <a:buChar char="•"/>
              <a:defRPr sz="1920" b="0" i="0" kern="1200">
                <a:solidFill>
                  <a:schemeClr val="tx1"/>
                </a:solidFill>
                <a:latin typeface="+mn-lt"/>
                <a:ea typeface="Calibri" panose="020F0502020204030204" pitchFamily="34" charset="0"/>
                <a:cs typeface="Calibri" panose="020F0502020204030204" pitchFamily="34" charset="0"/>
              </a:defRPr>
            </a:lvl4pPr>
            <a:lvl5pPr marL="2468880" indent="-274320" algn="l" defTabSz="1097280" rtl="0" eaLnBrk="1" latinLnBrk="0" hangingPunct="1">
              <a:lnSpc>
                <a:spcPct val="110000"/>
              </a:lnSpc>
              <a:spcBef>
                <a:spcPts val="720"/>
              </a:spcBef>
              <a:spcAft>
                <a:spcPct val="0"/>
              </a:spcAft>
              <a:buFont typeface="Arial" panose="020B0604020202020204" pitchFamily="34" charset="0"/>
              <a:buChar char="•"/>
              <a:defRPr sz="1920" b="0" i="0" kern="1200">
                <a:solidFill>
                  <a:schemeClr val="tx1"/>
                </a:solidFill>
                <a:latin typeface="+mn-lt"/>
                <a:ea typeface="Calibri" panose="020F0502020204030204" pitchFamily="34" charset="0"/>
                <a:cs typeface="Calibri" panose="020F0502020204030204" pitchFamily="34" charset="0"/>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a:lstStyle>
          <a:p>
            <a:pPr>
              <a:lnSpc>
                <a:spcPct val="100000"/>
              </a:lnSpc>
              <a:spcBef>
                <a:spcPts val="0"/>
              </a:spcBef>
              <a:spcAft>
                <a:spcPts val="0"/>
              </a:spcAft>
              <a:defRPr/>
            </a:pPr>
            <a:r>
              <a:rPr lang="en-US" sz="1800">
                <a:gradFill>
                  <a:gsLst>
                    <a:gs pos="0">
                      <a:schemeClr val="accent2"/>
                    </a:gs>
                    <a:gs pos="67000">
                      <a:schemeClr val="accent5"/>
                    </a:gs>
                    <a:gs pos="100000">
                      <a:schemeClr val="accent4"/>
                    </a:gs>
                  </a:gsLst>
                  <a:lin ang="1800000" scaled="0"/>
                </a:gradFill>
                <a:latin typeface="Calibri Light" panose="020F0302020204030204" pitchFamily="34" charset="0"/>
                <a:ea typeface="Calibri Light" panose="020F0302020204030204" pitchFamily="34" charset="0"/>
                <a:cs typeface="Calibri Light" panose="020F0302020204030204" pitchFamily="34" charset="0"/>
              </a:rPr>
              <a:t>Platform &amp; Technology Enhancement</a:t>
            </a:r>
          </a:p>
        </p:txBody>
      </p:sp>
      <p:sp>
        <p:nvSpPr>
          <p:cNvPr id="10" name="Rectangle: Rounded Corners 9">
            <a:extLst>
              <a:ext uri="{FF2B5EF4-FFF2-40B4-BE49-F238E27FC236}">
                <a16:creationId xmlns:a16="http://schemas.microsoft.com/office/drawing/2014/main" id="{54EA8544-68DF-3F3C-2392-7309F0BFD6FD}"/>
              </a:ext>
            </a:extLst>
          </p:cNvPr>
          <p:cNvSpPr/>
          <p:nvPr/>
        </p:nvSpPr>
        <p:spPr bwMode="auto">
          <a:xfrm>
            <a:off x="4307664" y="1435040"/>
            <a:ext cx="3600000" cy="1188720"/>
          </a:xfrm>
          <a:prstGeom prst="roundRect">
            <a:avLst>
              <a:gd name="adj" fmla="val 10075"/>
            </a:avLst>
          </a:prstGeom>
          <a:gradFill>
            <a:gsLst>
              <a:gs pos="0">
                <a:schemeClr val="accent2">
                  <a:lumMod val="40000"/>
                  <a:lumOff val="60000"/>
                </a:schemeClr>
              </a:gs>
              <a:gs pos="67000">
                <a:schemeClr val="accent5">
                  <a:lumMod val="20000"/>
                  <a:lumOff val="80000"/>
                </a:schemeClr>
              </a:gs>
              <a:gs pos="100000">
                <a:schemeClr val="accent4">
                  <a:lumMod val="20000"/>
                  <a:lumOff val="80000"/>
                </a:schemeClr>
              </a:gs>
            </a:gsLst>
            <a:lin ang="1800000" scaled="0"/>
          </a:gradFill>
          <a:ln>
            <a:noFill/>
          </a:ln>
          <a:effectLst/>
        </p:spPr>
        <p:txBody>
          <a:bodyPr wrap="square" lIns="0" tIns="0" rIns="0" bIns="0" rtlCol="0" anchor="ctr"/>
          <a:lstStyle/>
          <a:p>
            <a:pPr algn="ctr" defTabSz="914327"/>
            <a:endParaRPr lang="en-US" sz="2400">
              <a:solidFill>
                <a:srgbClr val="FFFFFF"/>
              </a:solidFill>
              <a:latin typeface="Calibri Light" panose="020F0302020204030204" pitchFamily="34" charset="0"/>
              <a:ea typeface="Human Sans ExtraLight" charset="0"/>
              <a:cs typeface="Human Sans ExtraLight" charset="0"/>
            </a:endParaRPr>
          </a:p>
        </p:txBody>
      </p:sp>
      <p:sp>
        <p:nvSpPr>
          <p:cNvPr id="11" name="Rectangle: Rounded Corners 10">
            <a:extLst>
              <a:ext uri="{FF2B5EF4-FFF2-40B4-BE49-F238E27FC236}">
                <a16:creationId xmlns:a16="http://schemas.microsoft.com/office/drawing/2014/main" id="{E993D1E0-3FEC-0A72-B0BF-66E4E4342791}"/>
              </a:ext>
            </a:extLst>
          </p:cNvPr>
          <p:cNvSpPr/>
          <p:nvPr/>
        </p:nvSpPr>
        <p:spPr bwMode="auto">
          <a:xfrm>
            <a:off x="8135922" y="1435040"/>
            <a:ext cx="3600000" cy="1188720"/>
          </a:xfrm>
          <a:prstGeom prst="roundRect">
            <a:avLst>
              <a:gd name="adj" fmla="val 10075"/>
            </a:avLst>
          </a:prstGeom>
          <a:gradFill>
            <a:gsLst>
              <a:gs pos="0">
                <a:schemeClr val="accent2">
                  <a:lumMod val="40000"/>
                  <a:lumOff val="60000"/>
                </a:schemeClr>
              </a:gs>
              <a:gs pos="67000">
                <a:schemeClr val="accent5">
                  <a:lumMod val="20000"/>
                  <a:lumOff val="80000"/>
                </a:schemeClr>
              </a:gs>
              <a:gs pos="100000">
                <a:schemeClr val="accent4">
                  <a:lumMod val="20000"/>
                  <a:lumOff val="80000"/>
                </a:schemeClr>
              </a:gs>
            </a:gsLst>
            <a:lin ang="1800000" scaled="0"/>
          </a:gradFill>
          <a:ln>
            <a:noFill/>
          </a:ln>
          <a:effectLst/>
        </p:spPr>
        <p:txBody>
          <a:bodyPr wrap="square" lIns="0" tIns="0" rIns="0" bIns="0" rtlCol="0" anchor="ctr"/>
          <a:lstStyle/>
          <a:p>
            <a:pPr algn="ctr" defTabSz="914327"/>
            <a:endParaRPr lang="en-US" sz="2400">
              <a:solidFill>
                <a:srgbClr val="FFFFFF"/>
              </a:solidFill>
              <a:latin typeface="Calibri Light" panose="020F0302020204030204" pitchFamily="34" charset="0"/>
              <a:ea typeface="Human Sans ExtraLight" charset="0"/>
              <a:cs typeface="Human Sans ExtraLight" charset="0"/>
            </a:endParaRPr>
          </a:p>
        </p:txBody>
      </p:sp>
      <p:sp>
        <p:nvSpPr>
          <p:cNvPr id="12" name="Rectangle: Rounded Corners 11">
            <a:extLst>
              <a:ext uri="{FF2B5EF4-FFF2-40B4-BE49-F238E27FC236}">
                <a16:creationId xmlns:a16="http://schemas.microsoft.com/office/drawing/2014/main" id="{D0A114AD-2C96-EC65-AF6D-11CFC223A324}"/>
              </a:ext>
            </a:extLst>
          </p:cNvPr>
          <p:cNvSpPr/>
          <p:nvPr/>
        </p:nvSpPr>
        <p:spPr bwMode="auto">
          <a:xfrm>
            <a:off x="457200" y="1435040"/>
            <a:ext cx="3600000" cy="1188720"/>
          </a:xfrm>
          <a:prstGeom prst="roundRect">
            <a:avLst>
              <a:gd name="adj" fmla="val 8427"/>
            </a:avLst>
          </a:prstGeom>
          <a:gradFill>
            <a:gsLst>
              <a:gs pos="0">
                <a:schemeClr val="accent2">
                  <a:lumMod val="40000"/>
                  <a:lumOff val="60000"/>
                </a:schemeClr>
              </a:gs>
              <a:gs pos="67000">
                <a:schemeClr val="accent5">
                  <a:lumMod val="20000"/>
                  <a:lumOff val="80000"/>
                </a:schemeClr>
              </a:gs>
              <a:gs pos="100000">
                <a:schemeClr val="accent4">
                  <a:lumMod val="20000"/>
                  <a:lumOff val="80000"/>
                </a:schemeClr>
              </a:gs>
            </a:gsLst>
            <a:lin ang="1800000" scaled="0"/>
          </a:gradFill>
          <a:ln>
            <a:noFill/>
          </a:ln>
          <a:effectLst/>
        </p:spPr>
        <p:txBody>
          <a:bodyPr wrap="square" lIns="0" tIns="0" rIns="0" bIns="0" rtlCol="0" anchor="ctr"/>
          <a:lstStyle/>
          <a:p>
            <a:pPr algn="ctr" defTabSz="914327"/>
            <a:endParaRPr lang="en-US" sz="2400">
              <a:solidFill>
                <a:srgbClr val="FFFFFF"/>
              </a:solidFill>
              <a:latin typeface="Calibri Light" panose="020F0302020204030204" pitchFamily="34" charset="0"/>
              <a:ea typeface="Human Sans ExtraLight" charset="0"/>
              <a:cs typeface="Human Sans ExtraLight" charset="0"/>
            </a:endParaRPr>
          </a:p>
        </p:txBody>
      </p:sp>
      <p:pic>
        <p:nvPicPr>
          <p:cNvPr id="13" name="Picture 12" descr="A box with a blue and purple line&#10;&#10;AI-generated content may be incorrect.">
            <a:extLst>
              <a:ext uri="{FF2B5EF4-FFF2-40B4-BE49-F238E27FC236}">
                <a16:creationId xmlns:a16="http://schemas.microsoft.com/office/drawing/2014/main" id="{31D0311E-C43F-F7D2-A65D-8D2D85C30DD7}"/>
              </a:ext>
            </a:extLst>
          </p:cNvPr>
          <p:cNvPicPr>
            <a:picLocks noChangeAspect="1"/>
          </p:cNvPicPr>
          <p:nvPr/>
        </p:nvPicPr>
        <p:blipFill>
          <a:blip r:embed="rId3"/>
          <a:stretch>
            <a:fillRect/>
          </a:stretch>
        </p:blipFill>
        <p:spPr>
          <a:xfrm>
            <a:off x="1781242" y="1553442"/>
            <a:ext cx="951917" cy="951917"/>
          </a:xfrm>
          <a:prstGeom prst="rect">
            <a:avLst/>
          </a:prstGeom>
        </p:spPr>
      </p:pic>
      <p:pic>
        <p:nvPicPr>
          <p:cNvPr id="14" name="Picture 13" descr="A blue and purple circular arrows&#10;&#10;AI-generated content may be incorrect.">
            <a:extLst>
              <a:ext uri="{FF2B5EF4-FFF2-40B4-BE49-F238E27FC236}">
                <a16:creationId xmlns:a16="http://schemas.microsoft.com/office/drawing/2014/main" id="{1D9EAF18-8CCB-02E0-00CA-E4B5E7D20EB9}"/>
              </a:ext>
            </a:extLst>
          </p:cNvPr>
          <p:cNvPicPr>
            <a:picLocks noChangeAspect="1"/>
          </p:cNvPicPr>
          <p:nvPr/>
        </p:nvPicPr>
        <p:blipFill>
          <a:blip r:embed="rId4"/>
          <a:stretch>
            <a:fillRect/>
          </a:stretch>
        </p:blipFill>
        <p:spPr>
          <a:xfrm>
            <a:off x="9459964" y="1553442"/>
            <a:ext cx="951917" cy="951917"/>
          </a:xfrm>
          <a:prstGeom prst="rect">
            <a:avLst/>
          </a:prstGeom>
        </p:spPr>
      </p:pic>
      <p:pic>
        <p:nvPicPr>
          <p:cNvPr id="15" name="Picture 14" descr="A blue and purple line art of a machine&#10;&#10;AI-generated content may be incorrect.">
            <a:extLst>
              <a:ext uri="{FF2B5EF4-FFF2-40B4-BE49-F238E27FC236}">
                <a16:creationId xmlns:a16="http://schemas.microsoft.com/office/drawing/2014/main" id="{7849C690-6934-262E-5710-A1E1D965E562}"/>
              </a:ext>
            </a:extLst>
          </p:cNvPr>
          <p:cNvPicPr>
            <a:picLocks noChangeAspect="1"/>
          </p:cNvPicPr>
          <p:nvPr/>
        </p:nvPicPr>
        <p:blipFill>
          <a:blip r:embed="rId5"/>
          <a:stretch>
            <a:fillRect/>
          </a:stretch>
        </p:blipFill>
        <p:spPr>
          <a:xfrm>
            <a:off x="5631706" y="1553442"/>
            <a:ext cx="951917" cy="951917"/>
          </a:xfrm>
          <a:prstGeom prst="rect">
            <a:avLst/>
          </a:prstGeom>
        </p:spPr>
      </p:pic>
      <p:sp>
        <p:nvSpPr>
          <p:cNvPr id="16" name="Text Placeholder 20">
            <a:extLst>
              <a:ext uri="{FF2B5EF4-FFF2-40B4-BE49-F238E27FC236}">
                <a16:creationId xmlns:a16="http://schemas.microsoft.com/office/drawing/2014/main" id="{C425C9A5-67CD-DBC9-0EF2-4E942196DB6F}"/>
              </a:ext>
            </a:extLst>
          </p:cNvPr>
          <p:cNvSpPr txBox="1">
            <a:spLocks/>
          </p:cNvSpPr>
          <p:nvPr/>
        </p:nvSpPr>
        <p:spPr>
          <a:xfrm>
            <a:off x="4340103" y="3119279"/>
            <a:ext cx="3600000" cy="2699137"/>
          </a:xfrm>
          <a:prstGeom prst="rect">
            <a:avLst/>
          </a:prstGeom>
        </p:spPr>
        <p:txBody>
          <a:bodyPr lIns="0" tIns="0" rIns="0" bIns="0">
            <a:spAutoFit/>
          </a:bodyPr>
          <a:lstStyle>
            <a:lvl1pPr marL="0" indent="0" algn="l" defTabSz="1097280" rtl="0" eaLnBrk="1" latinLnBrk="0" hangingPunct="1">
              <a:lnSpc>
                <a:spcPct val="110000"/>
              </a:lnSpc>
              <a:spcBef>
                <a:spcPts val="720"/>
              </a:spcBef>
              <a:spcAft>
                <a:spcPct val="0"/>
              </a:spcAft>
              <a:buFont typeface="Arial" panose="020B0604020202020204" pitchFamily="34" charset="0"/>
              <a:buNone/>
              <a:defRPr sz="1920" b="0" i="0" kern="1200">
                <a:solidFill>
                  <a:schemeClr val="tx1"/>
                </a:solidFill>
                <a:latin typeface="+mn-lt"/>
                <a:ea typeface="Calibri" panose="020F0502020204030204" pitchFamily="34" charset="0"/>
                <a:cs typeface="Calibri" panose="020F0502020204030204" pitchFamily="34" charset="0"/>
              </a:defRPr>
            </a:lvl1pPr>
            <a:lvl2pPr marL="304560" indent="-302400" algn="l" defTabSz="1097280" rtl="0" eaLnBrk="1" latinLnBrk="0" hangingPunct="1">
              <a:lnSpc>
                <a:spcPct val="100000"/>
              </a:lnSpc>
              <a:spcBef>
                <a:spcPts val="720"/>
              </a:spcBef>
              <a:spcAft>
                <a:spcPts val="720"/>
              </a:spcAft>
              <a:buClr>
                <a:schemeClr val="tx1"/>
              </a:buClr>
              <a:buFont typeface="Arial" panose="020B0604020202020204" pitchFamily="34" charset="0"/>
              <a:buChar char="•"/>
              <a:defRPr sz="1920" b="0" i="0" kern="1200">
                <a:solidFill>
                  <a:schemeClr val="tx1"/>
                </a:solidFill>
                <a:latin typeface="+mn-lt"/>
                <a:ea typeface="Calibri" panose="020F0502020204030204" pitchFamily="34" charset="0"/>
                <a:cs typeface="Calibri" panose="020F0502020204030204" pitchFamily="34" charset="0"/>
              </a:defRPr>
            </a:lvl2pPr>
            <a:lvl3pPr marL="604800" indent="-302400" algn="l" defTabSz="1097280" rtl="0" eaLnBrk="1" latinLnBrk="0" hangingPunct="1">
              <a:lnSpc>
                <a:spcPct val="100000"/>
              </a:lnSpc>
              <a:spcBef>
                <a:spcPts val="720"/>
              </a:spcBef>
              <a:spcAft>
                <a:spcPts val="720"/>
              </a:spcAft>
              <a:buFont typeface="Courier New" panose="02070309020205020404" pitchFamily="49" charset="0"/>
              <a:buChar char="o"/>
              <a:defRPr sz="1680" b="0" i="0" kern="1200">
                <a:solidFill>
                  <a:schemeClr val="tx1"/>
                </a:solidFill>
                <a:latin typeface="+mn-lt"/>
                <a:ea typeface="Calibri" panose="020F0502020204030204" pitchFamily="34" charset="0"/>
                <a:cs typeface="Calibri" panose="020F0502020204030204" pitchFamily="34" charset="0"/>
              </a:defRPr>
            </a:lvl3pPr>
            <a:lvl4pPr marL="1920240" indent="-274320" algn="l" defTabSz="1097280" rtl="0" eaLnBrk="1" latinLnBrk="0" hangingPunct="1">
              <a:lnSpc>
                <a:spcPct val="110000"/>
              </a:lnSpc>
              <a:spcBef>
                <a:spcPts val="720"/>
              </a:spcBef>
              <a:spcAft>
                <a:spcPct val="0"/>
              </a:spcAft>
              <a:buFont typeface="Arial" panose="020B0604020202020204" pitchFamily="34" charset="0"/>
              <a:buChar char="•"/>
              <a:defRPr sz="1920" b="0" i="0" kern="1200">
                <a:solidFill>
                  <a:schemeClr val="tx1"/>
                </a:solidFill>
                <a:latin typeface="+mn-lt"/>
                <a:ea typeface="Calibri" panose="020F0502020204030204" pitchFamily="34" charset="0"/>
                <a:cs typeface="Calibri" panose="020F0502020204030204" pitchFamily="34" charset="0"/>
              </a:defRPr>
            </a:lvl4pPr>
            <a:lvl5pPr marL="2468880" indent="-274320" algn="l" defTabSz="1097280" rtl="0" eaLnBrk="1" latinLnBrk="0" hangingPunct="1">
              <a:lnSpc>
                <a:spcPct val="110000"/>
              </a:lnSpc>
              <a:spcBef>
                <a:spcPts val="720"/>
              </a:spcBef>
              <a:spcAft>
                <a:spcPct val="0"/>
              </a:spcAft>
              <a:buFont typeface="Arial" panose="020B0604020202020204" pitchFamily="34" charset="0"/>
              <a:buChar char="•"/>
              <a:defRPr sz="1920" b="0" i="0" kern="1200">
                <a:solidFill>
                  <a:schemeClr val="tx1"/>
                </a:solidFill>
                <a:latin typeface="+mn-lt"/>
                <a:ea typeface="Calibri" panose="020F0502020204030204" pitchFamily="34" charset="0"/>
                <a:cs typeface="Calibri" panose="020F0502020204030204" pitchFamily="34" charset="0"/>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a:lstStyle>
          <a:p>
            <a:pPr marL="289537" indent="-289537">
              <a:spcBef>
                <a:spcPts val="0"/>
              </a:spcBef>
            </a:pPr>
            <a:r>
              <a:rPr lang="en-US" sz="1400" b="1">
                <a:solidFill>
                  <a:srgbClr val="000000"/>
                </a:solidFill>
                <a:latin typeface="Calibri" panose="020F0502020204030204" pitchFamily="34" charset="0"/>
              </a:rPr>
              <a:t>Assumptions:</a:t>
            </a:r>
          </a:p>
          <a:p>
            <a:pPr marL="171450" indent="-171450">
              <a:spcBef>
                <a:spcPts val="0"/>
              </a:spcBef>
              <a:buFont typeface="Arial" panose="020B0604020202020204" pitchFamily="34" charset="0"/>
              <a:buChar char="•"/>
            </a:pPr>
            <a:r>
              <a:rPr lang="en-US" sz="1100">
                <a:solidFill>
                  <a:srgbClr val="000000"/>
                </a:solidFill>
                <a:latin typeface="Calibri" panose="020F0502020204030204" pitchFamily="34" charset="0"/>
              </a:rPr>
              <a:t>This review is based on team presentations, live sessions, and onboarding recordings, with no access to source code, requirements, task tracking, or the live system.</a:t>
            </a:r>
          </a:p>
          <a:p>
            <a:pPr marL="171450" indent="-171450">
              <a:spcBef>
                <a:spcPts val="0"/>
              </a:spcBef>
              <a:buFont typeface="Arial" panose="020B0604020202020204" pitchFamily="34" charset="0"/>
              <a:buChar char="•"/>
            </a:pPr>
            <a:r>
              <a:rPr lang="en-US" sz="1100">
                <a:solidFill>
                  <a:srgbClr val="000000"/>
                </a:solidFill>
                <a:latin typeface="Calibri" panose="020F0502020204030204" pitchFamily="34" charset="0"/>
              </a:rPr>
              <a:t>System metrics are expected to increase by 3 to 5 times compared to current levels.</a:t>
            </a:r>
          </a:p>
          <a:p>
            <a:pPr marL="238105" indent="-238105">
              <a:spcBef>
                <a:spcPts val="0"/>
              </a:spcBef>
              <a:buFont typeface="Arial" panose="020B0604020202020204" pitchFamily="34" charset="0"/>
              <a:buChar char="•"/>
            </a:pPr>
            <a:endParaRPr lang="en-US" sz="1100">
              <a:solidFill>
                <a:srgbClr val="000000"/>
              </a:solidFill>
              <a:latin typeface="Calibri" panose="020F0502020204030204" pitchFamily="34" charset="0"/>
            </a:endParaRPr>
          </a:p>
          <a:p>
            <a:pPr marL="289537" indent="-289537">
              <a:spcBef>
                <a:spcPts val="0"/>
              </a:spcBef>
            </a:pPr>
            <a:r>
              <a:rPr lang="en-US" sz="1400" b="1">
                <a:solidFill>
                  <a:srgbClr val="000000"/>
                </a:solidFill>
                <a:latin typeface="Calibri" panose="020F0502020204030204" pitchFamily="34" charset="0"/>
              </a:rPr>
              <a:t>Outstanding questions:</a:t>
            </a:r>
          </a:p>
          <a:p>
            <a:pPr marL="171450" indent="-171450">
              <a:spcBef>
                <a:spcPts val="0"/>
              </a:spcBef>
              <a:buFont typeface="Arial" panose="020B0604020202020204" pitchFamily="34" charset="0"/>
              <a:buChar char="•"/>
            </a:pPr>
            <a:r>
              <a:rPr lang="en-US" sz="1100">
                <a:solidFill>
                  <a:srgbClr val="000000"/>
                </a:solidFill>
                <a:latin typeface="Calibri" panose="020F0502020204030204" pitchFamily="34" charset="0"/>
              </a:rPr>
              <a:t>What is the current composition of the client ecosystem and its integrations, and what changes are planned by the end of the year?</a:t>
            </a:r>
          </a:p>
          <a:p>
            <a:pPr marL="171450" indent="-171450">
              <a:spcBef>
                <a:spcPts val="0"/>
              </a:spcBef>
              <a:buFont typeface="Arial" panose="020B0604020202020204" pitchFamily="34" charset="0"/>
              <a:buChar char="•"/>
            </a:pPr>
            <a:r>
              <a:rPr lang="en-US" sz="1100">
                <a:solidFill>
                  <a:srgbClr val="000000"/>
                </a:solidFill>
                <a:latin typeface="Calibri" panose="020F0502020204030204" pitchFamily="34" charset="0"/>
              </a:rPr>
              <a:t>What are the details regarding the integration and notification registry, as well as the associated data mappings?</a:t>
            </a:r>
            <a:endParaRPr lang="pl-PL" sz="1100"/>
          </a:p>
        </p:txBody>
      </p:sp>
      <p:sp>
        <p:nvSpPr>
          <p:cNvPr id="7" name="Text Placeholder 20">
            <a:extLst>
              <a:ext uri="{FF2B5EF4-FFF2-40B4-BE49-F238E27FC236}">
                <a16:creationId xmlns:a16="http://schemas.microsoft.com/office/drawing/2014/main" id="{C20A4F03-932F-D5FC-4956-98A1D788935F}"/>
              </a:ext>
            </a:extLst>
          </p:cNvPr>
          <p:cNvSpPr txBox="1">
            <a:spLocks/>
          </p:cNvSpPr>
          <p:nvPr/>
        </p:nvSpPr>
        <p:spPr>
          <a:xfrm>
            <a:off x="8212120" y="3119279"/>
            <a:ext cx="3600000" cy="2885342"/>
          </a:xfrm>
          <a:prstGeom prst="rect">
            <a:avLst/>
          </a:prstGeom>
        </p:spPr>
        <p:txBody>
          <a:bodyPr lIns="0" tIns="0" rIns="0" bIns="0">
            <a:spAutoFit/>
          </a:bodyPr>
          <a:lstStyle>
            <a:lvl1pPr marL="0" indent="0" algn="l" defTabSz="1097280" rtl="0" eaLnBrk="1" latinLnBrk="0" hangingPunct="1">
              <a:lnSpc>
                <a:spcPct val="110000"/>
              </a:lnSpc>
              <a:spcBef>
                <a:spcPts val="720"/>
              </a:spcBef>
              <a:spcAft>
                <a:spcPct val="0"/>
              </a:spcAft>
              <a:buFont typeface="Arial" panose="020B0604020202020204" pitchFamily="34" charset="0"/>
              <a:buNone/>
              <a:defRPr sz="1920" b="0" i="0" kern="1200">
                <a:solidFill>
                  <a:schemeClr val="tx1"/>
                </a:solidFill>
                <a:latin typeface="+mn-lt"/>
                <a:ea typeface="Calibri" panose="020F0502020204030204" pitchFamily="34" charset="0"/>
                <a:cs typeface="Calibri" panose="020F0502020204030204" pitchFamily="34" charset="0"/>
              </a:defRPr>
            </a:lvl1pPr>
            <a:lvl2pPr marL="304560" indent="-302400" algn="l" defTabSz="1097280" rtl="0" eaLnBrk="1" latinLnBrk="0" hangingPunct="1">
              <a:lnSpc>
                <a:spcPct val="100000"/>
              </a:lnSpc>
              <a:spcBef>
                <a:spcPts val="720"/>
              </a:spcBef>
              <a:spcAft>
                <a:spcPts val="720"/>
              </a:spcAft>
              <a:buClr>
                <a:schemeClr val="tx1"/>
              </a:buClr>
              <a:buFont typeface="Arial" panose="020B0604020202020204" pitchFamily="34" charset="0"/>
              <a:buChar char="•"/>
              <a:defRPr sz="1920" b="0" i="0" kern="1200">
                <a:solidFill>
                  <a:schemeClr val="tx1"/>
                </a:solidFill>
                <a:latin typeface="+mn-lt"/>
                <a:ea typeface="Calibri" panose="020F0502020204030204" pitchFamily="34" charset="0"/>
                <a:cs typeface="Calibri" panose="020F0502020204030204" pitchFamily="34" charset="0"/>
              </a:defRPr>
            </a:lvl2pPr>
            <a:lvl3pPr marL="604800" indent="-302400" algn="l" defTabSz="1097280" rtl="0" eaLnBrk="1" latinLnBrk="0" hangingPunct="1">
              <a:lnSpc>
                <a:spcPct val="100000"/>
              </a:lnSpc>
              <a:spcBef>
                <a:spcPts val="720"/>
              </a:spcBef>
              <a:spcAft>
                <a:spcPts val="720"/>
              </a:spcAft>
              <a:buFont typeface="Courier New" panose="02070309020205020404" pitchFamily="49" charset="0"/>
              <a:buChar char="o"/>
              <a:defRPr sz="1680" b="0" i="0" kern="1200">
                <a:solidFill>
                  <a:schemeClr val="tx1"/>
                </a:solidFill>
                <a:latin typeface="+mn-lt"/>
                <a:ea typeface="Calibri" panose="020F0502020204030204" pitchFamily="34" charset="0"/>
                <a:cs typeface="Calibri" panose="020F0502020204030204" pitchFamily="34" charset="0"/>
              </a:defRPr>
            </a:lvl3pPr>
            <a:lvl4pPr marL="1920240" indent="-274320" algn="l" defTabSz="1097280" rtl="0" eaLnBrk="1" latinLnBrk="0" hangingPunct="1">
              <a:lnSpc>
                <a:spcPct val="110000"/>
              </a:lnSpc>
              <a:spcBef>
                <a:spcPts val="720"/>
              </a:spcBef>
              <a:spcAft>
                <a:spcPct val="0"/>
              </a:spcAft>
              <a:buFont typeface="Arial" panose="020B0604020202020204" pitchFamily="34" charset="0"/>
              <a:buChar char="•"/>
              <a:defRPr sz="1920" b="0" i="0" kern="1200">
                <a:solidFill>
                  <a:schemeClr val="tx1"/>
                </a:solidFill>
                <a:latin typeface="+mn-lt"/>
                <a:ea typeface="Calibri" panose="020F0502020204030204" pitchFamily="34" charset="0"/>
                <a:cs typeface="Calibri" panose="020F0502020204030204" pitchFamily="34" charset="0"/>
              </a:defRPr>
            </a:lvl4pPr>
            <a:lvl5pPr marL="2468880" indent="-274320" algn="l" defTabSz="1097280" rtl="0" eaLnBrk="1" latinLnBrk="0" hangingPunct="1">
              <a:lnSpc>
                <a:spcPct val="110000"/>
              </a:lnSpc>
              <a:spcBef>
                <a:spcPts val="720"/>
              </a:spcBef>
              <a:spcAft>
                <a:spcPct val="0"/>
              </a:spcAft>
              <a:buFont typeface="Arial" panose="020B0604020202020204" pitchFamily="34" charset="0"/>
              <a:buChar char="•"/>
              <a:defRPr sz="1920" b="0" i="0" kern="1200">
                <a:solidFill>
                  <a:schemeClr val="tx1"/>
                </a:solidFill>
                <a:latin typeface="+mn-lt"/>
                <a:ea typeface="Calibri" panose="020F0502020204030204" pitchFamily="34" charset="0"/>
                <a:cs typeface="Calibri" panose="020F0502020204030204" pitchFamily="34" charset="0"/>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a:lstStyle>
          <a:p>
            <a:pPr marL="289537" indent="-289537">
              <a:spcBef>
                <a:spcPts val="0"/>
              </a:spcBef>
            </a:pPr>
            <a:r>
              <a:rPr lang="en-US" sz="1400" b="1">
                <a:solidFill>
                  <a:srgbClr val="000000"/>
                </a:solidFill>
                <a:latin typeface="Calibri" panose="020F0502020204030204" pitchFamily="34" charset="0"/>
              </a:rPr>
              <a:t>Assumptions:</a:t>
            </a:r>
          </a:p>
          <a:p>
            <a:pPr marL="171450" indent="-171450">
              <a:spcBef>
                <a:spcPts val="0"/>
              </a:spcBef>
              <a:buFont typeface="Arial" panose="020B0604020202020204" pitchFamily="34" charset="0"/>
              <a:buChar char="•"/>
            </a:pPr>
            <a:r>
              <a:rPr lang="en-US" sz="1100">
                <a:solidFill>
                  <a:srgbClr val="000000"/>
                </a:solidFill>
                <a:latin typeface="Calibri" panose="020F0502020204030204" pitchFamily="34" charset="0"/>
              </a:rPr>
              <a:t>Analysis was based on team presentations, live sessions, and onboarding recordings. </a:t>
            </a:r>
          </a:p>
          <a:p>
            <a:pPr marL="171450" indent="-171450">
              <a:spcBef>
                <a:spcPts val="0"/>
              </a:spcBef>
              <a:buFont typeface="Arial" panose="020B0604020202020204" pitchFamily="34" charset="0"/>
              <a:buChar char="•"/>
            </a:pPr>
            <a:r>
              <a:rPr lang="en-US" sz="1100">
                <a:solidFill>
                  <a:srgbClr val="000000"/>
                </a:solidFill>
                <a:latin typeface="Calibri" panose="020F0502020204030204" pitchFamily="34" charset="0"/>
              </a:rPr>
              <a:t>Access to issue-tracking systems will be provided to introduce measurable metrics.</a:t>
            </a:r>
          </a:p>
          <a:p>
            <a:pPr marL="171450" indent="-171450">
              <a:spcBef>
                <a:spcPts val="0"/>
              </a:spcBef>
              <a:buFont typeface="Arial" panose="020B0604020202020204" pitchFamily="34" charset="0"/>
              <a:buChar char="•"/>
            </a:pPr>
            <a:r>
              <a:rPr lang="en-US" sz="1100" err="1">
                <a:solidFill>
                  <a:srgbClr val="000000"/>
                </a:solidFill>
                <a:latin typeface="Calibri" panose="020F0502020204030204" pitchFamily="34" charset="0"/>
              </a:rPr>
              <a:t>RapidSure</a:t>
            </a:r>
            <a:r>
              <a:rPr lang="en-US" sz="1100">
                <a:solidFill>
                  <a:srgbClr val="000000"/>
                </a:solidFill>
                <a:latin typeface="Calibri" panose="020F0502020204030204" pitchFamily="34" charset="0"/>
              </a:rPr>
              <a:t> stream will be the part of ongoing AI adoption initiatives.</a:t>
            </a:r>
          </a:p>
          <a:p>
            <a:pPr marL="238105" indent="-238105">
              <a:spcBef>
                <a:spcPts val="0"/>
              </a:spcBef>
              <a:buFont typeface="Arial" panose="020B0604020202020204" pitchFamily="34" charset="0"/>
              <a:buChar char="•"/>
            </a:pPr>
            <a:endParaRPr lang="en-US" sz="1100">
              <a:solidFill>
                <a:srgbClr val="000000"/>
              </a:solidFill>
              <a:latin typeface="Calibri" panose="020F0502020204030204" pitchFamily="34" charset="0"/>
            </a:endParaRPr>
          </a:p>
          <a:p>
            <a:pPr marL="289537" indent="-289537">
              <a:spcBef>
                <a:spcPts val="0"/>
              </a:spcBef>
            </a:pPr>
            <a:r>
              <a:rPr lang="en-US" sz="1400" b="1">
                <a:solidFill>
                  <a:srgbClr val="000000"/>
                </a:solidFill>
                <a:latin typeface="Calibri" panose="020F0502020204030204" pitchFamily="34" charset="0"/>
              </a:rPr>
              <a:t>Outstanding questions:</a:t>
            </a:r>
          </a:p>
          <a:p>
            <a:pPr marL="171450" indent="-171450">
              <a:spcBef>
                <a:spcPts val="0"/>
              </a:spcBef>
              <a:buFont typeface="Arial" panose="020B0604020202020204" pitchFamily="34" charset="0"/>
              <a:buChar char="•"/>
            </a:pPr>
            <a:r>
              <a:rPr lang="en-US" sz="1100">
                <a:solidFill>
                  <a:srgbClr val="000000"/>
                </a:solidFill>
                <a:latin typeface="Calibri" panose="020F0502020204030204" pitchFamily="34" charset="0"/>
              </a:rPr>
              <a:t>What is preferred management approach?</a:t>
            </a:r>
          </a:p>
          <a:p>
            <a:pPr marL="171450" indent="-171450">
              <a:spcBef>
                <a:spcPts val="0"/>
              </a:spcBef>
              <a:buFont typeface="Arial" panose="020B0604020202020204" pitchFamily="34" charset="0"/>
              <a:buChar char="•"/>
            </a:pPr>
            <a:r>
              <a:rPr lang="en-US" sz="1100">
                <a:solidFill>
                  <a:srgbClr val="000000"/>
                </a:solidFill>
                <a:latin typeface="Calibri" panose="020F0502020204030204" pitchFamily="34" charset="0"/>
              </a:rPr>
              <a:t>Why Agile adoption failed in the past?</a:t>
            </a:r>
          </a:p>
          <a:p>
            <a:pPr marL="171450" indent="-171450">
              <a:spcBef>
                <a:spcPts val="0"/>
              </a:spcBef>
              <a:buFont typeface="Arial" panose="020B0604020202020204" pitchFamily="34" charset="0"/>
              <a:buChar char="•"/>
            </a:pPr>
            <a:r>
              <a:rPr lang="en-US" sz="1100">
                <a:solidFill>
                  <a:srgbClr val="000000"/>
                </a:solidFill>
                <a:latin typeface="Calibri" panose="020F0502020204030204" pitchFamily="34" charset="0"/>
              </a:rPr>
              <a:t>How Program level communication and reporting is done now?</a:t>
            </a:r>
          </a:p>
          <a:p>
            <a:pPr marL="171450" indent="-171450">
              <a:spcBef>
                <a:spcPts val="0"/>
              </a:spcBef>
              <a:buFont typeface="Arial" panose="020B0604020202020204" pitchFamily="34" charset="0"/>
              <a:buChar char="•"/>
            </a:pPr>
            <a:r>
              <a:rPr lang="en-US" sz="1100">
                <a:solidFill>
                  <a:srgbClr val="000000"/>
                </a:solidFill>
                <a:latin typeface="Calibri" panose="020F0502020204030204" pitchFamily="34" charset="0"/>
              </a:rPr>
              <a:t>What historical data is available for AI-driven estimation?</a:t>
            </a:r>
          </a:p>
          <a:p>
            <a:pPr marL="171450" indent="-171450">
              <a:spcBef>
                <a:spcPts val="0"/>
              </a:spcBef>
              <a:buFont typeface="Arial" panose="020B0604020202020204" pitchFamily="34" charset="0"/>
              <a:buChar char="•"/>
            </a:pPr>
            <a:r>
              <a:rPr lang="en-US" sz="1100">
                <a:solidFill>
                  <a:srgbClr val="000000"/>
                </a:solidFill>
                <a:latin typeface="Calibri" panose="020F0502020204030204" pitchFamily="34" charset="0"/>
              </a:rPr>
              <a:t>What is included into the current test strategy?</a:t>
            </a:r>
          </a:p>
        </p:txBody>
      </p:sp>
    </p:spTree>
    <p:extLst>
      <p:ext uri="{BB962C8B-B14F-4D97-AF65-F5344CB8AC3E}">
        <p14:creationId xmlns:p14="http://schemas.microsoft.com/office/powerpoint/2010/main" val="1865360358"/>
      </p:ext>
    </p:extLst>
  </p:cSld>
  <p:clrMapOvr>
    <a:masterClrMapping/>
  </p:clrMapOvr>
  <p:transition/>
  <p:extLst>
    <p:ext uri="{6950BFC3-D8DA-4A85-94F7-54DA5524770B}">
      <p188:commentRel xmlns:p188="http://schemas.microsoft.com/office/powerpoint/2018/8/main" r:id="rId2"/>
    </p:ext>
  </p:extLs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4675F3-A522-31DE-D973-CF2C88FD4431}"/>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749D662-A27A-FAD5-C806-86604C889074}"/>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4569849" y="1"/>
            <a:ext cx="7622151" cy="6858000"/>
          </a:xfrm>
          <a:prstGeom prst="rect">
            <a:avLst/>
          </a:prstGeom>
        </p:spPr>
      </p:pic>
      <p:sp>
        <p:nvSpPr>
          <p:cNvPr id="6" name="TextBox 5">
            <a:extLst>
              <a:ext uri="{FF2B5EF4-FFF2-40B4-BE49-F238E27FC236}">
                <a16:creationId xmlns:a16="http://schemas.microsoft.com/office/drawing/2014/main" id="{1F8F3649-0B73-77DD-2447-8B10B8B21211}"/>
              </a:ext>
            </a:extLst>
          </p:cNvPr>
          <p:cNvSpPr txBox="1"/>
          <p:nvPr/>
        </p:nvSpPr>
        <p:spPr>
          <a:xfrm>
            <a:off x="10048875" y="6406590"/>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tx1"/>
                </a:solidFill>
              </a:rPr>
              <a:t>EPAM Proprietary &amp; Confidential.</a:t>
            </a:r>
          </a:p>
        </p:txBody>
      </p:sp>
      <p:sp>
        <p:nvSpPr>
          <p:cNvPr id="7" name="Text Placeholder 3">
            <a:extLst>
              <a:ext uri="{FF2B5EF4-FFF2-40B4-BE49-F238E27FC236}">
                <a16:creationId xmlns:a16="http://schemas.microsoft.com/office/drawing/2014/main" id="{3B2B09C7-C140-691F-9656-35504DF7CBDD}"/>
              </a:ext>
            </a:extLst>
          </p:cNvPr>
          <p:cNvSpPr txBox="1"/>
          <p:nvPr/>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smtClean="0"/>
              <a:pPr lvl="0"/>
              <a:t>19</a:t>
            </a:fld>
            <a:endParaRPr lang="en-US" sz="1000"/>
          </a:p>
        </p:txBody>
      </p:sp>
      <p:sp>
        <p:nvSpPr>
          <p:cNvPr id="2" name="Title 1">
            <a:extLst>
              <a:ext uri="{FF2B5EF4-FFF2-40B4-BE49-F238E27FC236}">
                <a16:creationId xmlns:a16="http://schemas.microsoft.com/office/drawing/2014/main" id="{6ADAAEC2-06D6-F1EA-381B-875D843ECD44}"/>
              </a:ext>
            </a:extLst>
          </p:cNvPr>
          <p:cNvSpPr>
            <a:spLocks noGrp="1"/>
          </p:cNvSpPr>
          <p:nvPr>
            <p:ph type="title"/>
          </p:nvPr>
        </p:nvSpPr>
        <p:spPr/>
        <p:txBody>
          <a:bodyPr/>
          <a:lstStyle/>
          <a:p>
            <a:r>
              <a:rPr lang="en-US"/>
              <a:t>Next steps</a:t>
            </a:r>
          </a:p>
        </p:txBody>
      </p:sp>
      <p:sp>
        <p:nvSpPr>
          <p:cNvPr id="3" name="Text Placeholder 2">
            <a:extLst>
              <a:ext uri="{FF2B5EF4-FFF2-40B4-BE49-F238E27FC236}">
                <a16:creationId xmlns:a16="http://schemas.microsoft.com/office/drawing/2014/main" id="{A6F890D6-6B37-74AD-3806-A192C5E0111D}"/>
              </a:ext>
            </a:extLst>
          </p:cNvPr>
          <p:cNvSpPr>
            <a:spLocks noGrp="1"/>
          </p:cNvSpPr>
          <p:nvPr>
            <p:ph type="body" sz="quarter" idx="15"/>
          </p:nvPr>
        </p:nvSpPr>
        <p:spPr/>
        <p:txBody>
          <a:bodyPr/>
          <a:lstStyle/>
          <a:p>
            <a:r>
              <a:rPr lang="en-US"/>
              <a:t>Project Rambo</a:t>
            </a:r>
          </a:p>
        </p:txBody>
      </p:sp>
      <p:sp>
        <p:nvSpPr>
          <p:cNvPr id="4" name="TextBox 3">
            <a:extLst>
              <a:ext uri="{FF2B5EF4-FFF2-40B4-BE49-F238E27FC236}">
                <a16:creationId xmlns:a16="http://schemas.microsoft.com/office/drawing/2014/main" id="{C945B2BD-1290-ED7B-62BD-E38D10896A20}"/>
              </a:ext>
            </a:extLst>
          </p:cNvPr>
          <p:cNvSpPr txBox="1"/>
          <p:nvPr/>
        </p:nvSpPr>
        <p:spPr>
          <a:xfrm>
            <a:off x="457200" y="1296847"/>
            <a:ext cx="10844062" cy="4862870"/>
          </a:xfrm>
          <a:prstGeom prst="rect">
            <a:avLst/>
          </a:prstGeom>
        </p:spPr>
        <p:txBody>
          <a:bodyPr wrap="square" lIns="0" tIns="0" rIns="0" bIns="0" rtlCol="0">
            <a:spAutoFit/>
          </a:bodyPr>
          <a:lstStyle/>
          <a:p>
            <a:pPr>
              <a:spcBef>
                <a:spcPts val="500"/>
              </a:spcBef>
              <a:spcAft>
                <a:spcPts val="500"/>
              </a:spcAft>
            </a:pPr>
            <a:r>
              <a:rPr lang="en-US" sz="2400">
                <a:gradFill>
                  <a:gsLst>
                    <a:gs pos="0">
                      <a:schemeClr val="accent2"/>
                    </a:gs>
                    <a:gs pos="67000">
                      <a:schemeClr val="accent5"/>
                    </a:gs>
                    <a:gs pos="100000">
                      <a:schemeClr val="accent4"/>
                    </a:gs>
                  </a:gsLst>
                  <a:lin ang="1800000" scaled="0"/>
                </a:gradFill>
                <a:latin typeface="Calibri Light" panose="020F0302020204030204" pitchFamily="34" charset="0"/>
                <a:ea typeface="Calibri Light" panose="020F0302020204030204" pitchFamily="34" charset="0"/>
                <a:cs typeface="Calibri Light" panose="020F0302020204030204" pitchFamily="34" charset="0"/>
              </a:rPr>
              <a:t>Propose to TMNAS  a SWAT team to complete workshops and confirm immediate project</a:t>
            </a:r>
          </a:p>
          <a:p>
            <a:pPr marL="285750" lvl="1" indent="-285750">
              <a:spcBef>
                <a:spcPts val="500"/>
              </a:spcBef>
              <a:spcAft>
                <a:spcPts val="500"/>
              </a:spcAft>
              <a:buFont typeface="Arial" panose="020B0604020202020204" pitchFamily="34" charset="0"/>
              <a:buChar char="•"/>
            </a:pPr>
            <a:r>
              <a:rPr lang="en-US" sz="1600" b="1">
                <a:gradFill>
                  <a:gsLst>
                    <a:gs pos="0">
                      <a:schemeClr val="accent2"/>
                    </a:gs>
                    <a:gs pos="67000">
                      <a:schemeClr val="accent5"/>
                    </a:gs>
                    <a:gs pos="100000">
                      <a:schemeClr val="accent4"/>
                    </a:gs>
                  </a:gsLst>
                  <a:lin ang="1800000" scaled="0"/>
                </a:gradFill>
              </a:rPr>
              <a:t>Team structure: 1 DM, 1 Architect, </a:t>
            </a:r>
            <a:r>
              <a:rPr lang="ru-RU" sz="1600" b="1">
                <a:gradFill>
                  <a:gsLst>
                    <a:gs pos="0">
                      <a:schemeClr val="accent2"/>
                    </a:gs>
                    <a:gs pos="67000">
                      <a:schemeClr val="accent5"/>
                    </a:gs>
                    <a:gs pos="100000">
                      <a:schemeClr val="accent4"/>
                    </a:gs>
                  </a:gsLst>
                  <a:lin ang="1800000" scaled="0"/>
                </a:gradFill>
              </a:rPr>
              <a:t>1 </a:t>
            </a:r>
            <a:r>
              <a:rPr lang="pl-PL" sz="1600" b="1">
                <a:gradFill>
                  <a:gsLst>
                    <a:gs pos="0">
                      <a:schemeClr val="accent2"/>
                    </a:gs>
                    <a:gs pos="67000">
                      <a:schemeClr val="accent5"/>
                    </a:gs>
                    <a:gs pos="100000">
                      <a:schemeClr val="accent4"/>
                    </a:gs>
                  </a:gsLst>
                  <a:lin ang="1800000" scaled="0"/>
                </a:gradFill>
              </a:rPr>
              <a:t>Business Analyst, 1 </a:t>
            </a:r>
            <a:r>
              <a:rPr lang="en-US" sz="1600" b="1">
                <a:gradFill>
                  <a:gsLst>
                    <a:gs pos="0">
                      <a:schemeClr val="accent2"/>
                    </a:gs>
                    <a:gs pos="67000">
                      <a:schemeClr val="accent5"/>
                    </a:gs>
                    <a:gs pos="100000">
                      <a:schemeClr val="accent4"/>
                    </a:gs>
                  </a:gsLst>
                  <a:lin ang="1800000" scaled="0"/>
                </a:gradFill>
              </a:rPr>
              <a:t>AI Dev Lead</a:t>
            </a:r>
          </a:p>
          <a:p>
            <a:pPr marL="285750" lvl="1" indent="-285750">
              <a:spcBef>
                <a:spcPts val="500"/>
              </a:spcBef>
              <a:spcAft>
                <a:spcPts val="500"/>
              </a:spcAft>
              <a:buFont typeface="Arial" panose="020B0604020202020204" pitchFamily="34" charset="0"/>
              <a:buChar char="•"/>
            </a:pPr>
            <a:r>
              <a:rPr lang="en-US" sz="1600" b="1">
                <a:gradFill>
                  <a:gsLst>
                    <a:gs pos="0">
                      <a:schemeClr val="accent2"/>
                    </a:gs>
                    <a:gs pos="67000">
                      <a:schemeClr val="accent5"/>
                    </a:gs>
                    <a:gs pos="100000">
                      <a:schemeClr val="accent4"/>
                    </a:gs>
                  </a:gsLst>
                  <a:lin ang="1800000" scaled="0"/>
                </a:gradFill>
              </a:rPr>
              <a:t>Expected Outcomes</a:t>
            </a:r>
          </a:p>
          <a:p>
            <a:pPr marL="574675" lvl="2" indent="-285750">
              <a:spcBef>
                <a:spcPts val="500"/>
              </a:spcBef>
              <a:spcAft>
                <a:spcPts val="500"/>
              </a:spcAft>
              <a:buFont typeface="Arial" panose="020B0604020202020204" pitchFamily="34" charset="0"/>
              <a:buChar char="•"/>
            </a:pPr>
            <a:r>
              <a:rPr lang="en-US" sz="1600" b="1"/>
              <a:t>Finalize Assessment </a:t>
            </a:r>
          </a:p>
          <a:p>
            <a:pPr marL="854075" lvl="3" indent="-285750">
              <a:spcBef>
                <a:spcPts val="500"/>
              </a:spcBef>
              <a:spcAft>
                <a:spcPts val="500"/>
              </a:spcAft>
              <a:buFont typeface="Arial" panose="020B0604020202020204" pitchFamily="34" charset="0"/>
              <a:buChar char="•"/>
            </a:pPr>
            <a:r>
              <a:rPr lang="en-US" sz="1600"/>
              <a:t>Plan for feature and configuration phases </a:t>
            </a:r>
          </a:p>
          <a:p>
            <a:pPr marL="854075" lvl="3" indent="-285750">
              <a:spcBef>
                <a:spcPts val="500"/>
              </a:spcBef>
              <a:spcAft>
                <a:spcPts val="500"/>
              </a:spcAft>
              <a:buFont typeface="Arial" panose="020B0604020202020204" pitchFamily="34" charset="0"/>
              <a:buChar char="•"/>
            </a:pPr>
            <a:r>
              <a:rPr lang="en-US" sz="1600"/>
              <a:t>Complete building of the technical roadmap</a:t>
            </a:r>
          </a:p>
          <a:p>
            <a:pPr marL="1143000" lvl="4" indent="-285750">
              <a:spcBef>
                <a:spcPts val="500"/>
              </a:spcBef>
              <a:spcAft>
                <a:spcPts val="500"/>
              </a:spcAft>
              <a:buFont typeface="Calibri" panose="020F0502020204030204" pitchFamily="34" charset="0"/>
              <a:buChar char="⁻"/>
            </a:pPr>
            <a:r>
              <a:rPr lang="en-US" sz="1600"/>
              <a:t>Assessment contracts in Apps Eco-system</a:t>
            </a:r>
          </a:p>
          <a:p>
            <a:pPr marL="1143000" lvl="4" indent="-285750">
              <a:spcBef>
                <a:spcPts val="500"/>
              </a:spcBef>
              <a:spcAft>
                <a:spcPts val="500"/>
              </a:spcAft>
              <a:buFont typeface="Calibri" panose="020F0502020204030204" pitchFamily="34" charset="0"/>
              <a:buChar char="⁻"/>
            </a:pPr>
            <a:r>
              <a:rPr lang="en-US" sz="1600"/>
              <a:t>Define improvement areas, prioritize, estimate and plan them</a:t>
            </a:r>
          </a:p>
          <a:p>
            <a:pPr marL="574675" lvl="2" indent="-285750">
              <a:spcBef>
                <a:spcPts val="500"/>
              </a:spcBef>
              <a:spcAft>
                <a:spcPts val="500"/>
              </a:spcAft>
              <a:buFont typeface="Arial" panose="020B0604020202020204" pitchFamily="34" charset="0"/>
              <a:buChar char="•"/>
            </a:pPr>
            <a:r>
              <a:rPr lang="en-US" sz="1600" b="1" noProof="1"/>
              <a:t>Continous improvement process definition and setup</a:t>
            </a:r>
          </a:p>
          <a:p>
            <a:pPr marL="854075" lvl="3" indent="-285750">
              <a:spcBef>
                <a:spcPts val="500"/>
              </a:spcBef>
              <a:spcAft>
                <a:spcPts val="500"/>
              </a:spcAft>
              <a:buFont typeface="Arial" panose="020B0604020202020204" pitchFamily="34" charset="0"/>
              <a:buChar char="•"/>
            </a:pPr>
            <a:r>
              <a:rPr lang="en-US" sz="1600" noProof="1"/>
              <a:t>EngX assessment of SDLC</a:t>
            </a:r>
          </a:p>
          <a:p>
            <a:pPr marL="854075" lvl="3" indent="-285750">
              <a:spcBef>
                <a:spcPts val="500"/>
              </a:spcBef>
              <a:spcAft>
                <a:spcPts val="500"/>
              </a:spcAft>
              <a:buFont typeface="Arial" panose="020B0604020202020204" pitchFamily="34" charset="0"/>
              <a:buChar char="•"/>
            </a:pPr>
            <a:r>
              <a:rPr lang="en-US" sz="1600" noProof="1"/>
              <a:t>Measuring an impact and ROI</a:t>
            </a:r>
          </a:p>
          <a:p>
            <a:pPr marL="854075" lvl="3" indent="-285750">
              <a:spcBef>
                <a:spcPts val="500"/>
              </a:spcBef>
              <a:spcAft>
                <a:spcPts val="500"/>
              </a:spcAft>
              <a:buFont typeface="Arial" panose="020B0604020202020204" pitchFamily="34" charset="0"/>
              <a:buChar char="•"/>
            </a:pPr>
            <a:r>
              <a:rPr lang="en-US" sz="1600" noProof="1"/>
              <a:t>Execution framework</a:t>
            </a:r>
          </a:p>
          <a:p>
            <a:pPr marL="574675" lvl="2" indent="-285750">
              <a:spcBef>
                <a:spcPts val="500"/>
              </a:spcBef>
              <a:spcAft>
                <a:spcPts val="500"/>
              </a:spcAft>
              <a:buFont typeface="Arial" panose="020B0604020202020204" pitchFamily="34" charset="0"/>
              <a:buChar char="•"/>
            </a:pPr>
            <a:r>
              <a:rPr lang="en-US" sz="1600" b="1"/>
              <a:t>Identify AI initiatives/project  to start for next phase</a:t>
            </a:r>
            <a:endParaRPr lang="en-US" sz="1400" b="1"/>
          </a:p>
        </p:txBody>
      </p:sp>
      <p:sp>
        <p:nvSpPr>
          <p:cNvPr id="8" name="Oval 7">
            <a:extLst>
              <a:ext uri="{FF2B5EF4-FFF2-40B4-BE49-F238E27FC236}">
                <a16:creationId xmlns:a16="http://schemas.microsoft.com/office/drawing/2014/main" id="{52C44DB2-4050-390F-FAB1-062BAF2B7BC5}"/>
              </a:ext>
            </a:extLst>
          </p:cNvPr>
          <p:cNvSpPr/>
          <p:nvPr/>
        </p:nvSpPr>
        <p:spPr bwMode="auto">
          <a:xfrm>
            <a:off x="9555458" y="2552700"/>
            <a:ext cx="2176294" cy="2176294"/>
          </a:xfrm>
          <a:prstGeom prst="ellipse">
            <a:avLst/>
          </a:prstGeom>
          <a:noFill/>
          <a:ln w="12700">
            <a:gradFill>
              <a:gsLst>
                <a:gs pos="0">
                  <a:schemeClr val="accent2"/>
                </a:gs>
                <a:gs pos="74000">
                  <a:schemeClr val="accent5"/>
                </a:gs>
                <a:gs pos="100000">
                  <a:schemeClr val="accent4"/>
                </a:gs>
              </a:gsLst>
              <a:lin ang="1800000" scaled="0"/>
            </a:gradFill>
            <a:prstDash val="sysDash"/>
          </a:ln>
          <a:effectLst/>
        </p:spPr>
        <p:txBody>
          <a:bodyPr wrap="square" lIns="0" tIns="0" rIns="0" bIns="0" rtlCol="0" anchor="ctr"/>
          <a:lstStyle/>
          <a:p>
            <a:pPr algn="ctr"/>
            <a:endParaRPr lang="en-US" sz="2400">
              <a:solidFill>
                <a:schemeClr val="bg1"/>
              </a:solidFill>
              <a:latin typeface="Calibri Light" panose="020F0302020204030204" pitchFamily="34" charset="0"/>
              <a:ea typeface="Human Sans ExtraLight" charset="0"/>
              <a:cs typeface="Human Sans ExtraLight" charset="0"/>
            </a:endParaRPr>
          </a:p>
        </p:txBody>
      </p:sp>
      <p:pic>
        <p:nvPicPr>
          <p:cNvPr id="9" name="Graphic 8">
            <a:extLst>
              <a:ext uri="{FF2B5EF4-FFF2-40B4-BE49-F238E27FC236}">
                <a16:creationId xmlns:a16="http://schemas.microsoft.com/office/drawing/2014/main" id="{FBF1D671-AEF5-CE3A-944B-A76842906C6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152583" y="3149825"/>
            <a:ext cx="982043" cy="982043"/>
          </a:xfrm>
          <a:prstGeom prst="rect">
            <a:avLst/>
          </a:prstGeom>
        </p:spPr>
      </p:pic>
    </p:spTree>
    <p:extLst>
      <p:ext uri="{BB962C8B-B14F-4D97-AF65-F5344CB8AC3E}">
        <p14:creationId xmlns:p14="http://schemas.microsoft.com/office/powerpoint/2010/main" val="1502533066"/>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ADBBF9F1-F341-113B-FA87-DFC75ACDEE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EEBCA0-63A4-71F8-1AF6-7C8E60A08B6C}"/>
              </a:ext>
            </a:extLst>
          </p:cNvPr>
          <p:cNvSpPr>
            <a:spLocks noGrp="1"/>
          </p:cNvSpPr>
          <p:nvPr>
            <p:ph type="title"/>
          </p:nvPr>
        </p:nvSpPr>
        <p:spPr/>
        <p:txBody>
          <a:bodyPr/>
          <a:lstStyle/>
          <a:p>
            <a:r>
              <a:rPr lang="en-US" err="1"/>
              <a:t>RapidSure</a:t>
            </a:r>
            <a:r>
              <a:rPr lang="en-US"/>
              <a:t> Operating Model Suggested Improvements</a:t>
            </a:r>
          </a:p>
        </p:txBody>
      </p:sp>
      <p:sp>
        <p:nvSpPr>
          <p:cNvPr id="3" name="Text Placeholder 2">
            <a:extLst>
              <a:ext uri="{FF2B5EF4-FFF2-40B4-BE49-F238E27FC236}">
                <a16:creationId xmlns:a16="http://schemas.microsoft.com/office/drawing/2014/main" id="{EC26704F-7C2B-C1BA-91CF-FA4664CA4574}"/>
              </a:ext>
            </a:extLst>
          </p:cNvPr>
          <p:cNvSpPr>
            <a:spLocks noGrp="1"/>
          </p:cNvSpPr>
          <p:nvPr>
            <p:ph type="body" sz="quarter" idx="15"/>
          </p:nvPr>
        </p:nvSpPr>
        <p:spPr/>
        <p:txBody>
          <a:bodyPr/>
          <a:lstStyle/>
          <a:p>
            <a:r>
              <a:rPr lang="en-US"/>
              <a:t>Project </a:t>
            </a:r>
            <a:r>
              <a:rPr lang="en-US" err="1"/>
              <a:t>rambo</a:t>
            </a:r>
            <a:endParaRPr lang="en-US"/>
          </a:p>
        </p:txBody>
      </p:sp>
      <p:sp>
        <p:nvSpPr>
          <p:cNvPr id="5" name="Text Placeholder 19">
            <a:extLst>
              <a:ext uri="{FF2B5EF4-FFF2-40B4-BE49-F238E27FC236}">
                <a16:creationId xmlns:a16="http://schemas.microsoft.com/office/drawing/2014/main" id="{F2E695C9-C7A5-0F75-8CE0-F8DD04250114}"/>
              </a:ext>
            </a:extLst>
          </p:cNvPr>
          <p:cNvSpPr txBox="1">
            <a:spLocks/>
          </p:cNvSpPr>
          <p:nvPr/>
        </p:nvSpPr>
        <p:spPr>
          <a:xfrm>
            <a:off x="457192" y="2381501"/>
            <a:ext cx="2823643" cy="462114"/>
          </a:xfrm>
          <a:prstGeom prst="rect">
            <a:avLst/>
          </a:prstGeom>
        </p:spPr>
        <p:txBody>
          <a:bodyPr/>
          <a:lstStyle>
            <a:lvl1pPr marL="0" indent="0" algn="l" defTabSz="1097280" rtl="0" eaLnBrk="1" latinLnBrk="0" hangingPunct="1">
              <a:lnSpc>
                <a:spcPct val="110000"/>
              </a:lnSpc>
              <a:spcBef>
                <a:spcPts val="720"/>
              </a:spcBef>
              <a:spcAft>
                <a:spcPct val="0"/>
              </a:spcAft>
              <a:buFont typeface="Arial" panose="020B0604020202020204" pitchFamily="34" charset="0"/>
              <a:buNone/>
              <a:defRPr sz="1920" b="0" i="0" kern="1200">
                <a:solidFill>
                  <a:schemeClr val="tx1"/>
                </a:solidFill>
                <a:latin typeface="+mn-lt"/>
                <a:ea typeface="Calibri" panose="020F0502020204030204" pitchFamily="34" charset="0"/>
                <a:cs typeface="Calibri" panose="020F0502020204030204" pitchFamily="34" charset="0"/>
              </a:defRPr>
            </a:lvl1pPr>
            <a:lvl2pPr marL="304560" indent="-302400" algn="l" defTabSz="1097280" rtl="0" eaLnBrk="1" latinLnBrk="0" hangingPunct="1">
              <a:lnSpc>
                <a:spcPct val="100000"/>
              </a:lnSpc>
              <a:spcBef>
                <a:spcPts val="720"/>
              </a:spcBef>
              <a:spcAft>
                <a:spcPts val="720"/>
              </a:spcAft>
              <a:buClr>
                <a:schemeClr val="tx1"/>
              </a:buClr>
              <a:buFont typeface="Arial" panose="020B0604020202020204" pitchFamily="34" charset="0"/>
              <a:buChar char="•"/>
              <a:defRPr sz="1920" b="0" i="0" kern="1200">
                <a:solidFill>
                  <a:schemeClr val="tx1"/>
                </a:solidFill>
                <a:latin typeface="+mn-lt"/>
                <a:ea typeface="Calibri" panose="020F0502020204030204" pitchFamily="34" charset="0"/>
                <a:cs typeface="Calibri" panose="020F0502020204030204" pitchFamily="34" charset="0"/>
              </a:defRPr>
            </a:lvl2pPr>
            <a:lvl3pPr marL="604800" indent="-302400" algn="l" defTabSz="1097280" rtl="0" eaLnBrk="1" latinLnBrk="0" hangingPunct="1">
              <a:lnSpc>
                <a:spcPct val="100000"/>
              </a:lnSpc>
              <a:spcBef>
                <a:spcPts val="720"/>
              </a:spcBef>
              <a:spcAft>
                <a:spcPts val="720"/>
              </a:spcAft>
              <a:buFont typeface="Courier New" panose="02070309020205020404" pitchFamily="49" charset="0"/>
              <a:buChar char="o"/>
              <a:defRPr sz="1680" b="0" i="0" kern="1200">
                <a:solidFill>
                  <a:schemeClr val="tx1"/>
                </a:solidFill>
                <a:latin typeface="+mn-lt"/>
                <a:ea typeface="Calibri" panose="020F0502020204030204" pitchFamily="34" charset="0"/>
                <a:cs typeface="Calibri" panose="020F0502020204030204" pitchFamily="34" charset="0"/>
              </a:defRPr>
            </a:lvl3pPr>
            <a:lvl4pPr marL="1920240" indent="-274320" algn="l" defTabSz="1097280" rtl="0" eaLnBrk="1" latinLnBrk="0" hangingPunct="1">
              <a:lnSpc>
                <a:spcPct val="110000"/>
              </a:lnSpc>
              <a:spcBef>
                <a:spcPts val="720"/>
              </a:spcBef>
              <a:spcAft>
                <a:spcPct val="0"/>
              </a:spcAft>
              <a:buFont typeface="Arial" panose="020B0604020202020204" pitchFamily="34" charset="0"/>
              <a:buChar char="•"/>
              <a:defRPr sz="1920" b="0" i="0" kern="1200">
                <a:solidFill>
                  <a:schemeClr val="tx1"/>
                </a:solidFill>
                <a:latin typeface="+mn-lt"/>
                <a:ea typeface="Calibri" panose="020F0502020204030204" pitchFamily="34" charset="0"/>
                <a:cs typeface="Calibri" panose="020F0502020204030204" pitchFamily="34" charset="0"/>
              </a:defRPr>
            </a:lvl4pPr>
            <a:lvl5pPr marL="2468880" indent="-274320" algn="l" defTabSz="1097280" rtl="0" eaLnBrk="1" latinLnBrk="0" hangingPunct="1">
              <a:lnSpc>
                <a:spcPct val="110000"/>
              </a:lnSpc>
              <a:spcBef>
                <a:spcPts val="720"/>
              </a:spcBef>
              <a:spcAft>
                <a:spcPct val="0"/>
              </a:spcAft>
              <a:buFont typeface="Arial" panose="020B0604020202020204" pitchFamily="34" charset="0"/>
              <a:buChar char="•"/>
              <a:defRPr sz="1920" b="0" i="0" kern="1200">
                <a:solidFill>
                  <a:schemeClr val="tx1"/>
                </a:solidFill>
                <a:latin typeface="+mn-lt"/>
                <a:ea typeface="Calibri" panose="020F0502020204030204" pitchFamily="34" charset="0"/>
                <a:cs typeface="Calibri" panose="020F0502020204030204" pitchFamily="34" charset="0"/>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a:lstStyle>
          <a:p>
            <a:pPr algn="ctr"/>
            <a:r>
              <a:rPr lang="en-US" sz="1600" b="1"/>
              <a:t>Governance &amp; PM</a:t>
            </a:r>
          </a:p>
        </p:txBody>
      </p:sp>
      <p:sp>
        <p:nvSpPr>
          <p:cNvPr id="6" name="Text Placeholder 20">
            <a:extLst>
              <a:ext uri="{FF2B5EF4-FFF2-40B4-BE49-F238E27FC236}">
                <a16:creationId xmlns:a16="http://schemas.microsoft.com/office/drawing/2014/main" id="{844F7D20-08D6-78F0-4E4C-24CDE1DAF553}"/>
              </a:ext>
            </a:extLst>
          </p:cNvPr>
          <p:cNvSpPr txBox="1">
            <a:spLocks/>
          </p:cNvSpPr>
          <p:nvPr/>
        </p:nvSpPr>
        <p:spPr>
          <a:xfrm>
            <a:off x="457192" y="2758067"/>
            <a:ext cx="2823643" cy="2630592"/>
          </a:xfrm>
          <a:prstGeom prst="rect">
            <a:avLst/>
          </a:prstGeom>
        </p:spPr>
        <p:txBody>
          <a:bodyPr/>
          <a:lstStyle>
            <a:lvl1pPr marL="0" indent="0" algn="l" defTabSz="1097280" rtl="0" eaLnBrk="1" latinLnBrk="0" hangingPunct="1">
              <a:lnSpc>
                <a:spcPct val="110000"/>
              </a:lnSpc>
              <a:spcBef>
                <a:spcPts val="720"/>
              </a:spcBef>
              <a:spcAft>
                <a:spcPct val="0"/>
              </a:spcAft>
              <a:buFont typeface="Arial" panose="020B0604020202020204" pitchFamily="34" charset="0"/>
              <a:buNone/>
              <a:defRPr sz="1920" b="0" i="0" kern="1200">
                <a:solidFill>
                  <a:schemeClr val="tx1"/>
                </a:solidFill>
                <a:latin typeface="+mn-lt"/>
                <a:ea typeface="Calibri" panose="020F0502020204030204" pitchFamily="34" charset="0"/>
                <a:cs typeface="Calibri" panose="020F0502020204030204" pitchFamily="34" charset="0"/>
              </a:defRPr>
            </a:lvl1pPr>
            <a:lvl2pPr marL="304560" indent="-302400" algn="l" defTabSz="1097280" rtl="0" eaLnBrk="1" latinLnBrk="0" hangingPunct="1">
              <a:lnSpc>
                <a:spcPct val="100000"/>
              </a:lnSpc>
              <a:spcBef>
                <a:spcPts val="720"/>
              </a:spcBef>
              <a:spcAft>
                <a:spcPts val="720"/>
              </a:spcAft>
              <a:buClr>
                <a:schemeClr val="tx1"/>
              </a:buClr>
              <a:buFont typeface="Arial" panose="020B0604020202020204" pitchFamily="34" charset="0"/>
              <a:buChar char="•"/>
              <a:defRPr sz="1920" b="0" i="0" kern="1200">
                <a:solidFill>
                  <a:schemeClr val="tx1"/>
                </a:solidFill>
                <a:latin typeface="+mn-lt"/>
                <a:ea typeface="Calibri" panose="020F0502020204030204" pitchFamily="34" charset="0"/>
                <a:cs typeface="Calibri" panose="020F0502020204030204" pitchFamily="34" charset="0"/>
              </a:defRPr>
            </a:lvl2pPr>
            <a:lvl3pPr marL="604800" indent="-302400" algn="l" defTabSz="1097280" rtl="0" eaLnBrk="1" latinLnBrk="0" hangingPunct="1">
              <a:lnSpc>
                <a:spcPct val="100000"/>
              </a:lnSpc>
              <a:spcBef>
                <a:spcPts val="720"/>
              </a:spcBef>
              <a:spcAft>
                <a:spcPts val="720"/>
              </a:spcAft>
              <a:buFont typeface="Courier New" panose="02070309020205020404" pitchFamily="49" charset="0"/>
              <a:buChar char="o"/>
              <a:defRPr sz="1680" b="0" i="0" kern="1200">
                <a:solidFill>
                  <a:schemeClr val="tx1"/>
                </a:solidFill>
                <a:latin typeface="+mn-lt"/>
                <a:ea typeface="Calibri" panose="020F0502020204030204" pitchFamily="34" charset="0"/>
                <a:cs typeface="Calibri" panose="020F0502020204030204" pitchFamily="34" charset="0"/>
              </a:defRPr>
            </a:lvl3pPr>
            <a:lvl4pPr marL="1920240" indent="-274320" algn="l" defTabSz="1097280" rtl="0" eaLnBrk="1" latinLnBrk="0" hangingPunct="1">
              <a:lnSpc>
                <a:spcPct val="110000"/>
              </a:lnSpc>
              <a:spcBef>
                <a:spcPts val="720"/>
              </a:spcBef>
              <a:spcAft>
                <a:spcPct val="0"/>
              </a:spcAft>
              <a:buFont typeface="Arial" panose="020B0604020202020204" pitchFamily="34" charset="0"/>
              <a:buChar char="•"/>
              <a:defRPr sz="1920" b="0" i="0" kern="1200">
                <a:solidFill>
                  <a:schemeClr val="tx1"/>
                </a:solidFill>
                <a:latin typeface="+mn-lt"/>
                <a:ea typeface="Calibri" panose="020F0502020204030204" pitchFamily="34" charset="0"/>
                <a:cs typeface="Calibri" panose="020F0502020204030204" pitchFamily="34" charset="0"/>
              </a:defRPr>
            </a:lvl4pPr>
            <a:lvl5pPr marL="2468880" indent="-274320" algn="l" defTabSz="1097280" rtl="0" eaLnBrk="1" latinLnBrk="0" hangingPunct="1">
              <a:lnSpc>
                <a:spcPct val="110000"/>
              </a:lnSpc>
              <a:spcBef>
                <a:spcPts val="720"/>
              </a:spcBef>
              <a:spcAft>
                <a:spcPct val="0"/>
              </a:spcAft>
              <a:buFont typeface="Arial" panose="020B0604020202020204" pitchFamily="34" charset="0"/>
              <a:buChar char="•"/>
              <a:defRPr sz="1920" b="0" i="0" kern="1200">
                <a:solidFill>
                  <a:schemeClr val="tx1"/>
                </a:solidFill>
                <a:latin typeface="+mn-lt"/>
                <a:ea typeface="Calibri" panose="020F0502020204030204" pitchFamily="34" charset="0"/>
                <a:cs typeface="Calibri" panose="020F0502020204030204" pitchFamily="34" charset="0"/>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a:lstStyle>
          <a:p>
            <a:pPr>
              <a:spcBef>
                <a:spcPts val="0"/>
              </a:spcBef>
            </a:pPr>
            <a:r>
              <a:rPr lang="en-US" sz="1125" b="1">
                <a:solidFill>
                  <a:srgbClr val="000000"/>
                </a:solidFill>
                <a:latin typeface="Calibri" panose="020F0502020204030204" pitchFamily="34" charset="0"/>
              </a:rPr>
              <a:t>Strategic Planning &amp; Roadmap Implementation</a:t>
            </a:r>
          </a:p>
          <a:p>
            <a:pPr>
              <a:spcBef>
                <a:spcPts val="0"/>
              </a:spcBef>
            </a:pPr>
            <a:r>
              <a:rPr lang="en-US" sz="1125">
                <a:solidFill>
                  <a:srgbClr val="000000"/>
                </a:solidFill>
                <a:latin typeface="Calibri" panose="020F0502020204030204" pitchFamily="34" charset="0"/>
              </a:rPr>
              <a:t>Set direction, align priorities, and enable effective downstream governance.</a:t>
            </a:r>
          </a:p>
          <a:p>
            <a:pPr>
              <a:spcBef>
                <a:spcPts val="0"/>
              </a:spcBef>
            </a:pPr>
            <a:endParaRPr lang="en-US" sz="667">
              <a:solidFill>
                <a:srgbClr val="000000"/>
              </a:solidFill>
              <a:latin typeface="Calibri" panose="020F0502020204030204" pitchFamily="34" charset="0"/>
            </a:endParaRPr>
          </a:p>
          <a:p>
            <a:pPr>
              <a:spcBef>
                <a:spcPts val="0"/>
              </a:spcBef>
            </a:pPr>
            <a:r>
              <a:rPr lang="en-US" sz="1125" b="1">
                <a:solidFill>
                  <a:srgbClr val="000000"/>
                </a:solidFill>
                <a:latin typeface="Calibri" panose="020F0502020204030204" pitchFamily="34" charset="0"/>
              </a:rPr>
              <a:t>Unified Delivery Framework Rollout</a:t>
            </a:r>
          </a:p>
          <a:p>
            <a:pPr>
              <a:spcBef>
                <a:spcPts val="0"/>
              </a:spcBef>
            </a:pPr>
            <a:r>
              <a:rPr lang="en-US" sz="1125">
                <a:solidFill>
                  <a:srgbClr val="000000"/>
                </a:solidFill>
                <a:latin typeface="Calibri" panose="020F0502020204030204" pitchFamily="34" charset="0"/>
              </a:rPr>
              <a:t>With strategic alignment in place, standardize processes and clarify roles for all teams.</a:t>
            </a:r>
          </a:p>
          <a:p>
            <a:pPr>
              <a:spcBef>
                <a:spcPts val="0"/>
              </a:spcBef>
            </a:pPr>
            <a:endParaRPr lang="en-US" sz="667">
              <a:solidFill>
                <a:srgbClr val="000000"/>
              </a:solidFill>
              <a:latin typeface="Calibri" panose="020F0502020204030204" pitchFamily="34" charset="0"/>
            </a:endParaRPr>
          </a:p>
          <a:p>
            <a:pPr>
              <a:spcBef>
                <a:spcPts val="0"/>
              </a:spcBef>
            </a:pPr>
            <a:r>
              <a:rPr lang="en-US" sz="1125" b="1">
                <a:solidFill>
                  <a:srgbClr val="000000"/>
                </a:solidFill>
                <a:latin typeface="Calibri" panose="020F0502020204030204" pitchFamily="34" charset="0"/>
              </a:rPr>
              <a:t>Estimation &amp; Change Control Enhancement</a:t>
            </a:r>
          </a:p>
          <a:p>
            <a:pPr>
              <a:spcBef>
                <a:spcPts val="0"/>
              </a:spcBef>
            </a:pPr>
            <a:r>
              <a:rPr lang="en-US" sz="1125">
                <a:solidFill>
                  <a:srgbClr val="000000"/>
                </a:solidFill>
                <a:latin typeface="Calibri" panose="020F0502020204030204" pitchFamily="34" charset="0"/>
              </a:rPr>
              <a:t>Improve estimation accuracy and control scope changes. Use </a:t>
            </a:r>
            <a:r>
              <a:rPr lang="en-US" sz="1125" b="1">
                <a:solidFill>
                  <a:schemeClr val="accent4">
                    <a:lumMod val="60000"/>
                    <a:lumOff val="40000"/>
                  </a:schemeClr>
                </a:solidFill>
                <a:latin typeface="Calibri" panose="020F0502020204030204" pitchFamily="34" charset="0"/>
              </a:rPr>
              <a:t>AI to analyze historical data</a:t>
            </a:r>
            <a:r>
              <a:rPr lang="en-US" sz="1125">
                <a:solidFill>
                  <a:srgbClr val="000000"/>
                </a:solidFill>
                <a:latin typeface="Calibri" panose="020F0502020204030204" pitchFamily="34" charset="0"/>
              </a:rPr>
              <a:t>. </a:t>
            </a:r>
          </a:p>
          <a:p>
            <a:pPr>
              <a:spcBef>
                <a:spcPts val="0"/>
              </a:spcBef>
            </a:pPr>
            <a:endParaRPr lang="en-US" sz="667" b="1">
              <a:solidFill>
                <a:srgbClr val="000000"/>
              </a:solidFill>
              <a:latin typeface="Calibri" panose="020F0502020204030204" pitchFamily="34" charset="0"/>
            </a:endParaRPr>
          </a:p>
          <a:p>
            <a:pPr>
              <a:spcBef>
                <a:spcPts val="0"/>
              </a:spcBef>
            </a:pPr>
            <a:r>
              <a:rPr lang="en-US" sz="1125" b="1">
                <a:solidFill>
                  <a:srgbClr val="000000"/>
                </a:solidFill>
                <a:latin typeface="Calibri" panose="020F0502020204030204" pitchFamily="34" charset="0"/>
              </a:rPr>
              <a:t>Phase-Gate Governance &amp; Milestone Management</a:t>
            </a:r>
          </a:p>
          <a:p>
            <a:pPr>
              <a:spcBef>
                <a:spcPts val="0"/>
              </a:spcBef>
            </a:pPr>
            <a:r>
              <a:rPr lang="en-US" sz="1125">
                <a:solidFill>
                  <a:srgbClr val="000000"/>
                </a:solidFill>
                <a:latin typeface="Calibri" panose="020F0502020204030204" pitchFamily="34" charset="0"/>
              </a:rPr>
              <a:t>Embedding milestone discipline and monitoring, leveraging the new frameworks and controls.</a:t>
            </a:r>
            <a:endParaRPr lang="en-US" sz="1125"/>
          </a:p>
        </p:txBody>
      </p:sp>
      <p:sp>
        <p:nvSpPr>
          <p:cNvPr id="7" name="Text Placeholder 21">
            <a:extLst>
              <a:ext uri="{FF2B5EF4-FFF2-40B4-BE49-F238E27FC236}">
                <a16:creationId xmlns:a16="http://schemas.microsoft.com/office/drawing/2014/main" id="{CE4989DC-D50B-D081-E1D4-3D0B0509C749}"/>
              </a:ext>
            </a:extLst>
          </p:cNvPr>
          <p:cNvSpPr txBox="1">
            <a:spLocks/>
          </p:cNvSpPr>
          <p:nvPr/>
        </p:nvSpPr>
        <p:spPr>
          <a:xfrm>
            <a:off x="6300781" y="2381501"/>
            <a:ext cx="2934804" cy="462114"/>
          </a:xfrm>
          <a:prstGeom prst="rect">
            <a:avLst/>
          </a:prstGeom>
        </p:spPr>
        <p:txBody>
          <a:bodyPr/>
          <a:lstStyle>
            <a:lvl1pPr marL="0" indent="0" algn="l" defTabSz="1097280" rtl="0" eaLnBrk="1" latinLnBrk="0" hangingPunct="1">
              <a:lnSpc>
                <a:spcPct val="110000"/>
              </a:lnSpc>
              <a:spcBef>
                <a:spcPts val="720"/>
              </a:spcBef>
              <a:spcAft>
                <a:spcPct val="0"/>
              </a:spcAft>
              <a:buFont typeface="Arial" panose="020B0604020202020204" pitchFamily="34" charset="0"/>
              <a:buNone/>
              <a:defRPr sz="1920" b="0" i="0" kern="1200">
                <a:solidFill>
                  <a:schemeClr val="tx1"/>
                </a:solidFill>
                <a:latin typeface="+mn-lt"/>
                <a:ea typeface="Calibri" panose="020F0502020204030204" pitchFamily="34" charset="0"/>
                <a:cs typeface="Calibri" panose="020F0502020204030204" pitchFamily="34" charset="0"/>
              </a:defRPr>
            </a:lvl1pPr>
            <a:lvl2pPr marL="304560" indent="-302400" algn="l" defTabSz="1097280" rtl="0" eaLnBrk="1" latinLnBrk="0" hangingPunct="1">
              <a:lnSpc>
                <a:spcPct val="100000"/>
              </a:lnSpc>
              <a:spcBef>
                <a:spcPts val="720"/>
              </a:spcBef>
              <a:spcAft>
                <a:spcPts val="720"/>
              </a:spcAft>
              <a:buClr>
                <a:schemeClr val="tx1"/>
              </a:buClr>
              <a:buFont typeface="Arial" panose="020B0604020202020204" pitchFamily="34" charset="0"/>
              <a:buChar char="•"/>
              <a:defRPr sz="1920" b="0" i="0" kern="1200">
                <a:solidFill>
                  <a:schemeClr val="tx1"/>
                </a:solidFill>
                <a:latin typeface="+mn-lt"/>
                <a:ea typeface="Calibri" panose="020F0502020204030204" pitchFamily="34" charset="0"/>
                <a:cs typeface="Calibri" panose="020F0502020204030204" pitchFamily="34" charset="0"/>
              </a:defRPr>
            </a:lvl2pPr>
            <a:lvl3pPr marL="604800" indent="-302400" algn="l" defTabSz="1097280" rtl="0" eaLnBrk="1" latinLnBrk="0" hangingPunct="1">
              <a:lnSpc>
                <a:spcPct val="100000"/>
              </a:lnSpc>
              <a:spcBef>
                <a:spcPts val="720"/>
              </a:spcBef>
              <a:spcAft>
                <a:spcPts val="720"/>
              </a:spcAft>
              <a:buFont typeface="Courier New" panose="02070309020205020404" pitchFamily="49" charset="0"/>
              <a:buChar char="o"/>
              <a:defRPr sz="1680" b="0" i="0" kern="1200">
                <a:solidFill>
                  <a:schemeClr val="tx1"/>
                </a:solidFill>
                <a:latin typeface="+mn-lt"/>
                <a:ea typeface="Calibri" panose="020F0502020204030204" pitchFamily="34" charset="0"/>
                <a:cs typeface="Calibri" panose="020F0502020204030204" pitchFamily="34" charset="0"/>
              </a:defRPr>
            </a:lvl3pPr>
            <a:lvl4pPr marL="1920240" indent="-274320" algn="l" defTabSz="1097280" rtl="0" eaLnBrk="1" latinLnBrk="0" hangingPunct="1">
              <a:lnSpc>
                <a:spcPct val="110000"/>
              </a:lnSpc>
              <a:spcBef>
                <a:spcPts val="720"/>
              </a:spcBef>
              <a:spcAft>
                <a:spcPct val="0"/>
              </a:spcAft>
              <a:buFont typeface="Arial" panose="020B0604020202020204" pitchFamily="34" charset="0"/>
              <a:buChar char="•"/>
              <a:defRPr sz="1920" b="0" i="0" kern="1200">
                <a:solidFill>
                  <a:schemeClr val="tx1"/>
                </a:solidFill>
                <a:latin typeface="+mn-lt"/>
                <a:ea typeface="Calibri" panose="020F0502020204030204" pitchFamily="34" charset="0"/>
                <a:cs typeface="Calibri" panose="020F0502020204030204" pitchFamily="34" charset="0"/>
              </a:defRPr>
            </a:lvl4pPr>
            <a:lvl5pPr marL="2468880" indent="-274320" algn="l" defTabSz="1097280" rtl="0" eaLnBrk="1" latinLnBrk="0" hangingPunct="1">
              <a:lnSpc>
                <a:spcPct val="110000"/>
              </a:lnSpc>
              <a:spcBef>
                <a:spcPts val="720"/>
              </a:spcBef>
              <a:spcAft>
                <a:spcPct val="0"/>
              </a:spcAft>
              <a:buFont typeface="Arial" panose="020B0604020202020204" pitchFamily="34" charset="0"/>
              <a:buChar char="•"/>
              <a:defRPr sz="1920" b="0" i="0" kern="1200">
                <a:solidFill>
                  <a:schemeClr val="tx1"/>
                </a:solidFill>
                <a:latin typeface="+mn-lt"/>
                <a:ea typeface="Calibri" panose="020F0502020204030204" pitchFamily="34" charset="0"/>
                <a:cs typeface="Calibri" panose="020F0502020204030204" pitchFamily="34" charset="0"/>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a:lstStyle>
          <a:p>
            <a:pPr algn="ctr"/>
            <a:r>
              <a:rPr lang="pl-PL" sz="1667" b="1"/>
              <a:t>Development &amp; QA</a:t>
            </a:r>
            <a:endParaRPr lang="en-US" sz="1667" b="1"/>
          </a:p>
        </p:txBody>
      </p:sp>
      <p:sp>
        <p:nvSpPr>
          <p:cNvPr id="8" name="Text Placeholder 23">
            <a:extLst>
              <a:ext uri="{FF2B5EF4-FFF2-40B4-BE49-F238E27FC236}">
                <a16:creationId xmlns:a16="http://schemas.microsoft.com/office/drawing/2014/main" id="{6EFAC5F2-BCC0-090C-692D-AC31CBFAA846}"/>
              </a:ext>
            </a:extLst>
          </p:cNvPr>
          <p:cNvSpPr txBox="1">
            <a:spLocks/>
          </p:cNvSpPr>
          <p:nvPr/>
        </p:nvSpPr>
        <p:spPr>
          <a:xfrm>
            <a:off x="3323407" y="2381501"/>
            <a:ext cx="2929715" cy="462114"/>
          </a:xfrm>
          <a:prstGeom prst="rect">
            <a:avLst/>
          </a:prstGeom>
        </p:spPr>
        <p:txBody>
          <a:bodyPr/>
          <a:lstStyle>
            <a:lvl1pPr marL="0" indent="0" algn="l" defTabSz="1097280" rtl="0" eaLnBrk="1" latinLnBrk="0" hangingPunct="1">
              <a:lnSpc>
                <a:spcPct val="110000"/>
              </a:lnSpc>
              <a:spcBef>
                <a:spcPts val="720"/>
              </a:spcBef>
              <a:spcAft>
                <a:spcPct val="0"/>
              </a:spcAft>
              <a:buFont typeface="Arial" panose="020B0604020202020204" pitchFamily="34" charset="0"/>
              <a:buNone/>
              <a:defRPr sz="1920" b="0" i="0" kern="1200">
                <a:solidFill>
                  <a:schemeClr val="tx1"/>
                </a:solidFill>
                <a:latin typeface="+mn-lt"/>
                <a:ea typeface="Calibri" panose="020F0502020204030204" pitchFamily="34" charset="0"/>
                <a:cs typeface="Calibri" panose="020F0502020204030204" pitchFamily="34" charset="0"/>
              </a:defRPr>
            </a:lvl1pPr>
            <a:lvl2pPr marL="304560" indent="-302400" algn="l" defTabSz="1097280" rtl="0" eaLnBrk="1" latinLnBrk="0" hangingPunct="1">
              <a:lnSpc>
                <a:spcPct val="100000"/>
              </a:lnSpc>
              <a:spcBef>
                <a:spcPts val="720"/>
              </a:spcBef>
              <a:spcAft>
                <a:spcPts val="720"/>
              </a:spcAft>
              <a:buClr>
                <a:schemeClr val="tx1"/>
              </a:buClr>
              <a:buFont typeface="Arial" panose="020B0604020202020204" pitchFamily="34" charset="0"/>
              <a:buChar char="•"/>
              <a:defRPr sz="1920" b="0" i="0" kern="1200">
                <a:solidFill>
                  <a:schemeClr val="tx1"/>
                </a:solidFill>
                <a:latin typeface="+mn-lt"/>
                <a:ea typeface="Calibri" panose="020F0502020204030204" pitchFamily="34" charset="0"/>
                <a:cs typeface="Calibri" panose="020F0502020204030204" pitchFamily="34" charset="0"/>
              </a:defRPr>
            </a:lvl2pPr>
            <a:lvl3pPr marL="604800" indent="-302400" algn="l" defTabSz="1097280" rtl="0" eaLnBrk="1" latinLnBrk="0" hangingPunct="1">
              <a:lnSpc>
                <a:spcPct val="100000"/>
              </a:lnSpc>
              <a:spcBef>
                <a:spcPts val="720"/>
              </a:spcBef>
              <a:spcAft>
                <a:spcPts val="720"/>
              </a:spcAft>
              <a:buFont typeface="Courier New" panose="02070309020205020404" pitchFamily="49" charset="0"/>
              <a:buChar char="o"/>
              <a:defRPr sz="1680" b="0" i="0" kern="1200">
                <a:solidFill>
                  <a:schemeClr val="tx1"/>
                </a:solidFill>
                <a:latin typeface="+mn-lt"/>
                <a:ea typeface="Calibri" panose="020F0502020204030204" pitchFamily="34" charset="0"/>
                <a:cs typeface="Calibri" panose="020F0502020204030204" pitchFamily="34" charset="0"/>
              </a:defRPr>
            </a:lvl3pPr>
            <a:lvl4pPr marL="1920240" indent="-274320" algn="l" defTabSz="1097280" rtl="0" eaLnBrk="1" latinLnBrk="0" hangingPunct="1">
              <a:lnSpc>
                <a:spcPct val="110000"/>
              </a:lnSpc>
              <a:spcBef>
                <a:spcPts val="720"/>
              </a:spcBef>
              <a:spcAft>
                <a:spcPct val="0"/>
              </a:spcAft>
              <a:buFont typeface="Arial" panose="020B0604020202020204" pitchFamily="34" charset="0"/>
              <a:buChar char="•"/>
              <a:defRPr sz="1920" b="0" i="0" kern="1200">
                <a:solidFill>
                  <a:schemeClr val="tx1"/>
                </a:solidFill>
                <a:latin typeface="+mn-lt"/>
                <a:ea typeface="Calibri" panose="020F0502020204030204" pitchFamily="34" charset="0"/>
                <a:cs typeface="Calibri" panose="020F0502020204030204" pitchFamily="34" charset="0"/>
              </a:defRPr>
            </a:lvl4pPr>
            <a:lvl5pPr marL="2468880" indent="-274320" algn="l" defTabSz="1097280" rtl="0" eaLnBrk="1" latinLnBrk="0" hangingPunct="1">
              <a:lnSpc>
                <a:spcPct val="110000"/>
              </a:lnSpc>
              <a:spcBef>
                <a:spcPts val="720"/>
              </a:spcBef>
              <a:spcAft>
                <a:spcPct val="0"/>
              </a:spcAft>
              <a:buFont typeface="Arial" panose="020B0604020202020204" pitchFamily="34" charset="0"/>
              <a:buChar char="•"/>
              <a:defRPr sz="1920" b="0" i="0" kern="1200">
                <a:solidFill>
                  <a:schemeClr val="tx1"/>
                </a:solidFill>
                <a:latin typeface="+mn-lt"/>
                <a:ea typeface="Calibri" panose="020F0502020204030204" pitchFamily="34" charset="0"/>
                <a:cs typeface="Calibri" panose="020F0502020204030204" pitchFamily="34" charset="0"/>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a:lstStyle>
          <a:p>
            <a:pPr algn="ctr">
              <a:lnSpc>
                <a:spcPct val="100000"/>
              </a:lnSpc>
              <a:spcBef>
                <a:spcPts val="0"/>
              </a:spcBef>
              <a:spcAft>
                <a:spcPts val="0"/>
              </a:spcAft>
              <a:defRPr/>
            </a:pPr>
            <a:r>
              <a:rPr lang="en-US" sz="1667" b="1"/>
              <a:t>Requirements and Solutioning</a:t>
            </a:r>
            <a:endParaRPr lang="en-US" sz="1600" b="1"/>
          </a:p>
        </p:txBody>
      </p:sp>
      <p:sp>
        <p:nvSpPr>
          <p:cNvPr id="9" name="Rectangle 8">
            <a:extLst>
              <a:ext uri="{FF2B5EF4-FFF2-40B4-BE49-F238E27FC236}">
                <a16:creationId xmlns:a16="http://schemas.microsoft.com/office/drawing/2014/main" id="{3C1515B3-EB96-1C77-4AA7-A3CD5098400E}"/>
              </a:ext>
            </a:extLst>
          </p:cNvPr>
          <p:cNvSpPr/>
          <p:nvPr/>
        </p:nvSpPr>
        <p:spPr bwMode="auto">
          <a:xfrm>
            <a:off x="3323407" y="1282780"/>
            <a:ext cx="2934803" cy="1047726"/>
          </a:xfrm>
          <a:prstGeom prst="rect">
            <a:avLst/>
          </a:prstGeom>
          <a:solidFill>
            <a:schemeClr val="accent5">
              <a:lumMod val="20000"/>
              <a:lumOff val="80000"/>
              <a:alpha val="31000"/>
            </a:schemeClr>
          </a:solidFill>
          <a:ln>
            <a:noFill/>
          </a:ln>
          <a:effectLst/>
        </p:spPr>
        <p:txBody>
          <a:bodyPr wrap="square" lIns="0" tIns="0" rIns="0" bIns="0" rtlCol="0" anchor="ctr"/>
          <a:lstStyle/>
          <a:p>
            <a:pPr algn="ctr" defTabSz="914327"/>
            <a:endParaRPr lang="en-US" sz="2400">
              <a:solidFill>
                <a:srgbClr val="FFFFFF"/>
              </a:solidFill>
              <a:latin typeface="Calibri Light" panose="020F0302020204030204" pitchFamily="34" charset="0"/>
              <a:ea typeface="Human Sans ExtraLight" charset="0"/>
              <a:cs typeface="Human Sans ExtraLight" charset="0"/>
            </a:endParaRPr>
          </a:p>
        </p:txBody>
      </p:sp>
      <p:sp>
        <p:nvSpPr>
          <p:cNvPr id="10" name="Rectangle 9">
            <a:extLst>
              <a:ext uri="{FF2B5EF4-FFF2-40B4-BE49-F238E27FC236}">
                <a16:creationId xmlns:a16="http://schemas.microsoft.com/office/drawing/2014/main" id="{BA03D838-3388-9DD6-17AF-8F2116B4B5D9}"/>
              </a:ext>
            </a:extLst>
          </p:cNvPr>
          <p:cNvSpPr/>
          <p:nvPr/>
        </p:nvSpPr>
        <p:spPr bwMode="auto">
          <a:xfrm>
            <a:off x="6300783" y="1291038"/>
            <a:ext cx="2934803" cy="1047726"/>
          </a:xfrm>
          <a:prstGeom prst="rect">
            <a:avLst/>
          </a:prstGeom>
          <a:solidFill>
            <a:schemeClr val="accent5">
              <a:lumMod val="20000"/>
              <a:lumOff val="80000"/>
              <a:alpha val="31000"/>
            </a:schemeClr>
          </a:solidFill>
          <a:ln>
            <a:noFill/>
          </a:ln>
          <a:effectLst/>
        </p:spPr>
        <p:txBody>
          <a:bodyPr wrap="square" lIns="0" tIns="0" rIns="0" bIns="0" rtlCol="0" anchor="ctr"/>
          <a:lstStyle/>
          <a:p>
            <a:pPr algn="ctr" defTabSz="914327"/>
            <a:endParaRPr lang="en-US" sz="2400">
              <a:solidFill>
                <a:srgbClr val="FFFFFF"/>
              </a:solidFill>
              <a:latin typeface="Calibri Light" panose="020F0302020204030204" pitchFamily="34" charset="0"/>
              <a:ea typeface="Human Sans ExtraLight" charset="0"/>
              <a:cs typeface="Human Sans ExtraLight" charset="0"/>
            </a:endParaRPr>
          </a:p>
        </p:txBody>
      </p:sp>
      <p:sp>
        <p:nvSpPr>
          <p:cNvPr id="11" name="Rectangle 10">
            <a:extLst>
              <a:ext uri="{FF2B5EF4-FFF2-40B4-BE49-F238E27FC236}">
                <a16:creationId xmlns:a16="http://schemas.microsoft.com/office/drawing/2014/main" id="{C785EDE0-2387-CC7F-A61B-43F55CCD6E23}"/>
              </a:ext>
            </a:extLst>
          </p:cNvPr>
          <p:cNvSpPr/>
          <p:nvPr/>
        </p:nvSpPr>
        <p:spPr bwMode="auto">
          <a:xfrm>
            <a:off x="457192" y="1279631"/>
            <a:ext cx="2823643" cy="1047726"/>
          </a:xfrm>
          <a:prstGeom prst="rect">
            <a:avLst/>
          </a:prstGeom>
          <a:solidFill>
            <a:schemeClr val="accent5">
              <a:lumMod val="20000"/>
              <a:lumOff val="80000"/>
              <a:alpha val="31000"/>
            </a:schemeClr>
          </a:solidFill>
          <a:ln>
            <a:noFill/>
          </a:ln>
          <a:effectLst/>
        </p:spPr>
        <p:txBody>
          <a:bodyPr wrap="square" lIns="0" tIns="0" rIns="0" bIns="0" rtlCol="0" anchor="ctr"/>
          <a:lstStyle/>
          <a:p>
            <a:pPr algn="ctr" defTabSz="914327"/>
            <a:endParaRPr lang="en-US" sz="2400">
              <a:solidFill>
                <a:srgbClr val="FFFFFF"/>
              </a:solidFill>
              <a:latin typeface="Calibri Light" panose="020F0302020204030204" pitchFamily="34" charset="0"/>
              <a:ea typeface="Human Sans ExtraLight" charset="0"/>
              <a:cs typeface="Human Sans ExtraLight" charset="0"/>
            </a:endParaRPr>
          </a:p>
        </p:txBody>
      </p:sp>
      <p:pic>
        <p:nvPicPr>
          <p:cNvPr id="13" name="Picture 12" descr="A blue and purple circular arrows&#10;&#10;AI-generated content may be incorrect.">
            <a:extLst>
              <a:ext uri="{FF2B5EF4-FFF2-40B4-BE49-F238E27FC236}">
                <a16:creationId xmlns:a16="http://schemas.microsoft.com/office/drawing/2014/main" id="{52163291-CACB-85B8-040E-4324C11F7EF8}"/>
              </a:ext>
            </a:extLst>
          </p:cNvPr>
          <p:cNvPicPr>
            <a:picLocks noChangeAspect="1"/>
          </p:cNvPicPr>
          <p:nvPr/>
        </p:nvPicPr>
        <p:blipFill>
          <a:blip r:embed="rId3"/>
          <a:stretch>
            <a:fillRect/>
          </a:stretch>
        </p:blipFill>
        <p:spPr>
          <a:xfrm>
            <a:off x="7389312" y="1298725"/>
            <a:ext cx="1032348" cy="1032348"/>
          </a:xfrm>
          <a:prstGeom prst="rect">
            <a:avLst/>
          </a:prstGeom>
        </p:spPr>
      </p:pic>
      <p:sp>
        <p:nvSpPr>
          <p:cNvPr id="17" name="Rectangle 16">
            <a:extLst>
              <a:ext uri="{FF2B5EF4-FFF2-40B4-BE49-F238E27FC236}">
                <a16:creationId xmlns:a16="http://schemas.microsoft.com/office/drawing/2014/main" id="{FC9DE8E5-EA2C-6347-9833-341CBD85DE1A}"/>
              </a:ext>
            </a:extLst>
          </p:cNvPr>
          <p:cNvSpPr/>
          <p:nvPr/>
        </p:nvSpPr>
        <p:spPr bwMode="auto">
          <a:xfrm>
            <a:off x="9278159" y="1275660"/>
            <a:ext cx="2850343" cy="1047726"/>
          </a:xfrm>
          <a:prstGeom prst="rect">
            <a:avLst/>
          </a:prstGeom>
          <a:solidFill>
            <a:schemeClr val="accent5">
              <a:lumMod val="20000"/>
              <a:lumOff val="80000"/>
              <a:alpha val="31000"/>
            </a:schemeClr>
          </a:solidFill>
          <a:ln>
            <a:noFill/>
          </a:ln>
          <a:effectLst/>
        </p:spPr>
        <p:txBody>
          <a:bodyPr wrap="square" lIns="0" tIns="0" rIns="0" bIns="0" rtlCol="0" anchor="ctr"/>
          <a:lstStyle/>
          <a:p>
            <a:pPr algn="ctr" defTabSz="914327"/>
            <a:endParaRPr lang="en-US" sz="2400">
              <a:solidFill>
                <a:srgbClr val="FFFFFF"/>
              </a:solidFill>
              <a:latin typeface="Calibri Light" panose="020F0302020204030204" pitchFamily="34" charset="0"/>
              <a:ea typeface="Human Sans ExtraLight" charset="0"/>
              <a:cs typeface="Human Sans ExtraLight" charset="0"/>
            </a:endParaRPr>
          </a:p>
        </p:txBody>
      </p:sp>
      <p:sp>
        <p:nvSpPr>
          <p:cNvPr id="18" name="Text Placeholder 21">
            <a:extLst>
              <a:ext uri="{FF2B5EF4-FFF2-40B4-BE49-F238E27FC236}">
                <a16:creationId xmlns:a16="http://schemas.microsoft.com/office/drawing/2014/main" id="{3733E428-B656-2DA4-915C-1F2DD51E44A6}"/>
              </a:ext>
            </a:extLst>
          </p:cNvPr>
          <p:cNvSpPr txBox="1">
            <a:spLocks/>
          </p:cNvSpPr>
          <p:nvPr/>
        </p:nvSpPr>
        <p:spPr>
          <a:xfrm>
            <a:off x="9341659" y="2381501"/>
            <a:ext cx="2786843" cy="462114"/>
          </a:xfrm>
          <a:prstGeom prst="rect">
            <a:avLst/>
          </a:prstGeom>
        </p:spPr>
        <p:txBody>
          <a:bodyPr/>
          <a:lstStyle>
            <a:lvl1pPr marL="0" indent="0" algn="l" defTabSz="1097280" rtl="0" eaLnBrk="1" latinLnBrk="0" hangingPunct="1">
              <a:lnSpc>
                <a:spcPct val="110000"/>
              </a:lnSpc>
              <a:spcBef>
                <a:spcPts val="720"/>
              </a:spcBef>
              <a:spcAft>
                <a:spcPct val="0"/>
              </a:spcAft>
              <a:buFont typeface="Arial" panose="020B0604020202020204" pitchFamily="34" charset="0"/>
              <a:buNone/>
              <a:defRPr sz="1920" b="0" i="0" kern="1200">
                <a:solidFill>
                  <a:schemeClr val="tx1"/>
                </a:solidFill>
                <a:latin typeface="+mn-lt"/>
                <a:ea typeface="Calibri" panose="020F0502020204030204" pitchFamily="34" charset="0"/>
                <a:cs typeface="Calibri" panose="020F0502020204030204" pitchFamily="34" charset="0"/>
              </a:defRPr>
            </a:lvl1pPr>
            <a:lvl2pPr marL="304560" indent="-302400" algn="l" defTabSz="1097280" rtl="0" eaLnBrk="1" latinLnBrk="0" hangingPunct="1">
              <a:lnSpc>
                <a:spcPct val="100000"/>
              </a:lnSpc>
              <a:spcBef>
                <a:spcPts val="720"/>
              </a:spcBef>
              <a:spcAft>
                <a:spcPts val="720"/>
              </a:spcAft>
              <a:buClr>
                <a:schemeClr val="tx1"/>
              </a:buClr>
              <a:buFont typeface="Arial" panose="020B0604020202020204" pitchFamily="34" charset="0"/>
              <a:buChar char="•"/>
              <a:defRPr sz="1920" b="0" i="0" kern="1200">
                <a:solidFill>
                  <a:schemeClr val="tx1"/>
                </a:solidFill>
                <a:latin typeface="+mn-lt"/>
                <a:ea typeface="Calibri" panose="020F0502020204030204" pitchFamily="34" charset="0"/>
                <a:cs typeface="Calibri" panose="020F0502020204030204" pitchFamily="34" charset="0"/>
              </a:defRPr>
            </a:lvl2pPr>
            <a:lvl3pPr marL="604800" indent="-302400" algn="l" defTabSz="1097280" rtl="0" eaLnBrk="1" latinLnBrk="0" hangingPunct="1">
              <a:lnSpc>
                <a:spcPct val="100000"/>
              </a:lnSpc>
              <a:spcBef>
                <a:spcPts val="720"/>
              </a:spcBef>
              <a:spcAft>
                <a:spcPts val="720"/>
              </a:spcAft>
              <a:buFont typeface="Courier New" panose="02070309020205020404" pitchFamily="49" charset="0"/>
              <a:buChar char="o"/>
              <a:defRPr sz="1680" b="0" i="0" kern="1200">
                <a:solidFill>
                  <a:schemeClr val="tx1"/>
                </a:solidFill>
                <a:latin typeface="+mn-lt"/>
                <a:ea typeface="Calibri" panose="020F0502020204030204" pitchFamily="34" charset="0"/>
                <a:cs typeface="Calibri" panose="020F0502020204030204" pitchFamily="34" charset="0"/>
              </a:defRPr>
            </a:lvl3pPr>
            <a:lvl4pPr marL="1920240" indent="-274320" algn="l" defTabSz="1097280" rtl="0" eaLnBrk="1" latinLnBrk="0" hangingPunct="1">
              <a:lnSpc>
                <a:spcPct val="110000"/>
              </a:lnSpc>
              <a:spcBef>
                <a:spcPts val="720"/>
              </a:spcBef>
              <a:spcAft>
                <a:spcPct val="0"/>
              </a:spcAft>
              <a:buFont typeface="Arial" panose="020B0604020202020204" pitchFamily="34" charset="0"/>
              <a:buChar char="•"/>
              <a:defRPr sz="1920" b="0" i="0" kern="1200">
                <a:solidFill>
                  <a:schemeClr val="tx1"/>
                </a:solidFill>
                <a:latin typeface="+mn-lt"/>
                <a:ea typeface="Calibri" panose="020F0502020204030204" pitchFamily="34" charset="0"/>
                <a:cs typeface="Calibri" panose="020F0502020204030204" pitchFamily="34" charset="0"/>
              </a:defRPr>
            </a:lvl4pPr>
            <a:lvl5pPr marL="2468880" indent="-274320" algn="l" defTabSz="1097280" rtl="0" eaLnBrk="1" latinLnBrk="0" hangingPunct="1">
              <a:lnSpc>
                <a:spcPct val="110000"/>
              </a:lnSpc>
              <a:spcBef>
                <a:spcPts val="720"/>
              </a:spcBef>
              <a:spcAft>
                <a:spcPct val="0"/>
              </a:spcAft>
              <a:buFont typeface="Arial" panose="020B0604020202020204" pitchFamily="34" charset="0"/>
              <a:buChar char="•"/>
              <a:defRPr sz="1920" b="0" i="0" kern="1200">
                <a:solidFill>
                  <a:schemeClr val="tx1"/>
                </a:solidFill>
                <a:latin typeface="+mn-lt"/>
                <a:ea typeface="Calibri" panose="020F0502020204030204" pitchFamily="34" charset="0"/>
                <a:cs typeface="Calibri" panose="020F0502020204030204" pitchFamily="34" charset="0"/>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a:lstStyle>
          <a:p>
            <a:pPr algn="ctr"/>
            <a:r>
              <a:rPr lang="pl-PL" sz="1667" b="1"/>
              <a:t>Deployment &amp; </a:t>
            </a:r>
            <a:r>
              <a:rPr lang="pl-PL" sz="1667" b="1" err="1"/>
              <a:t>Infrastructure</a:t>
            </a:r>
            <a:endParaRPr lang="en-US" sz="1667" b="1"/>
          </a:p>
        </p:txBody>
      </p:sp>
      <p:sp>
        <p:nvSpPr>
          <p:cNvPr id="19" name="Text Placeholder 20">
            <a:extLst>
              <a:ext uri="{FF2B5EF4-FFF2-40B4-BE49-F238E27FC236}">
                <a16:creationId xmlns:a16="http://schemas.microsoft.com/office/drawing/2014/main" id="{4C479E79-DE16-EB3D-C9A3-C060C402BB58}"/>
              </a:ext>
            </a:extLst>
          </p:cNvPr>
          <p:cNvSpPr txBox="1">
            <a:spLocks/>
          </p:cNvSpPr>
          <p:nvPr/>
        </p:nvSpPr>
        <p:spPr>
          <a:xfrm>
            <a:off x="3323406" y="2758067"/>
            <a:ext cx="2929715" cy="2630592"/>
          </a:xfrm>
          <a:prstGeom prst="rect">
            <a:avLst/>
          </a:prstGeom>
        </p:spPr>
        <p:txBody>
          <a:bodyPr/>
          <a:lstStyle>
            <a:lvl1pPr marL="0" indent="0" algn="l" defTabSz="1097280" rtl="0" eaLnBrk="1" latinLnBrk="0" hangingPunct="1">
              <a:lnSpc>
                <a:spcPct val="110000"/>
              </a:lnSpc>
              <a:spcBef>
                <a:spcPts val="720"/>
              </a:spcBef>
              <a:spcAft>
                <a:spcPct val="0"/>
              </a:spcAft>
              <a:buFont typeface="Arial" panose="020B0604020202020204" pitchFamily="34" charset="0"/>
              <a:buNone/>
              <a:defRPr sz="1920" b="0" i="0" kern="1200">
                <a:solidFill>
                  <a:schemeClr val="tx1"/>
                </a:solidFill>
                <a:latin typeface="+mn-lt"/>
                <a:ea typeface="Calibri" panose="020F0502020204030204" pitchFamily="34" charset="0"/>
                <a:cs typeface="Calibri" panose="020F0502020204030204" pitchFamily="34" charset="0"/>
              </a:defRPr>
            </a:lvl1pPr>
            <a:lvl2pPr marL="304560" indent="-302400" algn="l" defTabSz="1097280" rtl="0" eaLnBrk="1" latinLnBrk="0" hangingPunct="1">
              <a:lnSpc>
                <a:spcPct val="100000"/>
              </a:lnSpc>
              <a:spcBef>
                <a:spcPts val="720"/>
              </a:spcBef>
              <a:spcAft>
                <a:spcPts val="720"/>
              </a:spcAft>
              <a:buClr>
                <a:schemeClr val="tx1"/>
              </a:buClr>
              <a:buFont typeface="Arial" panose="020B0604020202020204" pitchFamily="34" charset="0"/>
              <a:buChar char="•"/>
              <a:defRPr sz="1920" b="0" i="0" kern="1200">
                <a:solidFill>
                  <a:schemeClr val="tx1"/>
                </a:solidFill>
                <a:latin typeface="+mn-lt"/>
                <a:ea typeface="Calibri" panose="020F0502020204030204" pitchFamily="34" charset="0"/>
                <a:cs typeface="Calibri" panose="020F0502020204030204" pitchFamily="34" charset="0"/>
              </a:defRPr>
            </a:lvl2pPr>
            <a:lvl3pPr marL="604800" indent="-302400" algn="l" defTabSz="1097280" rtl="0" eaLnBrk="1" latinLnBrk="0" hangingPunct="1">
              <a:lnSpc>
                <a:spcPct val="100000"/>
              </a:lnSpc>
              <a:spcBef>
                <a:spcPts val="720"/>
              </a:spcBef>
              <a:spcAft>
                <a:spcPts val="720"/>
              </a:spcAft>
              <a:buFont typeface="Courier New" panose="02070309020205020404" pitchFamily="49" charset="0"/>
              <a:buChar char="o"/>
              <a:defRPr sz="1680" b="0" i="0" kern="1200">
                <a:solidFill>
                  <a:schemeClr val="tx1"/>
                </a:solidFill>
                <a:latin typeface="+mn-lt"/>
                <a:ea typeface="Calibri" panose="020F0502020204030204" pitchFamily="34" charset="0"/>
                <a:cs typeface="Calibri" panose="020F0502020204030204" pitchFamily="34" charset="0"/>
              </a:defRPr>
            </a:lvl3pPr>
            <a:lvl4pPr marL="1920240" indent="-274320" algn="l" defTabSz="1097280" rtl="0" eaLnBrk="1" latinLnBrk="0" hangingPunct="1">
              <a:lnSpc>
                <a:spcPct val="110000"/>
              </a:lnSpc>
              <a:spcBef>
                <a:spcPts val="720"/>
              </a:spcBef>
              <a:spcAft>
                <a:spcPct val="0"/>
              </a:spcAft>
              <a:buFont typeface="Arial" panose="020B0604020202020204" pitchFamily="34" charset="0"/>
              <a:buChar char="•"/>
              <a:defRPr sz="1920" b="0" i="0" kern="1200">
                <a:solidFill>
                  <a:schemeClr val="tx1"/>
                </a:solidFill>
                <a:latin typeface="+mn-lt"/>
                <a:ea typeface="Calibri" panose="020F0502020204030204" pitchFamily="34" charset="0"/>
                <a:cs typeface="Calibri" panose="020F0502020204030204" pitchFamily="34" charset="0"/>
              </a:defRPr>
            </a:lvl4pPr>
            <a:lvl5pPr marL="2468880" indent="-274320" algn="l" defTabSz="1097280" rtl="0" eaLnBrk="1" latinLnBrk="0" hangingPunct="1">
              <a:lnSpc>
                <a:spcPct val="110000"/>
              </a:lnSpc>
              <a:spcBef>
                <a:spcPts val="720"/>
              </a:spcBef>
              <a:spcAft>
                <a:spcPct val="0"/>
              </a:spcAft>
              <a:buFont typeface="Arial" panose="020B0604020202020204" pitchFamily="34" charset="0"/>
              <a:buChar char="•"/>
              <a:defRPr sz="1920" b="0" i="0" kern="1200">
                <a:solidFill>
                  <a:schemeClr val="tx1"/>
                </a:solidFill>
                <a:latin typeface="+mn-lt"/>
                <a:ea typeface="Calibri" panose="020F0502020204030204" pitchFamily="34" charset="0"/>
                <a:cs typeface="Calibri" panose="020F0502020204030204" pitchFamily="34" charset="0"/>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a:lstStyle>
          <a:p>
            <a:pPr>
              <a:spcBef>
                <a:spcPts val="0"/>
              </a:spcBef>
            </a:pPr>
            <a:r>
              <a:rPr lang="en-US" sz="1125" b="1">
                <a:solidFill>
                  <a:srgbClr val="000000"/>
                </a:solidFill>
                <a:latin typeface="Calibri" panose="020F0502020204030204" pitchFamily="34" charset="0"/>
              </a:rPr>
              <a:t>Requirements Quality Improvement</a:t>
            </a:r>
          </a:p>
          <a:p>
            <a:pPr>
              <a:spcBef>
                <a:spcPts val="0"/>
              </a:spcBef>
            </a:pPr>
            <a:r>
              <a:rPr lang="en-US" sz="1125">
                <a:solidFill>
                  <a:srgbClr val="000000"/>
                </a:solidFill>
                <a:latin typeface="Calibri" panose="020F0502020204030204" pitchFamily="34" charset="0"/>
              </a:rPr>
              <a:t>Ensure requirements are clear, complete, and BAs are upskilled. </a:t>
            </a:r>
            <a:r>
              <a:rPr lang="en-US" sz="1125" b="1">
                <a:solidFill>
                  <a:schemeClr val="accent4">
                    <a:lumMod val="60000"/>
                    <a:lumOff val="40000"/>
                  </a:schemeClr>
                </a:solidFill>
                <a:latin typeface="Calibri" panose="020F0502020204030204" pitchFamily="34" charset="0"/>
              </a:rPr>
              <a:t>AI-powered tools </a:t>
            </a:r>
            <a:r>
              <a:rPr lang="en-US" sz="1125">
                <a:solidFill>
                  <a:srgbClr val="000000"/>
                </a:solidFill>
                <a:latin typeface="Calibri" panose="020F0502020204030204" pitchFamily="34" charset="0"/>
              </a:rPr>
              <a:t>can help to standardize, accelerate and increase quality of documentation.</a:t>
            </a:r>
          </a:p>
          <a:p>
            <a:pPr>
              <a:spcBef>
                <a:spcPts val="0"/>
              </a:spcBef>
            </a:pPr>
            <a:endParaRPr lang="en-US" sz="667">
              <a:solidFill>
                <a:srgbClr val="000000"/>
              </a:solidFill>
              <a:latin typeface="Calibri" panose="020F0502020204030204" pitchFamily="34" charset="0"/>
            </a:endParaRPr>
          </a:p>
          <a:p>
            <a:pPr>
              <a:spcBef>
                <a:spcPts val="0"/>
              </a:spcBef>
            </a:pPr>
            <a:r>
              <a:rPr lang="en-US" sz="1125" b="1">
                <a:solidFill>
                  <a:srgbClr val="000000"/>
                </a:solidFill>
                <a:latin typeface="Calibri" panose="020F0502020204030204" pitchFamily="34" charset="0"/>
              </a:rPr>
              <a:t>Documentation &amp; Standards Centralization</a:t>
            </a:r>
          </a:p>
          <a:p>
            <a:pPr>
              <a:spcBef>
                <a:spcPts val="0"/>
              </a:spcBef>
            </a:pPr>
            <a:r>
              <a:rPr lang="en-US" sz="1125">
                <a:solidFill>
                  <a:srgbClr val="000000"/>
                </a:solidFill>
                <a:latin typeface="Calibri" panose="020F0502020204030204" pitchFamily="34" charset="0"/>
              </a:rPr>
              <a:t>Standardize and centralize documentation for consistency.</a:t>
            </a:r>
          </a:p>
          <a:p>
            <a:pPr marL="289537" indent="-289537">
              <a:spcBef>
                <a:spcPts val="0"/>
              </a:spcBef>
              <a:buFont typeface="Arial" panose="020B0604020202020204" pitchFamily="34" charset="0"/>
              <a:buChar char="•"/>
            </a:pPr>
            <a:endParaRPr lang="en-US" sz="667">
              <a:solidFill>
                <a:srgbClr val="000000"/>
              </a:solidFill>
              <a:latin typeface="Calibri" panose="020F0502020204030204" pitchFamily="34" charset="0"/>
            </a:endParaRPr>
          </a:p>
          <a:p>
            <a:pPr>
              <a:spcBef>
                <a:spcPts val="0"/>
              </a:spcBef>
            </a:pPr>
            <a:r>
              <a:rPr lang="en-US" sz="1125" b="1">
                <a:solidFill>
                  <a:srgbClr val="000000"/>
                </a:solidFill>
                <a:latin typeface="Calibri" panose="020F0502020204030204" pitchFamily="34" charset="0"/>
              </a:rPr>
              <a:t>Early Impact Analysis</a:t>
            </a:r>
          </a:p>
          <a:p>
            <a:pPr>
              <a:spcBef>
                <a:spcPts val="0"/>
              </a:spcBef>
            </a:pPr>
            <a:r>
              <a:rPr lang="en-US" sz="1125">
                <a:solidFill>
                  <a:srgbClr val="000000"/>
                </a:solidFill>
                <a:latin typeface="Calibri" panose="020F0502020204030204" pitchFamily="34" charset="0"/>
              </a:rPr>
              <a:t>Proactively analyze and log customizations to prevent late surprises.</a:t>
            </a:r>
          </a:p>
          <a:p>
            <a:pPr marL="289537" indent="-289537">
              <a:spcBef>
                <a:spcPts val="0"/>
              </a:spcBef>
              <a:buFont typeface="Arial" panose="020B0604020202020204" pitchFamily="34" charset="0"/>
              <a:buChar char="•"/>
            </a:pPr>
            <a:endParaRPr lang="en-US" sz="667">
              <a:solidFill>
                <a:srgbClr val="000000"/>
              </a:solidFill>
              <a:latin typeface="Calibri" panose="020F0502020204030204" pitchFamily="34" charset="0"/>
            </a:endParaRPr>
          </a:p>
          <a:p>
            <a:pPr>
              <a:spcBef>
                <a:spcPts val="0"/>
              </a:spcBef>
            </a:pPr>
            <a:r>
              <a:rPr lang="en-US" sz="1125" b="1">
                <a:solidFill>
                  <a:srgbClr val="000000"/>
                </a:solidFill>
                <a:latin typeface="Calibri" panose="020F0502020204030204" pitchFamily="34" charset="0"/>
              </a:rPr>
              <a:t>Readiness, Acceptance, and Estimation Catalog</a:t>
            </a:r>
          </a:p>
          <a:p>
            <a:pPr>
              <a:spcBef>
                <a:spcPts val="0"/>
              </a:spcBef>
            </a:pPr>
            <a:r>
              <a:rPr lang="en-US" sz="1125">
                <a:solidFill>
                  <a:srgbClr val="000000"/>
                </a:solidFill>
                <a:latin typeface="Calibri" panose="020F0502020204030204" pitchFamily="34" charset="0"/>
              </a:rPr>
              <a:t>Formalize readiness/acceptance criteria and build a repository for continuous improvement. </a:t>
            </a:r>
            <a:r>
              <a:rPr lang="en-US" sz="1125" b="1">
                <a:solidFill>
                  <a:schemeClr val="accent4">
                    <a:lumMod val="60000"/>
                    <a:lumOff val="40000"/>
                  </a:schemeClr>
                </a:solidFill>
                <a:latin typeface="Calibri" panose="020F0502020204030204" pitchFamily="34" charset="0"/>
              </a:rPr>
              <a:t>AI usage for clustering past requirements and estimates </a:t>
            </a:r>
            <a:r>
              <a:rPr lang="en-US" sz="1125">
                <a:solidFill>
                  <a:srgbClr val="000000"/>
                </a:solidFill>
                <a:latin typeface="Calibri" panose="020F0502020204030204" pitchFamily="34" charset="0"/>
              </a:rPr>
              <a:t>will help to make efficient project planning.</a:t>
            </a:r>
            <a:endParaRPr lang="en-US" sz="1125"/>
          </a:p>
        </p:txBody>
      </p:sp>
      <p:sp>
        <p:nvSpPr>
          <p:cNvPr id="20" name="Text Placeholder 20">
            <a:extLst>
              <a:ext uri="{FF2B5EF4-FFF2-40B4-BE49-F238E27FC236}">
                <a16:creationId xmlns:a16="http://schemas.microsoft.com/office/drawing/2014/main" id="{59EE44E4-1F79-B27F-2082-8FD107E41BAC}"/>
              </a:ext>
            </a:extLst>
          </p:cNvPr>
          <p:cNvSpPr txBox="1">
            <a:spLocks/>
          </p:cNvSpPr>
          <p:nvPr/>
        </p:nvSpPr>
        <p:spPr>
          <a:xfrm>
            <a:off x="6300781" y="2758067"/>
            <a:ext cx="2929714" cy="2630592"/>
          </a:xfrm>
          <a:prstGeom prst="rect">
            <a:avLst/>
          </a:prstGeom>
        </p:spPr>
        <p:txBody>
          <a:bodyPr/>
          <a:lstStyle>
            <a:lvl1pPr marL="0" indent="0" algn="l" defTabSz="1097280" rtl="0" eaLnBrk="1" latinLnBrk="0" hangingPunct="1">
              <a:lnSpc>
                <a:spcPct val="110000"/>
              </a:lnSpc>
              <a:spcBef>
                <a:spcPts val="720"/>
              </a:spcBef>
              <a:spcAft>
                <a:spcPct val="0"/>
              </a:spcAft>
              <a:buFont typeface="Arial" panose="020B0604020202020204" pitchFamily="34" charset="0"/>
              <a:buNone/>
              <a:defRPr sz="1920" b="0" i="0" kern="1200">
                <a:solidFill>
                  <a:schemeClr val="tx1"/>
                </a:solidFill>
                <a:latin typeface="+mn-lt"/>
                <a:ea typeface="Calibri" panose="020F0502020204030204" pitchFamily="34" charset="0"/>
                <a:cs typeface="Calibri" panose="020F0502020204030204" pitchFamily="34" charset="0"/>
              </a:defRPr>
            </a:lvl1pPr>
            <a:lvl2pPr marL="304560" indent="-302400" algn="l" defTabSz="1097280" rtl="0" eaLnBrk="1" latinLnBrk="0" hangingPunct="1">
              <a:lnSpc>
                <a:spcPct val="100000"/>
              </a:lnSpc>
              <a:spcBef>
                <a:spcPts val="720"/>
              </a:spcBef>
              <a:spcAft>
                <a:spcPts val="720"/>
              </a:spcAft>
              <a:buClr>
                <a:schemeClr val="tx1"/>
              </a:buClr>
              <a:buFont typeface="Arial" panose="020B0604020202020204" pitchFamily="34" charset="0"/>
              <a:buChar char="•"/>
              <a:defRPr sz="1920" b="0" i="0" kern="1200">
                <a:solidFill>
                  <a:schemeClr val="tx1"/>
                </a:solidFill>
                <a:latin typeface="+mn-lt"/>
                <a:ea typeface="Calibri" panose="020F0502020204030204" pitchFamily="34" charset="0"/>
                <a:cs typeface="Calibri" panose="020F0502020204030204" pitchFamily="34" charset="0"/>
              </a:defRPr>
            </a:lvl2pPr>
            <a:lvl3pPr marL="604800" indent="-302400" algn="l" defTabSz="1097280" rtl="0" eaLnBrk="1" latinLnBrk="0" hangingPunct="1">
              <a:lnSpc>
                <a:spcPct val="100000"/>
              </a:lnSpc>
              <a:spcBef>
                <a:spcPts val="720"/>
              </a:spcBef>
              <a:spcAft>
                <a:spcPts val="720"/>
              </a:spcAft>
              <a:buFont typeface="Courier New" panose="02070309020205020404" pitchFamily="49" charset="0"/>
              <a:buChar char="o"/>
              <a:defRPr sz="1680" b="0" i="0" kern="1200">
                <a:solidFill>
                  <a:schemeClr val="tx1"/>
                </a:solidFill>
                <a:latin typeface="+mn-lt"/>
                <a:ea typeface="Calibri" panose="020F0502020204030204" pitchFamily="34" charset="0"/>
                <a:cs typeface="Calibri" panose="020F0502020204030204" pitchFamily="34" charset="0"/>
              </a:defRPr>
            </a:lvl3pPr>
            <a:lvl4pPr marL="1920240" indent="-274320" algn="l" defTabSz="1097280" rtl="0" eaLnBrk="1" latinLnBrk="0" hangingPunct="1">
              <a:lnSpc>
                <a:spcPct val="110000"/>
              </a:lnSpc>
              <a:spcBef>
                <a:spcPts val="720"/>
              </a:spcBef>
              <a:spcAft>
                <a:spcPct val="0"/>
              </a:spcAft>
              <a:buFont typeface="Arial" panose="020B0604020202020204" pitchFamily="34" charset="0"/>
              <a:buChar char="•"/>
              <a:defRPr sz="1920" b="0" i="0" kern="1200">
                <a:solidFill>
                  <a:schemeClr val="tx1"/>
                </a:solidFill>
                <a:latin typeface="+mn-lt"/>
                <a:ea typeface="Calibri" panose="020F0502020204030204" pitchFamily="34" charset="0"/>
                <a:cs typeface="Calibri" panose="020F0502020204030204" pitchFamily="34" charset="0"/>
              </a:defRPr>
            </a:lvl4pPr>
            <a:lvl5pPr marL="2468880" indent="-274320" algn="l" defTabSz="1097280" rtl="0" eaLnBrk="1" latinLnBrk="0" hangingPunct="1">
              <a:lnSpc>
                <a:spcPct val="110000"/>
              </a:lnSpc>
              <a:spcBef>
                <a:spcPts val="720"/>
              </a:spcBef>
              <a:spcAft>
                <a:spcPct val="0"/>
              </a:spcAft>
              <a:buFont typeface="Arial" panose="020B0604020202020204" pitchFamily="34" charset="0"/>
              <a:buChar char="•"/>
              <a:defRPr sz="1920" b="0" i="0" kern="1200">
                <a:solidFill>
                  <a:schemeClr val="tx1"/>
                </a:solidFill>
                <a:latin typeface="+mn-lt"/>
                <a:ea typeface="Calibri" panose="020F0502020204030204" pitchFamily="34" charset="0"/>
                <a:cs typeface="Calibri" panose="020F0502020204030204" pitchFamily="34" charset="0"/>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a:lstStyle>
          <a:p>
            <a:pPr>
              <a:spcBef>
                <a:spcPts val="0"/>
              </a:spcBef>
            </a:pPr>
            <a:r>
              <a:rPr lang="en-US" sz="1150" b="1">
                <a:solidFill>
                  <a:srgbClr val="000000"/>
                </a:solidFill>
                <a:latin typeface="Calibri" panose="020F0502020204030204" pitchFamily="34" charset="0"/>
              </a:rPr>
              <a:t>Modularization &amp; Parallelization Enablement</a:t>
            </a:r>
          </a:p>
          <a:p>
            <a:pPr>
              <a:spcBef>
                <a:spcPts val="0"/>
              </a:spcBef>
            </a:pPr>
            <a:r>
              <a:rPr lang="en-US" sz="1150">
                <a:solidFill>
                  <a:srgbClr val="000000"/>
                </a:solidFill>
                <a:latin typeface="Calibri" panose="020F0502020204030204" pitchFamily="34" charset="0"/>
              </a:rPr>
              <a:t>Refactor for modularity to reduce dependencies and enable parallel work.</a:t>
            </a:r>
          </a:p>
          <a:p>
            <a:pPr marL="289537" indent="-289537">
              <a:spcBef>
                <a:spcPts val="0"/>
              </a:spcBef>
              <a:buFont typeface="Arial" panose="020B0604020202020204" pitchFamily="34" charset="0"/>
              <a:buChar char="•"/>
            </a:pPr>
            <a:endParaRPr lang="en-US" sz="667">
              <a:solidFill>
                <a:srgbClr val="000000"/>
              </a:solidFill>
              <a:latin typeface="Calibri" panose="020F0502020204030204" pitchFamily="34" charset="0"/>
            </a:endParaRPr>
          </a:p>
          <a:p>
            <a:pPr>
              <a:spcBef>
                <a:spcPts val="0"/>
              </a:spcBef>
            </a:pPr>
            <a:r>
              <a:rPr lang="en-US" sz="1150" b="1">
                <a:solidFill>
                  <a:srgbClr val="000000"/>
                </a:solidFill>
                <a:latin typeface="Calibri" panose="020F0502020204030204" pitchFamily="34" charset="0"/>
              </a:rPr>
              <a:t>Cross-Functional Team Integration</a:t>
            </a:r>
          </a:p>
          <a:p>
            <a:pPr>
              <a:spcBef>
                <a:spcPts val="0"/>
              </a:spcBef>
            </a:pPr>
            <a:r>
              <a:rPr lang="en-US" sz="1150">
                <a:solidFill>
                  <a:srgbClr val="000000"/>
                </a:solidFill>
                <a:latin typeface="Calibri" panose="020F0502020204030204" pitchFamily="34" charset="0"/>
              </a:rPr>
              <a:t>Integrate teams for better collaboration and faster delivery.</a:t>
            </a:r>
          </a:p>
          <a:p>
            <a:pPr marL="289537" indent="-289537">
              <a:spcBef>
                <a:spcPts val="0"/>
              </a:spcBef>
              <a:buFont typeface="Arial" panose="020B0604020202020204" pitchFamily="34" charset="0"/>
              <a:buChar char="•"/>
            </a:pPr>
            <a:endParaRPr lang="en-US" sz="667">
              <a:solidFill>
                <a:srgbClr val="000000"/>
              </a:solidFill>
              <a:latin typeface="Calibri" panose="020F0502020204030204" pitchFamily="34" charset="0"/>
            </a:endParaRPr>
          </a:p>
          <a:p>
            <a:pPr>
              <a:spcBef>
                <a:spcPts val="0"/>
              </a:spcBef>
            </a:pPr>
            <a:r>
              <a:rPr lang="en-US" sz="1150" b="1">
                <a:solidFill>
                  <a:srgbClr val="000000"/>
                </a:solidFill>
                <a:latin typeface="Calibri" panose="020F0502020204030204" pitchFamily="34" charset="0"/>
              </a:rPr>
              <a:t>QA Shift-Left &amp; Automation</a:t>
            </a:r>
          </a:p>
          <a:p>
            <a:pPr>
              <a:spcBef>
                <a:spcPts val="0"/>
              </a:spcBef>
            </a:pPr>
            <a:r>
              <a:rPr lang="en-US" sz="1150">
                <a:solidFill>
                  <a:srgbClr val="000000"/>
                </a:solidFill>
                <a:latin typeface="Calibri" panose="020F0502020204030204" pitchFamily="34" charset="0"/>
              </a:rPr>
              <a:t>Involve QA early and automate testing to catch defects sooner. </a:t>
            </a:r>
            <a:r>
              <a:rPr lang="en-US" sz="1150" b="1">
                <a:solidFill>
                  <a:schemeClr val="accent4">
                    <a:lumMod val="60000"/>
                    <a:lumOff val="40000"/>
                  </a:schemeClr>
                </a:solidFill>
                <a:latin typeface="Calibri" panose="020F0502020204030204" pitchFamily="34" charset="0"/>
              </a:rPr>
              <a:t>AI can generate test cases</a:t>
            </a:r>
            <a:r>
              <a:rPr lang="en-US" sz="1150">
                <a:solidFill>
                  <a:srgbClr val="000000"/>
                </a:solidFill>
                <a:latin typeface="Calibri" panose="020F0502020204030204" pitchFamily="34" charset="0"/>
              </a:rPr>
              <a:t>, predict defects, and identify likely failure points early.</a:t>
            </a:r>
          </a:p>
          <a:p>
            <a:pPr marL="289537" indent="-289537">
              <a:spcBef>
                <a:spcPts val="0"/>
              </a:spcBef>
              <a:buFont typeface="Arial" panose="020B0604020202020204" pitchFamily="34" charset="0"/>
              <a:buChar char="•"/>
            </a:pPr>
            <a:endParaRPr lang="en-US" sz="667">
              <a:solidFill>
                <a:srgbClr val="000000"/>
              </a:solidFill>
              <a:latin typeface="Calibri" panose="020F0502020204030204" pitchFamily="34" charset="0"/>
            </a:endParaRPr>
          </a:p>
          <a:p>
            <a:pPr>
              <a:spcBef>
                <a:spcPts val="0"/>
              </a:spcBef>
            </a:pPr>
            <a:r>
              <a:rPr lang="en-US" sz="1150" b="1">
                <a:solidFill>
                  <a:srgbClr val="000000"/>
                </a:solidFill>
                <a:latin typeface="Calibri" panose="020F0502020204030204" pitchFamily="34" charset="0"/>
              </a:rPr>
              <a:t>Technical Debt &amp; Knowledge Management</a:t>
            </a:r>
          </a:p>
          <a:p>
            <a:pPr>
              <a:spcBef>
                <a:spcPts val="0"/>
              </a:spcBef>
            </a:pPr>
            <a:r>
              <a:rPr lang="en-US" sz="1150">
                <a:solidFill>
                  <a:srgbClr val="000000"/>
                </a:solidFill>
                <a:latin typeface="Calibri" panose="020F0502020204030204" pitchFamily="34" charset="0"/>
              </a:rPr>
              <a:t>Systematically address technical debt and institutionalize knowledge sharing. </a:t>
            </a:r>
            <a:r>
              <a:rPr lang="en-US" sz="1150" b="1">
                <a:solidFill>
                  <a:schemeClr val="accent4">
                    <a:lumMod val="60000"/>
                    <a:lumOff val="40000"/>
                  </a:schemeClr>
                </a:solidFill>
                <a:latin typeface="Calibri" panose="020F0502020204030204" pitchFamily="34" charset="0"/>
              </a:rPr>
              <a:t>AI-tools scan codebases </a:t>
            </a:r>
            <a:r>
              <a:rPr lang="en-US" sz="1150">
                <a:solidFill>
                  <a:srgbClr val="000000"/>
                </a:solidFill>
                <a:latin typeface="Calibri" panose="020F0502020204030204" pitchFamily="34" charset="0"/>
              </a:rPr>
              <a:t>to detect technical debt patterns and recommend refactoring opportunities.</a:t>
            </a:r>
            <a:endParaRPr lang="en-US" sz="1150"/>
          </a:p>
        </p:txBody>
      </p:sp>
      <p:sp>
        <p:nvSpPr>
          <p:cNvPr id="21" name="Text Placeholder 20">
            <a:extLst>
              <a:ext uri="{FF2B5EF4-FFF2-40B4-BE49-F238E27FC236}">
                <a16:creationId xmlns:a16="http://schemas.microsoft.com/office/drawing/2014/main" id="{CC3059E1-FDAC-9BFE-F6B7-EA07E0D4C94E}"/>
              </a:ext>
            </a:extLst>
          </p:cNvPr>
          <p:cNvSpPr txBox="1">
            <a:spLocks/>
          </p:cNvSpPr>
          <p:nvPr/>
        </p:nvSpPr>
        <p:spPr>
          <a:xfrm>
            <a:off x="9278155" y="2758068"/>
            <a:ext cx="2823642" cy="4302339"/>
          </a:xfrm>
          <a:prstGeom prst="rect">
            <a:avLst/>
          </a:prstGeom>
        </p:spPr>
        <p:txBody>
          <a:bodyPr/>
          <a:lstStyle>
            <a:lvl1pPr marL="0" indent="0" algn="l" defTabSz="1097280" rtl="0" eaLnBrk="1" latinLnBrk="0" hangingPunct="1">
              <a:lnSpc>
                <a:spcPct val="110000"/>
              </a:lnSpc>
              <a:spcBef>
                <a:spcPts val="720"/>
              </a:spcBef>
              <a:spcAft>
                <a:spcPct val="0"/>
              </a:spcAft>
              <a:buFont typeface="Arial" panose="020B0604020202020204" pitchFamily="34" charset="0"/>
              <a:buNone/>
              <a:defRPr sz="1920" b="0" i="0" kern="1200">
                <a:solidFill>
                  <a:schemeClr val="tx1"/>
                </a:solidFill>
                <a:latin typeface="+mn-lt"/>
                <a:ea typeface="Calibri" panose="020F0502020204030204" pitchFamily="34" charset="0"/>
                <a:cs typeface="Calibri" panose="020F0502020204030204" pitchFamily="34" charset="0"/>
              </a:defRPr>
            </a:lvl1pPr>
            <a:lvl2pPr marL="304560" indent="-302400" algn="l" defTabSz="1097280" rtl="0" eaLnBrk="1" latinLnBrk="0" hangingPunct="1">
              <a:lnSpc>
                <a:spcPct val="100000"/>
              </a:lnSpc>
              <a:spcBef>
                <a:spcPts val="720"/>
              </a:spcBef>
              <a:spcAft>
                <a:spcPts val="720"/>
              </a:spcAft>
              <a:buClr>
                <a:schemeClr val="tx1"/>
              </a:buClr>
              <a:buFont typeface="Arial" panose="020B0604020202020204" pitchFamily="34" charset="0"/>
              <a:buChar char="•"/>
              <a:defRPr sz="1920" b="0" i="0" kern="1200">
                <a:solidFill>
                  <a:schemeClr val="tx1"/>
                </a:solidFill>
                <a:latin typeface="+mn-lt"/>
                <a:ea typeface="Calibri" panose="020F0502020204030204" pitchFamily="34" charset="0"/>
                <a:cs typeface="Calibri" panose="020F0502020204030204" pitchFamily="34" charset="0"/>
              </a:defRPr>
            </a:lvl2pPr>
            <a:lvl3pPr marL="604800" indent="-302400" algn="l" defTabSz="1097280" rtl="0" eaLnBrk="1" latinLnBrk="0" hangingPunct="1">
              <a:lnSpc>
                <a:spcPct val="100000"/>
              </a:lnSpc>
              <a:spcBef>
                <a:spcPts val="720"/>
              </a:spcBef>
              <a:spcAft>
                <a:spcPts val="720"/>
              </a:spcAft>
              <a:buFont typeface="Courier New" panose="02070309020205020404" pitchFamily="49" charset="0"/>
              <a:buChar char="o"/>
              <a:defRPr sz="1680" b="0" i="0" kern="1200">
                <a:solidFill>
                  <a:schemeClr val="tx1"/>
                </a:solidFill>
                <a:latin typeface="+mn-lt"/>
                <a:ea typeface="Calibri" panose="020F0502020204030204" pitchFamily="34" charset="0"/>
                <a:cs typeface="Calibri" panose="020F0502020204030204" pitchFamily="34" charset="0"/>
              </a:defRPr>
            </a:lvl3pPr>
            <a:lvl4pPr marL="1920240" indent="-274320" algn="l" defTabSz="1097280" rtl="0" eaLnBrk="1" latinLnBrk="0" hangingPunct="1">
              <a:lnSpc>
                <a:spcPct val="110000"/>
              </a:lnSpc>
              <a:spcBef>
                <a:spcPts val="720"/>
              </a:spcBef>
              <a:spcAft>
                <a:spcPct val="0"/>
              </a:spcAft>
              <a:buFont typeface="Arial" panose="020B0604020202020204" pitchFamily="34" charset="0"/>
              <a:buChar char="•"/>
              <a:defRPr sz="1920" b="0" i="0" kern="1200">
                <a:solidFill>
                  <a:schemeClr val="tx1"/>
                </a:solidFill>
                <a:latin typeface="+mn-lt"/>
                <a:ea typeface="Calibri" panose="020F0502020204030204" pitchFamily="34" charset="0"/>
                <a:cs typeface="Calibri" panose="020F0502020204030204" pitchFamily="34" charset="0"/>
              </a:defRPr>
            </a:lvl4pPr>
            <a:lvl5pPr marL="2468880" indent="-274320" algn="l" defTabSz="1097280" rtl="0" eaLnBrk="1" latinLnBrk="0" hangingPunct="1">
              <a:lnSpc>
                <a:spcPct val="110000"/>
              </a:lnSpc>
              <a:spcBef>
                <a:spcPts val="720"/>
              </a:spcBef>
              <a:spcAft>
                <a:spcPct val="0"/>
              </a:spcAft>
              <a:buFont typeface="Arial" panose="020B0604020202020204" pitchFamily="34" charset="0"/>
              <a:buChar char="•"/>
              <a:defRPr sz="1920" b="0" i="0" kern="1200">
                <a:solidFill>
                  <a:schemeClr val="tx1"/>
                </a:solidFill>
                <a:latin typeface="+mn-lt"/>
                <a:ea typeface="Calibri" panose="020F0502020204030204" pitchFamily="34" charset="0"/>
                <a:cs typeface="Calibri" panose="020F0502020204030204" pitchFamily="34" charset="0"/>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a:lstStyle>
          <a:p>
            <a:pPr>
              <a:spcBef>
                <a:spcPts val="0"/>
              </a:spcBef>
            </a:pPr>
            <a:r>
              <a:rPr lang="en-US" sz="1125" b="1">
                <a:solidFill>
                  <a:srgbClr val="000000"/>
                </a:solidFill>
                <a:latin typeface="Calibri" panose="020F0502020204030204" pitchFamily="34" charset="0"/>
              </a:rPr>
              <a:t>Early Integration &amp; Environment Strategy</a:t>
            </a:r>
          </a:p>
          <a:p>
            <a:pPr>
              <a:spcBef>
                <a:spcPts val="0"/>
              </a:spcBef>
            </a:pPr>
            <a:r>
              <a:rPr lang="en-US" sz="1125">
                <a:solidFill>
                  <a:srgbClr val="000000"/>
                </a:solidFill>
                <a:latin typeface="Calibri" panose="020F0502020204030204" pitchFamily="34" charset="0"/>
              </a:rPr>
              <a:t>Define integration points and environment needs to avoid late-stage issues.</a:t>
            </a:r>
          </a:p>
          <a:p>
            <a:pPr marL="289537" indent="-289537">
              <a:spcBef>
                <a:spcPts val="0"/>
              </a:spcBef>
              <a:buFont typeface="Arial" panose="020B0604020202020204" pitchFamily="34" charset="0"/>
              <a:buChar char="•"/>
            </a:pPr>
            <a:endParaRPr lang="en-US" sz="667">
              <a:solidFill>
                <a:srgbClr val="000000"/>
              </a:solidFill>
              <a:latin typeface="Calibri" panose="020F0502020204030204" pitchFamily="34" charset="0"/>
            </a:endParaRPr>
          </a:p>
          <a:p>
            <a:pPr>
              <a:spcBef>
                <a:spcPts val="0"/>
              </a:spcBef>
            </a:pPr>
            <a:r>
              <a:rPr lang="en-US" sz="1125" b="1">
                <a:solidFill>
                  <a:srgbClr val="000000"/>
                </a:solidFill>
                <a:latin typeface="Calibri" panose="020F0502020204030204" pitchFamily="34" charset="0"/>
              </a:rPr>
              <a:t>Automated Environment &amp; CI/CD Implementation</a:t>
            </a:r>
          </a:p>
          <a:p>
            <a:pPr>
              <a:spcBef>
                <a:spcPts val="0"/>
              </a:spcBef>
            </a:pPr>
            <a:r>
              <a:rPr lang="en-US" sz="1125">
                <a:solidFill>
                  <a:srgbClr val="000000"/>
                </a:solidFill>
                <a:latin typeface="Calibri" panose="020F0502020204030204" pitchFamily="34" charset="0"/>
              </a:rPr>
              <a:t>With strategy in place, automate environment provisioning and deployments for consistency. Use </a:t>
            </a:r>
            <a:r>
              <a:rPr lang="en-US" sz="1125" b="1">
                <a:solidFill>
                  <a:schemeClr val="accent4">
                    <a:lumMod val="60000"/>
                    <a:lumOff val="40000"/>
                  </a:schemeClr>
                </a:solidFill>
                <a:latin typeface="Calibri" panose="020F0502020204030204" pitchFamily="34" charset="0"/>
              </a:rPr>
              <a:t>AI to optimize CI/CD </a:t>
            </a:r>
            <a:r>
              <a:rPr lang="en-US" sz="1125">
                <a:solidFill>
                  <a:srgbClr val="000000"/>
                </a:solidFill>
                <a:latin typeface="Calibri" panose="020F0502020204030204" pitchFamily="34" charset="0"/>
              </a:rPr>
              <a:t>pipelines and auto-scale environments.</a:t>
            </a:r>
          </a:p>
          <a:p>
            <a:pPr marL="289537" indent="-289537">
              <a:spcBef>
                <a:spcPts val="0"/>
              </a:spcBef>
              <a:buFont typeface="Arial" panose="020B0604020202020204" pitchFamily="34" charset="0"/>
              <a:buChar char="•"/>
            </a:pPr>
            <a:endParaRPr lang="en-US" sz="667">
              <a:solidFill>
                <a:srgbClr val="000000"/>
              </a:solidFill>
              <a:latin typeface="Calibri" panose="020F0502020204030204" pitchFamily="34" charset="0"/>
            </a:endParaRPr>
          </a:p>
          <a:p>
            <a:pPr>
              <a:spcBef>
                <a:spcPts val="0"/>
              </a:spcBef>
            </a:pPr>
            <a:r>
              <a:rPr lang="en-US" sz="1125" b="1">
                <a:solidFill>
                  <a:srgbClr val="000000"/>
                </a:solidFill>
                <a:latin typeface="Calibri" panose="020F0502020204030204" pitchFamily="34" charset="0"/>
              </a:rPr>
              <a:t>Release &amp; Feature Management Optimization</a:t>
            </a:r>
          </a:p>
          <a:p>
            <a:pPr>
              <a:spcBef>
                <a:spcPts val="0"/>
              </a:spcBef>
            </a:pPr>
            <a:r>
              <a:rPr lang="en-US" sz="1125">
                <a:solidFill>
                  <a:srgbClr val="000000"/>
                </a:solidFill>
                <a:latin typeface="Calibri" panose="020F0502020204030204" pitchFamily="34" charset="0"/>
              </a:rPr>
              <a:t>Optimize release cycles and feature management for smoother production flow.</a:t>
            </a:r>
          </a:p>
          <a:p>
            <a:pPr>
              <a:spcBef>
                <a:spcPts val="0"/>
              </a:spcBef>
            </a:pPr>
            <a:endParaRPr lang="en-US" sz="667">
              <a:solidFill>
                <a:srgbClr val="000000"/>
              </a:solidFill>
              <a:latin typeface="Calibri" panose="020F0502020204030204" pitchFamily="34" charset="0"/>
            </a:endParaRPr>
          </a:p>
          <a:p>
            <a:pPr>
              <a:spcBef>
                <a:spcPts val="0"/>
              </a:spcBef>
            </a:pPr>
            <a:r>
              <a:rPr lang="en-US" sz="1125" b="1">
                <a:solidFill>
                  <a:srgbClr val="000000"/>
                </a:solidFill>
                <a:latin typeface="Calibri" panose="020F0502020204030204" pitchFamily="34" charset="0"/>
              </a:rPr>
              <a:t>Quality Gates &amp; Dependency Management</a:t>
            </a:r>
          </a:p>
          <a:p>
            <a:pPr>
              <a:spcBef>
                <a:spcPts val="0"/>
              </a:spcBef>
            </a:pPr>
            <a:r>
              <a:rPr lang="en-US" sz="1125">
                <a:solidFill>
                  <a:srgbClr val="000000"/>
                </a:solidFill>
                <a:latin typeface="Calibri" panose="020F0502020204030204" pitchFamily="34" charset="0"/>
              </a:rPr>
              <a:t>Enforce quality gates and manage dependencies to ensure robust, reliable releases. Use </a:t>
            </a:r>
            <a:r>
              <a:rPr lang="en-US" sz="1125" b="1">
                <a:solidFill>
                  <a:schemeClr val="accent4">
                    <a:lumMod val="60000"/>
                    <a:lumOff val="40000"/>
                  </a:schemeClr>
                </a:solidFill>
                <a:latin typeface="Calibri" panose="020F0502020204030204" pitchFamily="34" charset="0"/>
              </a:rPr>
              <a:t>AI to analyze deployment logs and test results</a:t>
            </a:r>
            <a:r>
              <a:rPr lang="en-US" sz="1125">
                <a:solidFill>
                  <a:srgbClr val="000000"/>
                </a:solidFill>
                <a:latin typeface="Calibri" panose="020F0502020204030204" pitchFamily="34" charset="0"/>
              </a:rPr>
              <a:t>.</a:t>
            </a:r>
            <a:endParaRPr lang="en-US" sz="1125"/>
          </a:p>
        </p:txBody>
      </p:sp>
      <p:pic>
        <p:nvPicPr>
          <p:cNvPr id="25" name="Picture 24" descr="A blue and purple neon sign&#10;&#10;AI-generated content may be incorrect.">
            <a:extLst>
              <a:ext uri="{FF2B5EF4-FFF2-40B4-BE49-F238E27FC236}">
                <a16:creationId xmlns:a16="http://schemas.microsoft.com/office/drawing/2014/main" id="{9B3E87AF-887A-156D-2046-447240E73A3B}"/>
              </a:ext>
            </a:extLst>
          </p:cNvPr>
          <p:cNvPicPr>
            <a:picLocks noChangeAspect="1"/>
          </p:cNvPicPr>
          <p:nvPr/>
        </p:nvPicPr>
        <p:blipFill>
          <a:blip r:embed="rId4"/>
          <a:stretch>
            <a:fillRect/>
          </a:stretch>
        </p:blipFill>
        <p:spPr>
          <a:xfrm>
            <a:off x="4299876" y="1291037"/>
            <a:ext cx="1036320" cy="1036320"/>
          </a:xfrm>
          <a:prstGeom prst="rect">
            <a:avLst/>
          </a:prstGeom>
        </p:spPr>
      </p:pic>
      <p:pic>
        <p:nvPicPr>
          <p:cNvPr id="28" name="Picture 27" descr="A blue and purple rocket&#10;&#10;AI-generated content may be incorrect.">
            <a:extLst>
              <a:ext uri="{FF2B5EF4-FFF2-40B4-BE49-F238E27FC236}">
                <a16:creationId xmlns:a16="http://schemas.microsoft.com/office/drawing/2014/main" id="{A4DBEA09-41A3-7D73-EBF4-A21B7596194D}"/>
              </a:ext>
            </a:extLst>
          </p:cNvPr>
          <p:cNvPicPr>
            <a:picLocks noChangeAspect="1"/>
          </p:cNvPicPr>
          <p:nvPr/>
        </p:nvPicPr>
        <p:blipFill>
          <a:blip r:embed="rId5"/>
          <a:stretch>
            <a:fillRect/>
          </a:stretch>
        </p:blipFill>
        <p:spPr>
          <a:xfrm>
            <a:off x="10216919" y="1297554"/>
            <a:ext cx="1036320" cy="1036320"/>
          </a:xfrm>
          <a:prstGeom prst="rect">
            <a:avLst/>
          </a:prstGeom>
        </p:spPr>
      </p:pic>
      <p:pic>
        <p:nvPicPr>
          <p:cNvPr id="14" name="Picture 13" descr="A group of people holding hands&#10;&#10;AI-generated content may be incorrect.">
            <a:extLst>
              <a:ext uri="{FF2B5EF4-FFF2-40B4-BE49-F238E27FC236}">
                <a16:creationId xmlns:a16="http://schemas.microsoft.com/office/drawing/2014/main" id="{292659CF-3EE5-E3D5-8040-B5BEF4ADA20A}"/>
              </a:ext>
            </a:extLst>
          </p:cNvPr>
          <p:cNvPicPr>
            <a:picLocks noChangeAspect="1"/>
          </p:cNvPicPr>
          <p:nvPr/>
        </p:nvPicPr>
        <p:blipFill>
          <a:blip r:embed="rId6"/>
          <a:stretch>
            <a:fillRect/>
          </a:stretch>
        </p:blipFill>
        <p:spPr>
          <a:xfrm>
            <a:off x="1350852" y="1275658"/>
            <a:ext cx="1036320" cy="1036320"/>
          </a:xfrm>
          <a:prstGeom prst="rect">
            <a:avLst/>
          </a:prstGeom>
        </p:spPr>
      </p:pic>
      <p:pic>
        <p:nvPicPr>
          <p:cNvPr id="24" name="Picture 23" descr="A blue and purple robot face&#10;&#10;AI-generated content may be incorrect.">
            <a:extLst>
              <a:ext uri="{FF2B5EF4-FFF2-40B4-BE49-F238E27FC236}">
                <a16:creationId xmlns:a16="http://schemas.microsoft.com/office/drawing/2014/main" id="{8BFC5643-B13F-A866-26EF-3BDA1538C142}"/>
              </a:ext>
            </a:extLst>
          </p:cNvPr>
          <p:cNvPicPr>
            <a:picLocks noChangeAspect="1"/>
          </p:cNvPicPr>
          <p:nvPr/>
        </p:nvPicPr>
        <p:blipFill>
          <a:blip r:embed="rId7"/>
          <a:stretch>
            <a:fillRect/>
          </a:stretch>
        </p:blipFill>
        <p:spPr>
          <a:xfrm>
            <a:off x="3000375" y="2046899"/>
            <a:ext cx="280458" cy="280458"/>
          </a:xfrm>
          <a:prstGeom prst="rect">
            <a:avLst/>
          </a:prstGeom>
        </p:spPr>
      </p:pic>
      <p:pic>
        <p:nvPicPr>
          <p:cNvPr id="27" name="Picture 26" descr="A blue and purple robot face&#10;&#10;AI-generated content may be incorrect.">
            <a:extLst>
              <a:ext uri="{FF2B5EF4-FFF2-40B4-BE49-F238E27FC236}">
                <a16:creationId xmlns:a16="http://schemas.microsoft.com/office/drawing/2014/main" id="{30D28A29-EDE3-36C5-B76B-FCB0312DCC59}"/>
              </a:ext>
            </a:extLst>
          </p:cNvPr>
          <p:cNvPicPr>
            <a:picLocks noChangeAspect="1"/>
          </p:cNvPicPr>
          <p:nvPr/>
        </p:nvPicPr>
        <p:blipFill>
          <a:blip r:embed="rId7"/>
          <a:stretch>
            <a:fillRect/>
          </a:stretch>
        </p:blipFill>
        <p:spPr>
          <a:xfrm>
            <a:off x="5986488" y="2050048"/>
            <a:ext cx="280458" cy="280458"/>
          </a:xfrm>
          <a:prstGeom prst="rect">
            <a:avLst/>
          </a:prstGeom>
        </p:spPr>
      </p:pic>
      <p:pic>
        <p:nvPicPr>
          <p:cNvPr id="29" name="Picture 28" descr="A blue and purple robot face&#10;&#10;AI-generated content may be incorrect.">
            <a:extLst>
              <a:ext uri="{FF2B5EF4-FFF2-40B4-BE49-F238E27FC236}">
                <a16:creationId xmlns:a16="http://schemas.microsoft.com/office/drawing/2014/main" id="{228F1C78-9A62-BF99-270E-7189D5C0312A}"/>
              </a:ext>
            </a:extLst>
          </p:cNvPr>
          <p:cNvPicPr>
            <a:picLocks noChangeAspect="1"/>
          </p:cNvPicPr>
          <p:nvPr/>
        </p:nvPicPr>
        <p:blipFill>
          <a:blip r:embed="rId7"/>
          <a:stretch>
            <a:fillRect/>
          </a:stretch>
        </p:blipFill>
        <p:spPr>
          <a:xfrm>
            <a:off x="8950037" y="2050048"/>
            <a:ext cx="280458" cy="280458"/>
          </a:xfrm>
          <a:prstGeom prst="rect">
            <a:avLst/>
          </a:prstGeom>
        </p:spPr>
      </p:pic>
      <p:pic>
        <p:nvPicPr>
          <p:cNvPr id="30" name="Picture 29" descr="A blue and purple robot face&#10;&#10;AI-generated content may be incorrect.">
            <a:extLst>
              <a:ext uri="{FF2B5EF4-FFF2-40B4-BE49-F238E27FC236}">
                <a16:creationId xmlns:a16="http://schemas.microsoft.com/office/drawing/2014/main" id="{426DB2EC-98D2-D735-D54F-885F65B21AF0}"/>
              </a:ext>
            </a:extLst>
          </p:cNvPr>
          <p:cNvPicPr>
            <a:picLocks noChangeAspect="1"/>
          </p:cNvPicPr>
          <p:nvPr/>
        </p:nvPicPr>
        <p:blipFill>
          <a:blip r:embed="rId7"/>
          <a:stretch>
            <a:fillRect/>
          </a:stretch>
        </p:blipFill>
        <p:spPr>
          <a:xfrm>
            <a:off x="11821339" y="2050048"/>
            <a:ext cx="280458" cy="280458"/>
          </a:xfrm>
          <a:prstGeom prst="rect">
            <a:avLst/>
          </a:prstGeom>
        </p:spPr>
      </p:pic>
    </p:spTree>
    <p:extLst>
      <p:ext uri="{BB962C8B-B14F-4D97-AF65-F5344CB8AC3E}">
        <p14:creationId xmlns:p14="http://schemas.microsoft.com/office/powerpoint/2010/main" val="138175260"/>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Arrow: Right 3">
            <a:extLst>
              <a:ext uri="{FF2B5EF4-FFF2-40B4-BE49-F238E27FC236}">
                <a16:creationId xmlns:a16="http://schemas.microsoft.com/office/drawing/2014/main" id="{94DB5517-2AF9-4480-8DBC-E1D5CACF5043}"/>
              </a:ext>
            </a:extLst>
          </p:cNvPr>
          <p:cNvSpPr/>
          <p:nvPr/>
        </p:nvSpPr>
        <p:spPr>
          <a:xfrm>
            <a:off x="480486" y="936512"/>
            <a:ext cx="5890818" cy="613927"/>
          </a:xfrm>
          <a:prstGeom prst="rightArrow">
            <a:avLst/>
          </a:prstGeom>
          <a:gradFill>
            <a:gsLst>
              <a:gs pos="0">
                <a:srgbClr val="FFFFFF"/>
              </a:gs>
              <a:gs pos="97000">
                <a:srgbClr val="192F54"/>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accent1"/>
              </a:solidFill>
            </a:endParaRPr>
          </a:p>
        </p:txBody>
      </p:sp>
      <p:sp>
        <p:nvSpPr>
          <p:cNvPr id="3" name="Title 2">
            <a:extLst>
              <a:ext uri="{FF2B5EF4-FFF2-40B4-BE49-F238E27FC236}">
                <a16:creationId xmlns:a16="http://schemas.microsoft.com/office/drawing/2014/main" id="{C0923879-33E5-416E-ADCF-602012CB714C}"/>
              </a:ext>
            </a:extLst>
          </p:cNvPr>
          <p:cNvSpPr>
            <a:spLocks noGrp="1"/>
          </p:cNvSpPr>
          <p:nvPr>
            <p:ph type="title"/>
          </p:nvPr>
        </p:nvSpPr>
        <p:spPr/>
        <p:txBody>
          <a:bodyPr>
            <a:normAutofit/>
          </a:bodyPr>
          <a:lstStyle/>
          <a:p>
            <a:r>
              <a:rPr lang="en-US"/>
              <a:t>TMNAS Drivers</a:t>
            </a:r>
          </a:p>
        </p:txBody>
      </p:sp>
      <p:sp>
        <p:nvSpPr>
          <p:cNvPr id="7" name="Text Placeholder 6">
            <a:extLst>
              <a:ext uri="{FF2B5EF4-FFF2-40B4-BE49-F238E27FC236}">
                <a16:creationId xmlns:a16="http://schemas.microsoft.com/office/drawing/2014/main" id="{A24CD6A4-1ED2-8998-0C25-47E36922A802}"/>
              </a:ext>
            </a:extLst>
          </p:cNvPr>
          <p:cNvSpPr>
            <a:spLocks noGrp="1"/>
          </p:cNvSpPr>
          <p:nvPr>
            <p:ph type="body" sz="quarter" idx="15"/>
          </p:nvPr>
        </p:nvSpPr>
        <p:spPr/>
        <p:txBody>
          <a:bodyPr/>
          <a:lstStyle/>
          <a:p>
            <a:endParaRPr lang="en-US"/>
          </a:p>
        </p:txBody>
      </p:sp>
      <p:graphicFrame>
        <p:nvGraphicFramePr>
          <p:cNvPr id="2" name="Table 3">
            <a:extLst>
              <a:ext uri="{FF2B5EF4-FFF2-40B4-BE49-F238E27FC236}">
                <a16:creationId xmlns:a16="http://schemas.microsoft.com/office/drawing/2014/main" id="{07E438A5-B7F0-468C-BE56-89FA30865AEF}"/>
              </a:ext>
            </a:extLst>
          </p:cNvPr>
          <p:cNvGraphicFramePr>
            <a:graphicFrameLocks noGrp="1"/>
          </p:cNvGraphicFramePr>
          <p:nvPr>
            <p:extLst>
              <p:ext uri="{D42A27DB-BD31-4B8C-83A1-F6EECF244321}">
                <p14:modId xmlns:p14="http://schemas.microsoft.com/office/powerpoint/2010/main" val="1356600746"/>
              </p:ext>
            </p:extLst>
          </p:nvPr>
        </p:nvGraphicFramePr>
        <p:xfrm>
          <a:off x="4806008" y="1820878"/>
          <a:ext cx="7165752" cy="4785360"/>
        </p:xfrm>
        <a:graphic>
          <a:graphicData uri="http://schemas.openxmlformats.org/drawingml/2006/table">
            <a:tbl>
              <a:tblPr firstRow="1" bandRow="1">
                <a:tableStyleId>{F5AB1C69-6EDB-4FF4-983F-18BD219EF322}</a:tableStyleId>
              </a:tblPr>
              <a:tblGrid>
                <a:gridCol w="1791438">
                  <a:extLst>
                    <a:ext uri="{9D8B030D-6E8A-4147-A177-3AD203B41FA5}">
                      <a16:colId xmlns:a16="http://schemas.microsoft.com/office/drawing/2014/main" val="3768890273"/>
                    </a:ext>
                  </a:extLst>
                </a:gridCol>
                <a:gridCol w="1791438">
                  <a:extLst>
                    <a:ext uri="{9D8B030D-6E8A-4147-A177-3AD203B41FA5}">
                      <a16:colId xmlns:a16="http://schemas.microsoft.com/office/drawing/2014/main" val="1671766910"/>
                    </a:ext>
                  </a:extLst>
                </a:gridCol>
                <a:gridCol w="1791438">
                  <a:extLst>
                    <a:ext uri="{9D8B030D-6E8A-4147-A177-3AD203B41FA5}">
                      <a16:colId xmlns:a16="http://schemas.microsoft.com/office/drawing/2014/main" val="1643221401"/>
                    </a:ext>
                  </a:extLst>
                </a:gridCol>
                <a:gridCol w="1791438">
                  <a:extLst>
                    <a:ext uri="{9D8B030D-6E8A-4147-A177-3AD203B41FA5}">
                      <a16:colId xmlns:a16="http://schemas.microsoft.com/office/drawing/2014/main" val="2280705441"/>
                    </a:ext>
                  </a:extLst>
                </a:gridCol>
              </a:tblGrid>
              <a:tr h="57912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500" b="1">
                          <a:solidFill>
                            <a:schemeClr val="bg1"/>
                          </a:solidFill>
                        </a:rPr>
                        <a:t>Technology Value</a:t>
                      </a:r>
                    </a:p>
                  </a:txBody>
                  <a:tcPr marL="121920" marR="121920" marT="60960" marB="60960">
                    <a:solidFill>
                      <a:srgbClr val="5158A7"/>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500" b="1">
                          <a:solidFill>
                            <a:schemeClr val="bg1"/>
                          </a:solidFill>
                        </a:rPr>
                        <a:t>Business Value</a:t>
                      </a:r>
                    </a:p>
                  </a:txBody>
                  <a:tcPr marL="121920" marR="121920" marT="60960" marB="60960">
                    <a:solidFill>
                      <a:srgbClr val="5158A7"/>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500" b="1">
                          <a:solidFill>
                            <a:schemeClr val="bg1"/>
                          </a:solidFill>
                        </a:rPr>
                        <a:t>Process Value</a:t>
                      </a:r>
                    </a:p>
                  </a:txBody>
                  <a:tcPr marL="121920" marR="121920" marT="60960" marB="60960">
                    <a:solidFill>
                      <a:srgbClr val="5158A7"/>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500" b="1">
                          <a:solidFill>
                            <a:schemeClr val="bg1"/>
                          </a:solidFill>
                        </a:rPr>
                        <a:t>Application Environment Value</a:t>
                      </a:r>
                    </a:p>
                  </a:txBody>
                  <a:tcPr marL="121920" marR="121920" marT="60960" marB="60960">
                    <a:solidFill>
                      <a:srgbClr val="5158A7"/>
                    </a:solidFill>
                  </a:tcPr>
                </a:tc>
                <a:extLst>
                  <a:ext uri="{0D108BD9-81ED-4DB2-BD59-A6C34878D82A}">
                    <a16:rowId xmlns:a16="http://schemas.microsoft.com/office/drawing/2014/main" val="3771250600"/>
                  </a:ext>
                </a:extLst>
              </a:tr>
              <a:tr h="4206240">
                <a:tc>
                  <a:txBody>
                    <a:bodyPr/>
                    <a:lstStyle/>
                    <a:p>
                      <a:pPr marL="112713" indent="-112713">
                        <a:spcAft>
                          <a:spcPts val="600"/>
                        </a:spcAft>
                        <a:buFont typeface="Arial" panose="020B0604020202020204" pitchFamily="34" charset="0"/>
                        <a:buChar char="•"/>
                      </a:pPr>
                      <a:r>
                        <a:rPr lang="en-US" sz="1500"/>
                        <a:t>Remove Obsolete Technology Stack</a:t>
                      </a:r>
                    </a:p>
                    <a:p>
                      <a:pPr marL="112713" indent="-112713">
                        <a:spcAft>
                          <a:spcPts val="600"/>
                        </a:spcAft>
                        <a:buFont typeface="Arial" panose="020B0604020202020204" pitchFamily="34" charset="0"/>
                        <a:buChar char="•"/>
                      </a:pPr>
                      <a:r>
                        <a:rPr lang="en-US" sz="1500"/>
                        <a:t>Integration Readiness as provider and consumer of services</a:t>
                      </a:r>
                    </a:p>
                    <a:p>
                      <a:pPr marL="112713" indent="-112713">
                        <a:spcAft>
                          <a:spcPts val="600"/>
                        </a:spcAft>
                        <a:buFont typeface="Arial" panose="020B0604020202020204" pitchFamily="34" charset="0"/>
                        <a:buChar char="•"/>
                      </a:pPr>
                      <a:r>
                        <a:rPr lang="en-US" sz="1500">
                          <a:solidFill>
                            <a:srgbClr val="FF0000"/>
                          </a:solidFill>
                        </a:rPr>
                        <a:t>Breaking the monolith!</a:t>
                      </a:r>
                    </a:p>
                  </a:txBody>
                  <a:tcPr marL="121920" marR="121920" marT="60960" marB="60960">
                    <a:solidFill>
                      <a:schemeClr val="bg1">
                        <a:lumMod val="95000"/>
                      </a:schemeClr>
                    </a:solidFill>
                  </a:tcPr>
                </a:tc>
                <a:tc>
                  <a:txBody>
                    <a:bodyPr/>
                    <a:lstStyle/>
                    <a:p>
                      <a:pPr marL="112713" indent="-112713">
                        <a:spcAft>
                          <a:spcPts val="600"/>
                        </a:spcAft>
                        <a:buFont typeface="Arial" panose="020B0604020202020204" pitchFamily="34" charset="0"/>
                        <a:buChar char="•"/>
                      </a:pPr>
                      <a:r>
                        <a:rPr lang="en-US" sz="1500"/>
                        <a:t>Modernize UI</a:t>
                      </a:r>
                    </a:p>
                    <a:p>
                      <a:pPr marL="112713" indent="-112713">
                        <a:spcAft>
                          <a:spcPts val="600"/>
                        </a:spcAft>
                        <a:buFont typeface="Arial" panose="020B0604020202020204" pitchFamily="34" charset="0"/>
                        <a:buChar char="•"/>
                      </a:pPr>
                      <a:r>
                        <a:rPr lang="en-US" sz="1500"/>
                        <a:t>Decrease the release cycle time</a:t>
                      </a:r>
                    </a:p>
                    <a:p>
                      <a:pPr marL="112713" indent="-112713">
                        <a:spcAft>
                          <a:spcPts val="600"/>
                        </a:spcAft>
                        <a:buFont typeface="Arial" panose="020B0604020202020204" pitchFamily="34" charset="0"/>
                        <a:buChar char="•"/>
                      </a:pPr>
                      <a:r>
                        <a:rPr lang="en-US" sz="1500"/>
                        <a:t>Increase scalability</a:t>
                      </a:r>
                    </a:p>
                    <a:p>
                      <a:pPr marL="112713" indent="-112713">
                        <a:spcAft>
                          <a:spcPts val="600"/>
                        </a:spcAft>
                        <a:buFont typeface="Arial" panose="020B0604020202020204" pitchFamily="34" charset="0"/>
                        <a:buChar char="•"/>
                      </a:pPr>
                      <a:r>
                        <a:rPr lang="en-US" sz="1500"/>
                        <a:t>Reporting/Import capabilities</a:t>
                      </a:r>
                    </a:p>
                    <a:p>
                      <a:pPr marL="112395" lvl="0" indent="-112395">
                        <a:spcAft>
                          <a:spcPts val="600"/>
                        </a:spcAft>
                        <a:buFont typeface="Arial" panose="020B0604020202020204" pitchFamily="34" charset="0"/>
                        <a:buChar char="•"/>
                      </a:pPr>
                      <a:r>
                        <a:rPr lang="en-US" sz="1500"/>
                        <a:t>Performance improvements</a:t>
                      </a:r>
                    </a:p>
                  </a:txBody>
                  <a:tcPr marL="121920" marR="121920" marT="60960" marB="60960">
                    <a:solidFill>
                      <a:schemeClr val="bg1">
                        <a:lumMod val="95000"/>
                      </a:schemeClr>
                    </a:solidFill>
                  </a:tcPr>
                </a:tc>
                <a:tc>
                  <a:txBody>
                    <a:bodyPr/>
                    <a:lstStyle/>
                    <a:p>
                      <a:pPr marL="112395" indent="-112395">
                        <a:spcAft>
                          <a:spcPts val="600"/>
                        </a:spcAft>
                        <a:buFont typeface="Arial" panose="020B0604020202020204" pitchFamily="34" charset="0"/>
                        <a:buChar char="•"/>
                      </a:pPr>
                      <a:r>
                        <a:rPr lang="en-US" sz="1500"/>
                        <a:t>Automate Deployment using CI/CD Pipelines</a:t>
                      </a:r>
                    </a:p>
                    <a:p>
                      <a:pPr marL="112395" indent="-112395">
                        <a:spcAft>
                          <a:spcPts val="600"/>
                        </a:spcAft>
                        <a:buFont typeface="Arial" panose="020B0604020202020204" pitchFamily="34" charset="0"/>
                        <a:buChar char="•"/>
                      </a:pPr>
                      <a:r>
                        <a:rPr lang="en-US" sz="1500"/>
                        <a:t>Azure DevOps for Task Management</a:t>
                      </a:r>
                    </a:p>
                    <a:p>
                      <a:pPr marL="112395" indent="-112395">
                        <a:spcAft>
                          <a:spcPts val="600"/>
                        </a:spcAft>
                        <a:buFont typeface="Arial" panose="020B0604020202020204" pitchFamily="34" charset="0"/>
                        <a:buChar char="•"/>
                      </a:pPr>
                      <a:r>
                        <a:rPr lang="en-US" sz="1500"/>
                        <a:t>Targeted Test Coverage</a:t>
                      </a:r>
                    </a:p>
                    <a:p>
                      <a:pPr marL="112395" indent="-112395">
                        <a:spcAft>
                          <a:spcPts val="600"/>
                        </a:spcAft>
                        <a:buFont typeface="Arial" panose="020B0604020202020204" pitchFamily="34" charset="0"/>
                        <a:buChar char="•"/>
                      </a:pPr>
                      <a:r>
                        <a:rPr lang="en-US" sz="1500"/>
                        <a:t>Increase Unit Test Coverage</a:t>
                      </a:r>
                    </a:p>
                    <a:p>
                      <a:pPr marL="112395" indent="-112395">
                        <a:spcAft>
                          <a:spcPts val="600"/>
                        </a:spcAft>
                        <a:buFont typeface="Arial" panose="020B0604020202020204" pitchFamily="34" charset="0"/>
                        <a:buChar char="•"/>
                      </a:pPr>
                      <a:r>
                        <a:rPr lang="en-US" sz="1500"/>
                        <a:t>Decrease and Manage Tech Debt</a:t>
                      </a:r>
                    </a:p>
                  </a:txBody>
                  <a:tcPr marL="121920" marR="121920" marT="60960" marB="60960">
                    <a:solidFill>
                      <a:schemeClr val="bg1">
                        <a:lumMod val="95000"/>
                      </a:schemeClr>
                    </a:solidFill>
                  </a:tcPr>
                </a:tc>
                <a:tc>
                  <a:txBody>
                    <a:bodyPr/>
                    <a:lstStyle/>
                    <a:p>
                      <a:pPr marL="112395" indent="-112395">
                        <a:spcAft>
                          <a:spcPts val="600"/>
                        </a:spcAft>
                        <a:buFont typeface="Arial" panose="020B0604020202020204" pitchFamily="34" charset="0"/>
                        <a:buChar char="•"/>
                      </a:pPr>
                      <a:r>
                        <a:rPr lang="en-US" sz="1500"/>
                        <a:t>Standardize and improve Logging with ELK</a:t>
                      </a:r>
                    </a:p>
                    <a:p>
                      <a:pPr marL="112713" indent="-112713">
                        <a:spcAft>
                          <a:spcPts val="600"/>
                        </a:spcAft>
                        <a:buFont typeface="Arial" panose="020B0604020202020204" pitchFamily="34" charset="0"/>
                        <a:buChar char="•"/>
                      </a:pPr>
                      <a:r>
                        <a:rPr lang="en-US" sz="1500"/>
                        <a:t>Add Application Monitoring (App Insights)</a:t>
                      </a:r>
                    </a:p>
                    <a:p>
                      <a:pPr marL="112713" indent="-112713">
                        <a:spcAft>
                          <a:spcPts val="600"/>
                        </a:spcAft>
                        <a:buFont typeface="Arial" panose="020B0604020202020204" pitchFamily="34" charset="0"/>
                        <a:buChar char="•"/>
                      </a:pPr>
                      <a:r>
                        <a:rPr lang="en-US" sz="1500"/>
                        <a:t>Dynamic infrastructure provisioning/containerization</a:t>
                      </a:r>
                    </a:p>
                    <a:p>
                      <a:pPr marL="112713" indent="-112713">
                        <a:spcAft>
                          <a:spcPts val="600"/>
                        </a:spcAft>
                        <a:buFont typeface="Arial" panose="020B0604020202020204" pitchFamily="34" charset="0"/>
                        <a:buChar char="•"/>
                      </a:pPr>
                      <a:r>
                        <a:rPr lang="en-US" sz="1500"/>
                        <a:t>Enable Cloud Readiness</a:t>
                      </a:r>
                    </a:p>
                  </a:txBody>
                  <a:tcPr marL="121920" marR="121920" marT="60960" marB="60960">
                    <a:solidFill>
                      <a:schemeClr val="bg1">
                        <a:lumMod val="95000"/>
                      </a:schemeClr>
                    </a:solidFill>
                  </a:tcPr>
                </a:tc>
                <a:extLst>
                  <a:ext uri="{0D108BD9-81ED-4DB2-BD59-A6C34878D82A}">
                    <a16:rowId xmlns:a16="http://schemas.microsoft.com/office/drawing/2014/main" val="805253433"/>
                  </a:ext>
                </a:extLst>
              </a:tr>
            </a:tbl>
          </a:graphicData>
        </a:graphic>
      </p:graphicFrame>
      <p:sp>
        <p:nvSpPr>
          <p:cNvPr id="12" name="Text Box 25">
            <a:extLst>
              <a:ext uri="{FF2B5EF4-FFF2-40B4-BE49-F238E27FC236}">
                <a16:creationId xmlns:a16="http://schemas.microsoft.com/office/drawing/2014/main" id="{40924EA8-7751-4C5C-B2D9-09327F11F5F2}"/>
              </a:ext>
            </a:extLst>
          </p:cNvPr>
          <p:cNvSpPr txBox="1">
            <a:spLocks noChangeArrowheads="1"/>
          </p:cNvSpPr>
          <p:nvPr/>
        </p:nvSpPr>
        <p:spPr bwMode="auto">
          <a:xfrm>
            <a:off x="408216" y="1820879"/>
            <a:ext cx="4087584" cy="2103653"/>
          </a:xfrm>
          <a:prstGeom prst="rect">
            <a:avLst/>
          </a:prstGeom>
          <a:noFill/>
          <a:ln w="9525">
            <a:noFill/>
            <a:miter lim="800000"/>
            <a:headEnd/>
            <a:tailEnd/>
          </a:ln>
          <a:effectLst>
            <a:prstShdw prst="shdw17" dist="17961" dir="2700000">
              <a:schemeClr val="accent1">
                <a:gamma/>
                <a:shade val="60000"/>
                <a:invGamma/>
              </a:schemeClr>
            </a:prstShdw>
          </a:effectLst>
        </p:spPr>
        <p:txBody>
          <a:bodyPr wrap="square">
            <a:spAutoFit/>
          </a:bodyPr>
          <a:lstStyle/>
          <a:p>
            <a:pPr marL="228582" indent="-228582" defTabSz="457142">
              <a:spcAft>
                <a:spcPts val="800"/>
              </a:spcAft>
              <a:buClr>
                <a:srgbClr val="39C2D7"/>
              </a:buClr>
              <a:buFont typeface="Arial" panose="020B0604020202020204" pitchFamily="34" charset="0"/>
              <a:buChar char="•"/>
            </a:pPr>
            <a:r>
              <a:rPr lang="en-US" sz="1467">
                <a:solidFill>
                  <a:srgbClr val="464547"/>
                </a:solidFill>
                <a:cs typeface="Calibri"/>
              </a:rPr>
              <a:t>Modernize Policy Administration in an intelligent way that balances Enterprise Vision and smart business investment</a:t>
            </a:r>
          </a:p>
          <a:p>
            <a:pPr marL="228582" indent="-228582" defTabSz="457142">
              <a:spcAft>
                <a:spcPts val="800"/>
              </a:spcAft>
              <a:buClr>
                <a:srgbClr val="39C2D7"/>
              </a:buClr>
              <a:buFont typeface="Arial" panose="020B0604020202020204" pitchFamily="34" charset="0"/>
              <a:buChar char="•"/>
            </a:pPr>
            <a:r>
              <a:rPr lang="en-US" sz="1467">
                <a:solidFill>
                  <a:srgbClr val="464547"/>
                </a:solidFill>
                <a:cs typeface="Calibri"/>
              </a:rPr>
              <a:t>Evaluate RapidSure to determine if components can be split to segregate duties and increase the chance for horizontal scalability</a:t>
            </a:r>
          </a:p>
          <a:p>
            <a:pPr marL="228582" indent="-228582" defTabSz="457142">
              <a:spcAft>
                <a:spcPts val="800"/>
              </a:spcAft>
              <a:buClr>
                <a:srgbClr val="39C2D7"/>
              </a:buClr>
              <a:buFont typeface="Arial" panose="020B0604020202020204" pitchFamily="34" charset="0"/>
              <a:buChar char="•"/>
            </a:pPr>
            <a:r>
              <a:rPr lang="en-US" sz="1467">
                <a:solidFill>
                  <a:srgbClr val="464547"/>
                </a:solidFill>
                <a:cs typeface="Calibri"/>
              </a:rPr>
              <a:t>Increase capacity and optimize support for quicker time to market</a:t>
            </a:r>
          </a:p>
        </p:txBody>
      </p:sp>
      <p:sp>
        <p:nvSpPr>
          <p:cNvPr id="13" name="Text Placeholder 14">
            <a:extLst>
              <a:ext uri="{FF2B5EF4-FFF2-40B4-BE49-F238E27FC236}">
                <a16:creationId xmlns:a16="http://schemas.microsoft.com/office/drawing/2014/main" id="{7A9B371C-26CA-404A-895A-EEFF231E83F0}"/>
              </a:ext>
            </a:extLst>
          </p:cNvPr>
          <p:cNvSpPr txBox="1">
            <a:spLocks/>
          </p:cNvSpPr>
          <p:nvPr/>
        </p:nvSpPr>
        <p:spPr>
          <a:xfrm>
            <a:off x="408217" y="1036668"/>
            <a:ext cx="2430884" cy="490175"/>
          </a:xfrm>
          <a:prstGeom prst="rect">
            <a:avLst/>
          </a:prstGeom>
        </p:spPr>
        <p:txBody>
          <a:bodyPr vert="horz" lIns="121912" tIns="60956" rIns="121912" bIns="60956" rtlCol="0">
            <a:normAutofit/>
          </a:bodyPr>
          <a:lstStyle>
            <a:lvl1pPr marL="0" indent="0" algn="ctr" defTabSz="342875" rtl="0" eaLnBrk="1" latinLnBrk="0" hangingPunct="1">
              <a:spcBef>
                <a:spcPct val="20000"/>
              </a:spcBef>
              <a:spcAft>
                <a:spcPts val="300"/>
              </a:spcAft>
              <a:buFont typeface="Arial"/>
              <a:buNone/>
              <a:defRPr sz="1400" b="0" i="0" kern="1200" cap="all">
                <a:solidFill>
                  <a:schemeClr val="tx1"/>
                </a:solidFill>
                <a:latin typeface="Arial Black"/>
                <a:ea typeface="+mn-ea"/>
                <a:cs typeface="Arial Black"/>
              </a:defRPr>
            </a:lvl1pPr>
            <a:lvl2pPr marL="457166" indent="0" algn="l" defTabSz="342875" rtl="0" eaLnBrk="1" latinLnBrk="0" hangingPunct="1">
              <a:spcBef>
                <a:spcPct val="20000"/>
              </a:spcBef>
              <a:spcAft>
                <a:spcPts val="300"/>
              </a:spcAft>
              <a:buClr>
                <a:schemeClr val="accent2"/>
              </a:buClr>
              <a:buSzPct val="120000"/>
              <a:buFont typeface="Arial"/>
              <a:buNone/>
              <a:defRPr sz="1400" kern="1200">
                <a:solidFill>
                  <a:schemeClr val="tx1"/>
                </a:solidFill>
                <a:latin typeface="Arial Black"/>
                <a:ea typeface="+mn-ea"/>
                <a:cs typeface="Arial Black"/>
              </a:defRPr>
            </a:lvl2pPr>
            <a:lvl3pPr marL="914333" indent="0" algn="l" defTabSz="342875" rtl="0" eaLnBrk="1" latinLnBrk="0" hangingPunct="1">
              <a:spcBef>
                <a:spcPct val="20000"/>
              </a:spcBef>
              <a:spcAft>
                <a:spcPts val="300"/>
              </a:spcAft>
              <a:buClr>
                <a:schemeClr val="accent2"/>
              </a:buClr>
              <a:buSzPct val="120000"/>
              <a:buFont typeface="Arial"/>
              <a:buNone/>
              <a:defRPr sz="1400" kern="1200">
                <a:solidFill>
                  <a:schemeClr val="tx2"/>
                </a:solidFill>
                <a:latin typeface="Arial Black"/>
                <a:ea typeface="+mn-ea"/>
                <a:cs typeface="Arial Black"/>
              </a:defRPr>
            </a:lvl3pPr>
            <a:lvl4pPr marL="1371498" indent="0" algn="l" defTabSz="342875" rtl="0" eaLnBrk="1" latinLnBrk="0" hangingPunct="1">
              <a:spcBef>
                <a:spcPct val="20000"/>
              </a:spcBef>
              <a:spcAft>
                <a:spcPts val="300"/>
              </a:spcAft>
              <a:buClr>
                <a:schemeClr val="accent2"/>
              </a:buClr>
              <a:buSzPct val="120000"/>
              <a:buFont typeface="Arial"/>
              <a:buNone/>
              <a:defRPr sz="1400" kern="1200">
                <a:solidFill>
                  <a:schemeClr val="tx2"/>
                </a:solidFill>
                <a:latin typeface="Arial Black"/>
                <a:ea typeface="+mn-ea"/>
                <a:cs typeface="Arial Black"/>
              </a:defRPr>
            </a:lvl4pPr>
            <a:lvl5pPr marL="1828664" indent="0" algn="l" defTabSz="342875" rtl="0" eaLnBrk="1" latinLnBrk="0" hangingPunct="1">
              <a:spcBef>
                <a:spcPct val="20000"/>
              </a:spcBef>
              <a:spcAft>
                <a:spcPts val="300"/>
              </a:spcAft>
              <a:buClr>
                <a:schemeClr val="accent2"/>
              </a:buClr>
              <a:buSzPct val="120000"/>
              <a:buFont typeface="Arial"/>
              <a:buNone/>
              <a:defRPr sz="1400" kern="1200">
                <a:solidFill>
                  <a:schemeClr val="tx2"/>
                </a:solidFill>
                <a:latin typeface="Arial Black"/>
                <a:ea typeface="+mn-ea"/>
                <a:cs typeface="Arial Black"/>
              </a:defRPr>
            </a:lvl5pPr>
            <a:lvl6pPr marL="1885809" indent="-171438" algn="l" defTabSz="342875" rtl="0" eaLnBrk="1" latinLnBrk="0" hangingPunct="1">
              <a:spcBef>
                <a:spcPct val="20000"/>
              </a:spcBef>
              <a:buFont typeface="Arial"/>
              <a:buChar char="•"/>
              <a:defRPr sz="1500" kern="1200">
                <a:solidFill>
                  <a:schemeClr val="tx1"/>
                </a:solidFill>
                <a:latin typeface="+mn-lt"/>
                <a:ea typeface="+mn-ea"/>
                <a:cs typeface="+mn-cs"/>
              </a:defRPr>
            </a:lvl6pPr>
            <a:lvl7pPr marL="2228684" indent="-171438" algn="l" defTabSz="342875" rtl="0" eaLnBrk="1" latinLnBrk="0" hangingPunct="1">
              <a:spcBef>
                <a:spcPct val="20000"/>
              </a:spcBef>
              <a:buFont typeface="Arial"/>
              <a:buChar char="•"/>
              <a:defRPr sz="1500" kern="1200">
                <a:solidFill>
                  <a:schemeClr val="tx1"/>
                </a:solidFill>
                <a:latin typeface="+mn-lt"/>
                <a:ea typeface="+mn-ea"/>
                <a:cs typeface="+mn-cs"/>
              </a:defRPr>
            </a:lvl7pPr>
            <a:lvl8pPr marL="2571558" indent="-171438" algn="l" defTabSz="342875" rtl="0" eaLnBrk="1" latinLnBrk="0" hangingPunct="1">
              <a:spcBef>
                <a:spcPct val="20000"/>
              </a:spcBef>
              <a:buFont typeface="Arial"/>
              <a:buChar char="•"/>
              <a:defRPr sz="1500" kern="1200">
                <a:solidFill>
                  <a:schemeClr val="tx1"/>
                </a:solidFill>
                <a:latin typeface="+mn-lt"/>
                <a:ea typeface="+mn-ea"/>
                <a:cs typeface="+mn-cs"/>
              </a:defRPr>
            </a:lvl8pPr>
            <a:lvl9pPr marL="2914433" indent="-171438" algn="l" defTabSz="342875" rtl="0" eaLnBrk="1" latinLnBrk="0" hangingPunct="1">
              <a:spcBef>
                <a:spcPct val="20000"/>
              </a:spcBef>
              <a:buFont typeface="Arial"/>
              <a:buChar char="•"/>
              <a:defRPr sz="1500" kern="1200">
                <a:solidFill>
                  <a:schemeClr val="tx1"/>
                </a:solidFill>
                <a:latin typeface="+mn-lt"/>
                <a:ea typeface="+mn-ea"/>
                <a:cs typeface="+mn-cs"/>
              </a:defRPr>
            </a:lvl9pPr>
          </a:lstStyle>
          <a:p>
            <a:pPr algn="l"/>
            <a:r>
              <a:rPr lang="en-US" sz="1867" b="1">
                <a:latin typeface="Calibri" panose="020F0502020204030204" pitchFamily="34" charset="0"/>
                <a:cs typeface="Calibri" panose="020F0502020204030204" pitchFamily="34" charset="0"/>
              </a:rPr>
              <a:t>2026</a:t>
            </a:r>
          </a:p>
        </p:txBody>
      </p:sp>
      <p:sp>
        <p:nvSpPr>
          <p:cNvPr id="14" name="Text Placeholder 14">
            <a:extLst>
              <a:ext uri="{FF2B5EF4-FFF2-40B4-BE49-F238E27FC236}">
                <a16:creationId xmlns:a16="http://schemas.microsoft.com/office/drawing/2014/main" id="{1AC9C7E8-A41C-4726-9755-06FCEDC628C4}"/>
              </a:ext>
            </a:extLst>
          </p:cNvPr>
          <p:cNvSpPr txBox="1">
            <a:spLocks/>
          </p:cNvSpPr>
          <p:nvPr/>
        </p:nvSpPr>
        <p:spPr>
          <a:xfrm>
            <a:off x="4806010" y="1036668"/>
            <a:ext cx="2430884" cy="490175"/>
          </a:xfrm>
          <a:prstGeom prst="rect">
            <a:avLst/>
          </a:prstGeom>
        </p:spPr>
        <p:txBody>
          <a:bodyPr vert="horz" lIns="121912" tIns="60956" rIns="121912" bIns="60956" rtlCol="0">
            <a:normAutofit/>
          </a:bodyPr>
          <a:lstStyle>
            <a:lvl1pPr marL="0" indent="0" algn="ctr" defTabSz="342875" rtl="0" eaLnBrk="1" latinLnBrk="0" hangingPunct="1">
              <a:spcBef>
                <a:spcPct val="20000"/>
              </a:spcBef>
              <a:spcAft>
                <a:spcPts val="300"/>
              </a:spcAft>
              <a:buFont typeface="Arial"/>
              <a:buNone/>
              <a:defRPr sz="1400" b="0" i="0" kern="1200" cap="all">
                <a:solidFill>
                  <a:schemeClr val="tx1"/>
                </a:solidFill>
                <a:latin typeface="Arial Black"/>
                <a:ea typeface="+mn-ea"/>
                <a:cs typeface="Arial Black"/>
              </a:defRPr>
            </a:lvl1pPr>
            <a:lvl2pPr marL="457166" indent="0" algn="l" defTabSz="342875" rtl="0" eaLnBrk="1" latinLnBrk="0" hangingPunct="1">
              <a:spcBef>
                <a:spcPct val="20000"/>
              </a:spcBef>
              <a:spcAft>
                <a:spcPts val="300"/>
              </a:spcAft>
              <a:buClr>
                <a:schemeClr val="accent2"/>
              </a:buClr>
              <a:buSzPct val="120000"/>
              <a:buFont typeface="Arial"/>
              <a:buNone/>
              <a:defRPr sz="1400" kern="1200">
                <a:solidFill>
                  <a:schemeClr val="tx1"/>
                </a:solidFill>
                <a:latin typeface="Arial Black"/>
                <a:ea typeface="+mn-ea"/>
                <a:cs typeface="Arial Black"/>
              </a:defRPr>
            </a:lvl2pPr>
            <a:lvl3pPr marL="914333" indent="0" algn="l" defTabSz="342875" rtl="0" eaLnBrk="1" latinLnBrk="0" hangingPunct="1">
              <a:spcBef>
                <a:spcPct val="20000"/>
              </a:spcBef>
              <a:spcAft>
                <a:spcPts val="300"/>
              </a:spcAft>
              <a:buClr>
                <a:schemeClr val="accent2"/>
              </a:buClr>
              <a:buSzPct val="120000"/>
              <a:buFont typeface="Arial"/>
              <a:buNone/>
              <a:defRPr sz="1400" kern="1200">
                <a:solidFill>
                  <a:schemeClr val="tx2"/>
                </a:solidFill>
                <a:latin typeface="Arial Black"/>
                <a:ea typeface="+mn-ea"/>
                <a:cs typeface="Arial Black"/>
              </a:defRPr>
            </a:lvl3pPr>
            <a:lvl4pPr marL="1371498" indent="0" algn="l" defTabSz="342875" rtl="0" eaLnBrk="1" latinLnBrk="0" hangingPunct="1">
              <a:spcBef>
                <a:spcPct val="20000"/>
              </a:spcBef>
              <a:spcAft>
                <a:spcPts val="300"/>
              </a:spcAft>
              <a:buClr>
                <a:schemeClr val="accent2"/>
              </a:buClr>
              <a:buSzPct val="120000"/>
              <a:buFont typeface="Arial"/>
              <a:buNone/>
              <a:defRPr sz="1400" kern="1200">
                <a:solidFill>
                  <a:schemeClr val="tx2"/>
                </a:solidFill>
                <a:latin typeface="Arial Black"/>
                <a:ea typeface="+mn-ea"/>
                <a:cs typeface="Arial Black"/>
              </a:defRPr>
            </a:lvl4pPr>
            <a:lvl5pPr marL="1828664" indent="0" algn="l" defTabSz="342875" rtl="0" eaLnBrk="1" latinLnBrk="0" hangingPunct="1">
              <a:spcBef>
                <a:spcPct val="20000"/>
              </a:spcBef>
              <a:spcAft>
                <a:spcPts val="300"/>
              </a:spcAft>
              <a:buClr>
                <a:schemeClr val="accent2"/>
              </a:buClr>
              <a:buSzPct val="120000"/>
              <a:buFont typeface="Arial"/>
              <a:buNone/>
              <a:defRPr sz="1400" kern="1200">
                <a:solidFill>
                  <a:schemeClr val="tx2"/>
                </a:solidFill>
                <a:latin typeface="Arial Black"/>
                <a:ea typeface="+mn-ea"/>
                <a:cs typeface="Arial Black"/>
              </a:defRPr>
            </a:lvl5pPr>
            <a:lvl6pPr marL="1885809" indent="-171438" algn="l" defTabSz="342875" rtl="0" eaLnBrk="1" latinLnBrk="0" hangingPunct="1">
              <a:spcBef>
                <a:spcPct val="20000"/>
              </a:spcBef>
              <a:buFont typeface="Arial"/>
              <a:buChar char="•"/>
              <a:defRPr sz="1500" kern="1200">
                <a:solidFill>
                  <a:schemeClr val="tx1"/>
                </a:solidFill>
                <a:latin typeface="+mn-lt"/>
                <a:ea typeface="+mn-ea"/>
                <a:cs typeface="+mn-cs"/>
              </a:defRPr>
            </a:lvl6pPr>
            <a:lvl7pPr marL="2228684" indent="-171438" algn="l" defTabSz="342875" rtl="0" eaLnBrk="1" latinLnBrk="0" hangingPunct="1">
              <a:spcBef>
                <a:spcPct val="20000"/>
              </a:spcBef>
              <a:buFont typeface="Arial"/>
              <a:buChar char="•"/>
              <a:defRPr sz="1500" kern="1200">
                <a:solidFill>
                  <a:schemeClr val="tx1"/>
                </a:solidFill>
                <a:latin typeface="+mn-lt"/>
                <a:ea typeface="+mn-ea"/>
                <a:cs typeface="+mn-cs"/>
              </a:defRPr>
            </a:lvl7pPr>
            <a:lvl8pPr marL="2571558" indent="-171438" algn="l" defTabSz="342875" rtl="0" eaLnBrk="1" latinLnBrk="0" hangingPunct="1">
              <a:spcBef>
                <a:spcPct val="20000"/>
              </a:spcBef>
              <a:buFont typeface="Arial"/>
              <a:buChar char="•"/>
              <a:defRPr sz="1500" kern="1200">
                <a:solidFill>
                  <a:schemeClr val="tx1"/>
                </a:solidFill>
                <a:latin typeface="+mn-lt"/>
                <a:ea typeface="+mn-ea"/>
                <a:cs typeface="+mn-cs"/>
              </a:defRPr>
            </a:lvl8pPr>
            <a:lvl9pPr marL="2914433" indent="-171438" algn="l" defTabSz="342875" rtl="0" eaLnBrk="1" latinLnBrk="0" hangingPunct="1">
              <a:spcBef>
                <a:spcPct val="20000"/>
              </a:spcBef>
              <a:buFont typeface="Arial"/>
              <a:buChar char="•"/>
              <a:defRPr sz="1500" kern="1200">
                <a:solidFill>
                  <a:schemeClr val="tx1"/>
                </a:solidFill>
                <a:latin typeface="+mn-lt"/>
                <a:ea typeface="+mn-ea"/>
                <a:cs typeface="+mn-cs"/>
              </a:defRPr>
            </a:lvl9pPr>
          </a:lstStyle>
          <a:p>
            <a:pPr algn="l"/>
            <a:r>
              <a:rPr lang="en-US" sz="1867" b="1">
                <a:solidFill>
                  <a:schemeClr val="bg1"/>
                </a:solidFill>
                <a:latin typeface="Calibri" panose="020F0502020204030204" pitchFamily="34" charset="0"/>
                <a:cs typeface="Calibri" panose="020F0502020204030204" pitchFamily="34" charset="0"/>
              </a:rPr>
              <a:t>2028+</a:t>
            </a:r>
          </a:p>
        </p:txBody>
      </p:sp>
      <p:sp>
        <p:nvSpPr>
          <p:cNvPr id="5" name="TextBox 4">
            <a:extLst>
              <a:ext uri="{FF2B5EF4-FFF2-40B4-BE49-F238E27FC236}">
                <a16:creationId xmlns:a16="http://schemas.microsoft.com/office/drawing/2014/main" id="{B9CB2A84-B093-1C05-F39F-8D5C3AF48506}"/>
              </a:ext>
            </a:extLst>
          </p:cNvPr>
          <p:cNvSpPr txBox="1"/>
          <p:nvPr/>
        </p:nvSpPr>
        <p:spPr>
          <a:xfrm>
            <a:off x="6674386" y="284603"/>
            <a:ext cx="3130626" cy="192360"/>
          </a:xfrm>
          <a:prstGeom prst="rect">
            <a:avLst/>
          </a:prstGeom>
          <a:solidFill>
            <a:srgbClr val="FF0000"/>
          </a:solidFill>
        </p:spPr>
        <p:txBody>
          <a:bodyPr wrap="square" lIns="0" tIns="0" rIns="0" bIns="0" rtlCol="0">
            <a:spAutoFit/>
          </a:bodyPr>
          <a:lstStyle/>
          <a:p>
            <a:pPr algn="l"/>
            <a:r>
              <a:rPr lang="en-US" sz="1250"/>
              <a:t>Guys can you populate the below table?</a:t>
            </a:r>
          </a:p>
        </p:txBody>
      </p:sp>
      <p:sp>
        <p:nvSpPr>
          <p:cNvPr id="6" name="TextBox 5">
            <a:extLst>
              <a:ext uri="{FF2B5EF4-FFF2-40B4-BE49-F238E27FC236}">
                <a16:creationId xmlns:a16="http://schemas.microsoft.com/office/drawing/2014/main" id="{7261EB1C-C819-1A4A-A864-5F18F8FC44E3}"/>
              </a:ext>
            </a:extLst>
          </p:cNvPr>
          <p:cNvSpPr txBox="1"/>
          <p:nvPr/>
        </p:nvSpPr>
        <p:spPr>
          <a:xfrm>
            <a:off x="8507725" y="1159804"/>
            <a:ext cx="3130626" cy="384721"/>
          </a:xfrm>
          <a:prstGeom prst="rect">
            <a:avLst/>
          </a:prstGeom>
          <a:solidFill>
            <a:srgbClr val="FF0000"/>
          </a:solidFill>
        </p:spPr>
        <p:txBody>
          <a:bodyPr wrap="square" lIns="0" tIns="0" rIns="0" bIns="0" rtlCol="0">
            <a:spAutoFit/>
          </a:bodyPr>
          <a:lstStyle/>
          <a:p>
            <a:pPr algn="l"/>
            <a:r>
              <a:rPr lang="en-US" sz="1250"/>
              <a:t>All these elements need to be listed on the roadmap slide</a:t>
            </a:r>
          </a:p>
        </p:txBody>
      </p:sp>
    </p:spTree>
    <p:extLst>
      <p:ext uri="{BB962C8B-B14F-4D97-AF65-F5344CB8AC3E}">
        <p14:creationId xmlns:p14="http://schemas.microsoft.com/office/powerpoint/2010/main" val="2771880362"/>
      </p:ext>
    </p:extLst>
  </p:cSld>
  <p:clrMapOvr>
    <a:masterClrMapping/>
  </p:clrMapOvr>
  <p:extLst>
    <p:ext uri="{6950BFC3-D8DA-4A85-94F7-54DA5524770B}">
      <p188:commentRel xmlns:p188="http://schemas.microsoft.com/office/powerpoint/2018/8/main" r:id="rId2"/>
    </p:ext>
  </p:extLst>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ADCDD2BE-6D5D-2B3F-34BE-728821B5C73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DD22A1E-5171-94C4-8B05-CDB821F25F76}"/>
              </a:ext>
            </a:extLst>
          </p:cNvPr>
          <p:cNvSpPr>
            <a:spLocks noGrp="1"/>
          </p:cNvSpPr>
          <p:nvPr>
            <p:ph type="title"/>
          </p:nvPr>
        </p:nvSpPr>
        <p:spPr/>
        <p:txBody>
          <a:bodyPr/>
          <a:lstStyle/>
          <a:p>
            <a:r>
              <a:rPr lang="en-US"/>
              <a:t>Enabling Personal Lines: Changes in Business capabilities </a:t>
            </a:r>
          </a:p>
        </p:txBody>
      </p:sp>
      <p:sp>
        <p:nvSpPr>
          <p:cNvPr id="3" name="Text Placeholder 2">
            <a:extLst>
              <a:ext uri="{FF2B5EF4-FFF2-40B4-BE49-F238E27FC236}">
                <a16:creationId xmlns:a16="http://schemas.microsoft.com/office/drawing/2014/main" id="{E746D2A4-1412-C928-6874-45E5042407FB}"/>
              </a:ext>
            </a:extLst>
          </p:cNvPr>
          <p:cNvSpPr>
            <a:spLocks noGrp="1"/>
          </p:cNvSpPr>
          <p:nvPr>
            <p:ph type="body" sz="quarter" idx="15"/>
          </p:nvPr>
        </p:nvSpPr>
        <p:spPr/>
        <p:txBody>
          <a:bodyPr/>
          <a:lstStyle/>
          <a:p>
            <a:r>
              <a:rPr lang="en-US"/>
              <a:t>Project Rambo</a:t>
            </a:r>
          </a:p>
        </p:txBody>
      </p:sp>
      <p:sp>
        <p:nvSpPr>
          <p:cNvPr id="38" name="TextBox 37">
            <a:extLst>
              <a:ext uri="{FF2B5EF4-FFF2-40B4-BE49-F238E27FC236}">
                <a16:creationId xmlns:a16="http://schemas.microsoft.com/office/drawing/2014/main" id="{3311A2BD-C5E0-9541-88AE-C93A0B357B45}"/>
              </a:ext>
            </a:extLst>
          </p:cNvPr>
          <p:cNvSpPr txBox="1"/>
          <p:nvPr/>
        </p:nvSpPr>
        <p:spPr>
          <a:xfrm>
            <a:off x="1684865" y="1415935"/>
            <a:ext cx="2976511" cy="256545"/>
          </a:xfrm>
          <a:prstGeom prst="rect">
            <a:avLst/>
          </a:prstGeom>
        </p:spPr>
        <p:txBody>
          <a:bodyPr wrap="square" lIns="0" tIns="0" rIns="0" bIns="0" rtlCol="0">
            <a:spAutoFit/>
          </a:bodyPr>
          <a:lstStyle/>
          <a:p>
            <a:pPr algn="l"/>
            <a:r>
              <a:rPr lang="en-US" sz="1667" b="1"/>
              <a:t>Commercial Lines (Current state)</a:t>
            </a:r>
          </a:p>
        </p:txBody>
      </p:sp>
      <p:sp>
        <p:nvSpPr>
          <p:cNvPr id="39" name="TextBox 38">
            <a:extLst>
              <a:ext uri="{FF2B5EF4-FFF2-40B4-BE49-F238E27FC236}">
                <a16:creationId xmlns:a16="http://schemas.microsoft.com/office/drawing/2014/main" id="{07C062AB-38EA-CBDE-392B-CEC9E17A1432}"/>
              </a:ext>
            </a:extLst>
          </p:cNvPr>
          <p:cNvSpPr txBox="1"/>
          <p:nvPr/>
        </p:nvSpPr>
        <p:spPr>
          <a:xfrm>
            <a:off x="5093810" y="1415935"/>
            <a:ext cx="2477473" cy="256545"/>
          </a:xfrm>
          <a:prstGeom prst="rect">
            <a:avLst/>
          </a:prstGeom>
        </p:spPr>
        <p:txBody>
          <a:bodyPr wrap="none" lIns="0" tIns="0" rIns="0" bIns="0" rtlCol="0">
            <a:spAutoFit/>
          </a:bodyPr>
          <a:lstStyle/>
          <a:p>
            <a:pPr algn="l"/>
            <a:r>
              <a:rPr lang="en-US" sz="1667" b="1"/>
              <a:t>Personal Lines (Target state)</a:t>
            </a:r>
          </a:p>
        </p:txBody>
      </p:sp>
      <p:sp>
        <p:nvSpPr>
          <p:cNvPr id="40" name="TextBox 39">
            <a:extLst>
              <a:ext uri="{FF2B5EF4-FFF2-40B4-BE49-F238E27FC236}">
                <a16:creationId xmlns:a16="http://schemas.microsoft.com/office/drawing/2014/main" id="{3305D18E-3DAC-939F-C202-7FBBFC16DA34}"/>
              </a:ext>
            </a:extLst>
          </p:cNvPr>
          <p:cNvSpPr txBox="1"/>
          <p:nvPr/>
        </p:nvSpPr>
        <p:spPr>
          <a:xfrm>
            <a:off x="8365186" y="4757426"/>
            <a:ext cx="3229252" cy="615361"/>
          </a:xfrm>
          <a:prstGeom prst="rect">
            <a:avLst/>
          </a:prstGeom>
        </p:spPr>
        <p:txBody>
          <a:bodyPr wrap="square" lIns="0" tIns="0" rIns="0" bIns="0" rtlCol="0">
            <a:spAutoFit/>
          </a:bodyPr>
          <a:lstStyle/>
          <a:p>
            <a:r>
              <a:rPr lang="en-US" sz="1333"/>
              <a:t>5) Insights &amp; Control: From batch BI → near‑real‑time dashboards, exportable datasets, stronger security &amp; auditability.</a:t>
            </a:r>
          </a:p>
        </p:txBody>
      </p:sp>
      <p:sp>
        <p:nvSpPr>
          <p:cNvPr id="42" name="TextBox 41">
            <a:extLst>
              <a:ext uri="{FF2B5EF4-FFF2-40B4-BE49-F238E27FC236}">
                <a16:creationId xmlns:a16="http://schemas.microsoft.com/office/drawing/2014/main" id="{95AB859F-45D6-0FF8-DE01-BF932E538E2C}"/>
              </a:ext>
            </a:extLst>
          </p:cNvPr>
          <p:cNvSpPr txBox="1"/>
          <p:nvPr/>
        </p:nvSpPr>
        <p:spPr>
          <a:xfrm>
            <a:off x="8260136" y="1374718"/>
            <a:ext cx="3817314" cy="400110"/>
          </a:xfrm>
          <a:prstGeom prst="rect">
            <a:avLst/>
          </a:prstGeom>
          <a:noFill/>
        </p:spPr>
        <p:txBody>
          <a:bodyPr wrap="square">
            <a:spAutoFit/>
          </a:bodyPr>
          <a:lstStyle/>
          <a:p>
            <a:r>
              <a:rPr lang="en-US" sz="2000" b="1"/>
              <a:t>Key Differences / Critical Changes</a:t>
            </a:r>
          </a:p>
        </p:txBody>
      </p:sp>
      <p:sp>
        <p:nvSpPr>
          <p:cNvPr id="44" name="TextBox 43">
            <a:extLst>
              <a:ext uri="{FF2B5EF4-FFF2-40B4-BE49-F238E27FC236}">
                <a16:creationId xmlns:a16="http://schemas.microsoft.com/office/drawing/2014/main" id="{953533DD-1415-CD53-F00B-DBB7277F10A0}"/>
              </a:ext>
            </a:extLst>
          </p:cNvPr>
          <p:cNvSpPr txBox="1"/>
          <p:nvPr/>
        </p:nvSpPr>
        <p:spPr>
          <a:xfrm>
            <a:off x="8260136" y="1781731"/>
            <a:ext cx="3334307" cy="502573"/>
          </a:xfrm>
          <a:prstGeom prst="rect">
            <a:avLst/>
          </a:prstGeom>
          <a:noFill/>
        </p:spPr>
        <p:txBody>
          <a:bodyPr wrap="square">
            <a:spAutoFit/>
          </a:bodyPr>
          <a:lstStyle/>
          <a:p>
            <a:r>
              <a:rPr lang="en-US" sz="1333"/>
              <a:t>1) Operations: From batch/account‑centric → stateless, API‑first, service‑oriented.</a:t>
            </a:r>
          </a:p>
        </p:txBody>
      </p:sp>
      <p:sp>
        <p:nvSpPr>
          <p:cNvPr id="46" name="TextBox 45">
            <a:extLst>
              <a:ext uri="{FF2B5EF4-FFF2-40B4-BE49-F238E27FC236}">
                <a16:creationId xmlns:a16="http://schemas.microsoft.com/office/drawing/2014/main" id="{95954865-197B-BAB1-F20C-4354D1805351}"/>
              </a:ext>
            </a:extLst>
          </p:cNvPr>
          <p:cNvSpPr txBox="1"/>
          <p:nvPr/>
        </p:nvSpPr>
        <p:spPr>
          <a:xfrm>
            <a:off x="8260137" y="2324385"/>
            <a:ext cx="3334305" cy="692305"/>
          </a:xfrm>
          <a:prstGeom prst="rect">
            <a:avLst/>
          </a:prstGeom>
          <a:noFill/>
        </p:spPr>
        <p:txBody>
          <a:bodyPr wrap="square" lIns="76200" tIns="38100" rIns="76200" bIns="38100" anchor="t">
            <a:spAutoFit/>
          </a:bodyPr>
          <a:lstStyle/>
          <a:p>
            <a:r>
              <a:rPr lang="en-US" sz="1333"/>
              <a:t>2) Change Agility: From IT‑led → business‑owned low/no‑code (rules → lifecycle → actions). </a:t>
            </a:r>
          </a:p>
        </p:txBody>
      </p:sp>
      <p:sp>
        <p:nvSpPr>
          <p:cNvPr id="48" name="TextBox 47">
            <a:extLst>
              <a:ext uri="{FF2B5EF4-FFF2-40B4-BE49-F238E27FC236}">
                <a16:creationId xmlns:a16="http://schemas.microsoft.com/office/drawing/2014/main" id="{45195371-FF27-9753-895A-045DB4C5A251}"/>
              </a:ext>
            </a:extLst>
          </p:cNvPr>
          <p:cNvSpPr txBox="1"/>
          <p:nvPr/>
        </p:nvSpPr>
        <p:spPr>
          <a:xfrm>
            <a:off x="8260136" y="3160510"/>
            <a:ext cx="3334304" cy="707694"/>
          </a:xfrm>
          <a:prstGeom prst="rect">
            <a:avLst/>
          </a:prstGeom>
          <a:noFill/>
        </p:spPr>
        <p:txBody>
          <a:bodyPr wrap="square">
            <a:spAutoFit/>
          </a:bodyPr>
          <a:lstStyle/>
          <a:p>
            <a:r>
              <a:rPr lang="en-US" sz="1333"/>
              <a:t>3) Data Ecosystem: From basic checks → real‑time VIN/MVR/credit/telematics + expanded ingestion &amp; streaming.</a:t>
            </a:r>
          </a:p>
        </p:txBody>
      </p:sp>
      <p:sp>
        <p:nvSpPr>
          <p:cNvPr id="50" name="TextBox 49">
            <a:extLst>
              <a:ext uri="{FF2B5EF4-FFF2-40B4-BE49-F238E27FC236}">
                <a16:creationId xmlns:a16="http://schemas.microsoft.com/office/drawing/2014/main" id="{29AF383A-EE9D-7E24-B903-325AF8A524AA}"/>
              </a:ext>
            </a:extLst>
          </p:cNvPr>
          <p:cNvSpPr txBox="1"/>
          <p:nvPr/>
        </p:nvSpPr>
        <p:spPr>
          <a:xfrm>
            <a:off x="8260134" y="3959378"/>
            <a:ext cx="3334303" cy="707694"/>
          </a:xfrm>
          <a:prstGeom prst="rect">
            <a:avLst/>
          </a:prstGeom>
          <a:noFill/>
        </p:spPr>
        <p:txBody>
          <a:bodyPr wrap="square">
            <a:spAutoFit/>
          </a:bodyPr>
          <a:lstStyle/>
          <a:p>
            <a:r>
              <a:rPr lang="en-US" sz="1333"/>
              <a:t>4) Documents: From internal schedules → valuation evidence + optimized external doc feeds + e‑sign.</a:t>
            </a:r>
          </a:p>
        </p:txBody>
      </p:sp>
      <p:sp>
        <p:nvSpPr>
          <p:cNvPr id="52" name="TextBox 51">
            <a:extLst>
              <a:ext uri="{FF2B5EF4-FFF2-40B4-BE49-F238E27FC236}">
                <a16:creationId xmlns:a16="http://schemas.microsoft.com/office/drawing/2014/main" id="{68379B95-18E5-1EF4-88CE-EF2931E3E6AB}"/>
              </a:ext>
            </a:extLst>
          </p:cNvPr>
          <p:cNvSpPr txBox="1"/>
          <p:nvPr/>
        </p:nvSpPr>
        <p:spPr>
          <a:xfrm>
            <a:off x="457197" y="6008943"/>
            <a:ext cx="8803220" cy="307777"/>
          </a:xfrm>
          <a:prstGeom prst="rect">
            <a:avLst/>
          </a:prstGeom>
        </p:spPr>
        <p:txBody>
          <a:bodyPr wrap="square" lIns="0" tIns="0" rIns="0" bIns="0" rtlCol="0">
            <a:spAutoFit/>
          </a:bodyPr>
          <a:lstStyle/>
          <a:p>
            <a:r>
              <a:rPr lang="ru-RU" sz="1000"/>
              <a:t>*</a:t>
            </a:r>
            <a:r>
              <a:rPr lang="pl-PL" sz="1000"/>
              <a:t>Billing </a:t>
            </a:r>
            <a:r>
              <a:rPr lang="pl-PL" sz="1000" err="1"/>
              <a:t>will</a:t>
            </a:r>
            <a:r>
              <a:rPr lang="pl-PL" sz="1000"/>
              <a:t> </a:t>
            </a:r>
            <a:r>
              <a:rPr lang="pl-PL" sz="1000" err="1"/>
              <a:t>change</a:t>
            </a:r>
            <a:r>
              <a:rPr lang="pl-PL" sz="1000"/>
              <a:t> from </a:t>
            </a:r>
            <a:r>
              <a:rPr lang="pl-PL" sz="1000" err="1"/>
              <a:t>Agency</a:t>
            </a:r>
            <a:r>
              <a:rPr lang="pl-PL" sz="1000"/>
              <a:t>/</a:t>
            </a:r>
            <a:r>
              <a:rPr lang="pl-PL" sz="1000" err="1"/>
              <a:t>direct</a:t>
            </a:r>
            <a:r>
              <a:rPr lang="pl-PL" sz="1000"/>
              <a:t> bill mix; </a:t>
            </a:r>
            <a:r>
              <a:rPr lang="pl-PL" sz="1000" err="1"/>
              <a:t>batch</a:t>
            </a:r>
            <a:r>
              <a:rPr lang="pl-PL" sz="1000"/>
              <a:t> billing; equity billing to </a:t>
            </a:r>
            <a:r>
              <a:rPr lang="pl-PL" sz="1000" err="1"/>
              <a:t>predominantly</a:t>
            </a:r>
            <a:r>
              <a:rPr lang="pl-PL" sz="1000"/>
              <a:t> </a:t>
            </a:r>
            <a:r>
              <a:rPr lang="pl-PL" sz="1000" err="1"/>
              <a:t>direct</a:t>
            </a:r>
            <a:r>
              <a:rPr lang="pl-PL" sz="1000"/>
              <a:t> </a:t>
            </a:r>
            <a:r>
              <a:rPr lang="pl-PL" sz="1000" err="1"/>
              <a:t>bills</a:t>
            </a:r>
            <a:r>
              <a:rPr lang="pl-PL" sz="1000"/>
              <a:t>; </a:t>
            </a:r>
            <a:r>
              <a:rPr lang="pl-PL" sz="1000" err="1"/>
              <a:t>monthly</a:t>
            </a:r>
            <a:r>
              <a:rPr lang="pl-PL" sz="1000"/>
              <a:t>/</a:t>
            </a:r>
            <a:r>
              <a:rPr lang="pl-PL" sz="1000" err="1"/>
              <a:t>bi‑weekly</a:t>
            </a:r>
            <a:r>
              <a:rPr lang="pl-PL" sz="1000"/>
              <a:t>; </a:t>
            </a:r>
            <a:r>
              <a:rPr lang="pl-PL" sz="1000" err="1"/>
              <a:t>refunds</a:t>
            </a:r>
            <a:r>
              <a:rPr lang="pl-PL" sz="1000"/>
              <a:t>/</a:t>
            </a:r>
            <a:r>
              <a:rPr lang="pl-PL" sz="1000" err="1"/>
              <a:t>prorations</a:t>
            </a:r>
            <a:r>
              <a:rPr lang="pl-PL" sz="1000"/>
              <a:t>; </a:t>
            </a:r>
            <a:r>
              <a:rPr lang="pl-PL" sz="1000" err="1"/>
              <a:t>wallets</a:t>
            </a:r>
            <a:r>
              <a:rPr lang="pl-PL" sz="1000"/>
              <a:t>/</a:t>
            </a:r>
            <a:r>
              <a:rPr lang="pl-PL" sz="1000" err="1"/>
              <a:t>autopay</a:t>
            </a:r>
            <a:r>
              <a:rPr lang="pl-PL" sz="1000"/>
              <a:t> </a:t>
            </a:r>
            <a:r>
              <a:rPr lang="pl-PL" sz="1000" err="1"/>
              <a:t>changes</a:t>
            </a:r>
            <a:r>
              <a:rPr lang="pl-PL" sz="1000"/>
              <a:t>. The </a:t>
            </a:r>
            <a:r>
              <a:rPr lang="pl-PL" sz="1000" err="1"/>
              <a:t>changeis</a:t>
            </a:r>
            <a:r>
              <a:rPr lang="pl-PL" sz="1000"/>
              <a:t> out of </a:t>
            </a:r>
            <a:r>
              <a:rPr lang="pl-PL" sz="1000" err="1"/>
              <a:t>scope</a:t>
            </a:r>
            <a:r>
              <a:rPr lang="pl-PL" sz="1000"/>
              <a:t> for </a:t>
            </a:r>
            <a:r>
              <a:rPr lang="pl-PL" sz="1000" err="1"/>
              <a:t>RapidSure</a:t>
            </a:r>
            <a:r>
              <a:rPr lang="pl-PL" sz="1000"/>
              <a:t> </a:t>
            </a:r>
            <a:r>
              <a:rPr lang="pl-PL" sz="1000" err="1"/>
              <a:t>analysis</a:t>
            </a:r>
            <a:r>
              <a:rPr lang="pl-PL" sz="1000"/>
              <a:t> as </a:t>
            </a:r>
            <a:r>
              <a:rPr lang="pl-PL" sz="1000" err="1"/>
              <a:t>handled</a:t>
            </a:r>
            <a:r>
              <a:rPr lang="pl-PL" sz="1000"/>
              <a:t> by </a:t>
            </a:r>
            <a:r>
              <a:rPr lang="pl-PL" sz="1000" err="1"/>
              <a:t>external</a:t>
            </a:r>
            <a:r>
              <a:rPr lang="pl-PL" sz="1000"/>
              <a:t> </a:t>
            </a:r>
            <a:r>
              <a:rPr lang="pl-PL" sz="1000" err="1"/>
              <a:t>application</a:t>
            </a:r>
            <a:endParaRPr lang="en-US" sz="1000"/>
          </a:p>
        </p:txBody>
      </p:sp>
      <p:graphicFrame>
        <p:nvGraphicFramePr>
          <p:cNvPr id="6" name="Table 5">
            <a:extLst>
              <a:ext uri="{FF2B5EF4-FFF2-40B4-BE49-F238E27FC236}">
                <a16:creationId xmlns:a16="http://schemas.microsoft.com/office/drawing/2014/main" id="{FE7BBF4A-5157-F379-A6F6-70290DDECD90}"/>
              </a:ext>
            </a:extLst>
          </p:cNvPr>
          <p:cNvGraphicFramePr>
            <a:graphicFrameLocks noGrp="1"/>
          </p:cNvGraphicFramePr>
          <p:nvPr>
            <p:extLst>
              <p:ext uri="{D42A27DB-BD31-4B8C-83A1-F6EECF244321}">
                <p14:modId xmlns:p14="http://schemas.microsoft.com/office/powerpoint/2010/main" val="4155767349"/>
              </p:ext>
            </p:extLst>
          </p:nvPr>
        </p:nvGraphicFramePr>
        <p:xfrm>
          <a:off x="478363" y="1728856"/>
          <a:ext cx="7681387" cy="4191000"/>
        </p:xfrm>
        <a:graphic>
          <a:graphicData uri="http://schemas.openxmlformats.org/drawingml/2006/table">
            <a:tbl>
              <a:tblPr bandRow="1">
                <a:tableStyleId>{9DCAF9ED-07DC-4A11-8D7F-57B35C25682E}</a:tableStyleId>
              </a:tblPr>
              <a:tblGrid>
                <a:gridCol w="1143061">
                  <a:extLst>
                    <a:ext uri="{9D8B030D-6E8A-4147-A177-3AD203B41FA5}">
                      <a16:colId xmlns:a16="http://schemas.microsoft.com/office/drawing/2014/main" val="1610492880"/>
                    </a:ext>
                  </a:extLst>
                </a:gridCol>
                <a:gridCol w="3035243">
                  <a:extLst>
                    <a:ext uri="{9D8B030D-6E8A-4147-A177-3AD203B41FA5}">
                      <a16:colId xmlns:a16="http://schemas.microsoft.com/office/drawing/2014/main" val="3167094401"/>
                    </a:ext>
                  </a:extLst>
                </a:gridCol>
                <a:gridCol w="3503083">
                  <a:extLst>
                    <a:ext uri="{9D8B030D-6E8A-4147-A177-3AD203B41FA5}">
                      <a16:colId xmlns:a16="http://schemas.microsoft.com/office/drawing/2014/main" val="3122808157"/>
                    </a:ext>
                  </a:extLst>
                </a:gridCol>
              </a:tblGrid>
              <a:tr h="482600">
                <a:tc>
                  <a:txBody>
                    <a:bodyPr/>
                    <a:lstStyle/>
                    <a:p>
                      <a:r>
                        <a:rPr lang="en-US" sz="1300" b="1"/>
                        <a:t>Transaction Volume</a:t>
                      </a:r>
                    </a:p>
                  </a:txBody>
                  <a:tcPr marL="76200" marR="76200" marT="38100" marB="38100"/>
                </a:tc>
                <a:tc>
                  <a:txBody>
                    <a:bodyPr/>
                    <a:lstStyle/>
                    <a:p>
                      <a:r>
                        <a:rPr lang="en-US" sz="1300"/>
                        <a:t>Batch‑heavy, account‑centric; complex policy &amp; OOS flows; stable throughput</a:t>
                      </a:r>
                    </a:p>
                  </a:txBody>
                  <a:tcPr marL="76200" marR="76200" marT="38100" marB="38100"/>
                </a:tc>
                <a:tc>
                  <a:txBody>
                    <a:bodyPr/>
                    <a:lstStyle/>
                    <a:p>
                      <a:r>
                        <a:rPr lang="en-US" sz="1300"/>
                        <a:t>High‑throughput STP; real‑time APIs; clean API layer; stateless processing; low‑code lifecycle</a:t>
                      </a:r>
                    </a:p>
                  </a:txBody>
                  <a:tcPr marL="76200" marR="76200" marT="38100" marB="38100"/>
                </a:tc>
                <a:extLst>
                  <a:ext uri="{0D108BD9-81ED-4DB2-BD59-A6C34878D82A}">
                    <a16:rowId xmlns:a16="http://schemas.microsoft.com/office/drawing/2014/main" val="3557906265"/>
                  </a:ext>
                </a:extLst>
              </a:tr>
              <a:tr h="685800">
                <a:tc>
                  <a:txBody>
                    <a:bodyPr/>
                    <a:lstStyle/>
                    <a:p>
                      <a:r>
                        <a:rPr lang="en-US" sz="1300" b="1"/>
                        <a:t>Change Agility</a:t>
                      </a:r>
                    </a:p>
                  </a:txBody>
                  <a:tcPr marL="76200" marR="76200" marT="38100" marB="38100"/>
                </a:tc>
                <a:tc>
                  <a:txBody>
                    <a:bodyPr/>
                    <a:lstStyle/>
                    <a:p>
                      <a:r>
                        <a:rPr lang="en-US" sz="1300"/>
                        <a:t>IT‑driven edits; effort tied to change complexity	</a:t>
                      </a:r>
                    </a:p>
                  </a:txBody>
                  <a:tcPr marL="76200" marR="76200" marT="38100" marB="38100"/>
                </a:tc>
                <a:tc>
                  <a:txBody>
                    <a:bodyPr/>
                    <a:lstStyle/>
                    <a:p>
                      <a:r>
                        <a:rPr lang="en-US" sz="1300"/>
                        <a:t>Business‑owned configuration; priority on rules/lifecycle/actions; medium effort for transforms; highest for data modeling</a:t>
                      </a:r>
                    </a:p>
                  </a:txBody>
                  <a:tcPr marL="76200" marR="76200" marT="38100" marB="38100"/>
                </a:tc>
                <a:extLst>
                  <a:ext uri="{0D108BD9-81ED-4DB2-BD59-A6C34878D82A}">
                    <a16:rowId xmlns:a16="http://schemas.microsoft.com/office/drawing/2014/main" val="2071242605"/>
                  </a:ext>
                </a:extLst>
              </a:tr>
              <a:tr h="482600">
                <a:tc>
                  <a:txBody>
                    <a:bodyPr/>
                    <a:lstStyle/>
                    <a:p>
                      <a:r>
                        <a:rPr lang="en-US" sz="1300" b="1"/>
                        <a:t>Coverage</a:t>
                      </a:r>
                    </a:p>
                  </a:txBody>
                  <a:tcPr marL="76200" marR="76200" marT="38100" marB="38100"/>
                </a:tc>
                <a:tc>
                  <a:txBody>
                    <a:bodyPr/>
                    <a:lstStyle/>
                    <a:p>
                      <a:r>
                        <a:rPr lang="en-US" sz="1300"/>
                        <a:t>ACV, property schedules, commercial endorsements	</a:t>
                      </a:r>
                    </a:p>
                  </a:txBody>
                  <a:tcPr marL="76200" marR="76200" marT="38100" marB="38100"/>
                </a:tc>
                <a:tc>
                  <a:txBody>
                    <a:bodyPr/>
                    <a:lstStyle/>
                    <a:p>
                      <a:r>
                        <a:rPr lang="en-US" sz="1300"/>
                        <a:t>Agreed/guaranteed value; specialty endorsements; configuration‑driven</a:t>
                      </a:r>
                    </a:p>
                  </a:txBody>
                  <a:tcPr marL="76200" marR="76200" marT="38100" marB="38100"/>
                </a:tc>
                <a:extLst>
                  <a:ext uri="{0D108BD9-81ED-4DB2-BD59-A6C34878D82A}">
                    <a16:rowId xmlns:a16="http://schemas.microsoft.com/office/drawing/2014/main" val="3182714931"/>
                  </a:ext>
                </a:extLst>
              </a:tr>
              <a:tr h="889000">
                <a:tc>
                  <a:txBody>
                    <a:bodyPr/>
                    <a:lstStyle/>
                    <a:p>
                      <a:r>
                        <a:rPr lang="en-US" sz="1300" b="1"/>
                        <a:t>Integrations</a:t>
                      </a:r>
                    </a:p>
                  </a:txBody>
                  <a:tcPr marL="76200" marR="76200" marT="38100" marB="38100"/>
                </a:tc>
                <a:tc>
                  <a:txBody>
                    <a:bodyPr/>
                    <a:lstStyle/>
                    <a:p>
                      <a:r>
                        <a:rPr lang="en-US" sz="1300"/>
                        <a:t>VIN search; Accounts/Producer; LDAP user provisioning; policy ingestion (Salesforce/CV Portal); streaming to Apps/Path/</a:t>
                      </a:r>
                      <a:r>
                        <a:rPr lang="en-US" sz="1300" err="1"/>
                        <a:t>ImageRight</a:t>
                      </a:r>
                      <a:r>
                        <a:rPr lang="en-US" sz="1300"/>
                        <a:t>; OOS Resolution</a:t>
                      </a:r>
                    </a:p>
                  </a:txBody>
                  <a:tcPr marL="76200" marR="76200" marT="38100" marB="38100"/>
                </a:tc>
                <a:tc>
                  <a:txBody>
                    <a:bodyPr/>
                    <a:lstStyle/>
                    <a:p>
                      <a:r>
                        <a:rPr lang="en-US" sz="1300"/>
                        <a:t>Real‑time VIN/MVR/credit; telematics re‑rating; expanded ingestion &amp; streaming; validate new </a:t>
                      </a:r>
                      <a:r>
                        <a:rPr lang="en-US" sz="1300" err="1"/>
                        <a:t>LoB</a:t>
                      </a:r>
                      <a:r>
                        <a:rPr lang="en-US" sz="1300"/>
                        <a:t> integrations</a:t>
                      </a:r>
                    </a:p>
                  </a:txBody>
                  <a:tcPr marL="76200" marR="76200" marT="38100" marB="38100"/>
                </a:tc>
                <a:extLst>
                  <a:ext uri="{0D108BD9-81ED-4DB2-BD59-A6C34878D82A}">
                    <a16:rowId xmlns:a16="http://schemas.microsoft.com/office/drawing/2014/main" val="298627589"/>
                  </a:ext>
                </a:extLst>
              </a:tr>
              <a:tr h="685800">
                <a:tc>
                  <a:txBody>
                    <a:bodyPr/>
                    <a:lstStyle/>
                    <a:p>
                      <a:r>
                        <a:rPr lang="en-US" sz="1300" b="1"/>
                        <a:t>Document generation	</a:t>
                      </a:r>
                    </a:p>
                  </a:txBody>
                  <a:tcPr marL="76200" marR="76200" marT="38100" marB="38100"/>
                </a:tc>
                <a:tc>
                  <a:txBody>
                    <a:bodyPr/>
                    <a:lstStyle/>
                    <a:p>
                      <a:r>
                        <a:rPr lang="en-US" sz="1300"/>
                        <a:t>External engine (</a:t>
                      </a:r>
                      <a:r>
                        <a:rPr lang="en-US" sz="1300" err="1"/>
                        <a:t>ImageRight</a:t>
                      </a:r>
                      <a:r>
                        <a:rPr lang="en-US" sz="1300"/>
                        <a:t>) feed; performance depends on data transformation	</a:t>
                      </a:r>
                    </a:p>
                  </a:txBody>
                  <a:tcPr marL="76200" marR="76200" marT="38100" marB="38100"/>
                </a:tc>
                <a:tc>
                  <a:txBody>
                    <a:bodyPr/>
                    <a:lstStyle/>
                    <a:p>
                      <a:r>
                        <a:rPr lang="en-US" sz="1300"/>
                        <a:t>High‑volume, optimized feeds; dynamic PDFs/ID cards; e‑sign for faster bind</a:t>
                      </a:r>
                    </a:p>
                  </a:txBody>
                  <a:tcPr marL="76200" marR="76200" marT="38100" marB="38100"/>
                </a:tc>
                <a:extLst>
                  <a:ext uri="{0D108BD9-81ED-4DB2-BD59-A6C34878D82A}">
                    <a16:rowId xmlns:a16="http://schemas.microsoft.com/office/drawing/2014/main" val="3668565383"/>
                  </a:ext>
                </a:extLst>
              </a:tr>
              <a:tr h="482600">
                <a:tc>
                  <a:txBody>
                    <a:bodyPr/>
                    <a:lstStyle/>
                    <a:p>
                      <a:r>
                        <a:rPr lang="en-US" sz="1300" b="1"/>
                        <a:t>Analytics</a:t>
                      </a:r>
                    </a:p>
                  </a:txBody>
                  <a:tcPr marL="76200" marR="76200" marT="38100" marB="38100"/>
                </a:tc>
                <a:tc>
                  <a:txBody>
                    <a:bodyPr/>
                    <a:lstStyle/>
                    <a:p>
                      <a:r>
                        <a:rPr lang="en-US" sz="1300"/>
                        <a:t>Batch exports; embedded BI; exposure/risk reports	</a:t>
                      </a:r>
                    </a:p>
                  </a:txBody>
                  <a:tcPr marL="76200" marR="76200" marT="38100" marB="38100"/>
                </a:tc>
                <a:tc>
                  <a:txBody>
                    <a:bodyPr/>
                    <a:lstStyle/>
                    <a:p>
                      <a:r>
                        <a:rPr lang="en-US" sz="1300"/>
                        <a:t>Real‑time dashboards; export formats for external tools; propose </a:t>
                      </a:r>
                      <a:r>
                        <a:rPr lang="en-US" sz="1300" err="1"/>
                        <a:t>ratebook</a:t>
                      </a:r>
                      <a:r>
                        <a:rPr lang="en-US" sz="1300"/>
                        <a:t>/rating analytics</a:t>
                      </a:r>
                    </a:p>
                  </a:txBody>
                  <a:tcPr marL="76200" marR="76200" marT="38100" marB="38100"/>
                </a:tc>
                <a:extLst>
                  <a:ext uri="{0D108BD9-81ED-4DB2-BD59-A6C34878D82A}">
                    <a16:rowId xmlns:a16="http://schemas.microsoft.com/office/drawing/2014/main" val="70247417"/>
                  </a:ext>
                </a:extLst>
              </a:tr>
              <a:tr h="482600">
                <a:tc>
                  <a:txBody>
                    <a:bodyPr/>
                    <a:lstStyle/>
                    <a:p>
                      <a:r>
                        <a:rPr lang="en-US" sz="1300" b="1"/>
                        <a:t>Security</a:t>
                      </a:r>
                    </a:p>
                  </a:txBody>
                  <a:tcPr marL="76200" marR="76200" marT="38100" marB="38100"/>
                </a:tc>
                <a:tc>
                  <a:txBody>
                    <a:bodyPr/>
                    <a:lstStyle/>
                    <a:p>
                      <a:r>
                        <a:rPr lang="en-US" sz="1300"/>
                        <a:t>LDAP/AD roles; MFA handled by enterprise IAM	</a:t>
                      </a:r>
                    </a:p>
                  </a:txBody>
                  <a:tcPr marL="76200" marR="76200" marT="38100" marB="38100"/>
                </a:tc>
                <a:tc>
                  <a:txBody>
                    <a:bodyPr/>
                    <a:lstStyle/>
                    <a:p>
                      <a:r>
                        <a:rPr lang="en-US" sz="1300"/>
                        <a:t>Stronger LDAP expansion; entity locking; concurrency control; audit logging</a:t>
                      </a:r>
                    </a:p>
                  </a:txBody>
                  <a:tcPr marL="76200" marR="76200" marT="38100" marB="38100"/>
                </a:tc>
                <a:extLst>
                  <a:ext uri="{0D108BD9-81ED-4DB2-BD59-A6C34878D82A}">
                    <a16:rowId xmlns:a16="http://schemas.microsoft.com/office/drawing/2014/main" val="631112901"/>
                  </a:ext>
                </a:extLst>
              </a:tr>
            </a:tbl>
          </a:graphicData>
        </a:graphic>
      </p:graphicFrame>
      <p:sp>
        <p:nvSpPr>
          <p:cNvPr id="7" name="TextBox 6">
            <a:extLst>
              <a:ext uri="{FF2B5EF4-FFF2-40B4-BE49-F238E27FC236}">
                <a16:creationId xmlns:a16="http://schemas.microsoft.com/office/drawing/2014/main" id="{FBEACFE9-A9FB-73B7-8625-DE177C0378B7}"/>
              </a:ext>
            </a:extLst>
          </p:cNvPr>
          <p:cNvSpPr txBox="1"/>
          <p:nvPr/>
        </p:nvSpPr>
        <p:spPr>
          <a:xfrm>
            <a:off x="506622" y="1415934"/>
            <a:ext cx="982137" cy="256545"/>
          </a:xfrm>
          <a:prstGeom prst="rect">
            <a:avLst/>
          </a:prstGeom>
        </p:spPr>
        <p:txBody>
          <a:bodyPr wrap="square" lIns="0" tIns="0" rIns="0" bIns="0" rtlCol="0">
            <a:spAutoFit/>
          </a:bodyPr>
          <a:lstStyle/>
          <a:p>
            <a:pPr algn="l"/>
            <a:r>
              <a:rPr lang="en-US" sz="1667" b="1"/>
              <a:t>Capability</a:t>
            </a:r>
          </a:p>
        </p:txBody>
      </p:sp>
    </p:spTree>
    <p:extLst>
      <p:ext uri="{BB962C8B-B14F-4D97-AF65-F5344CB8AC3E}">
        <p14:creationId xmlns:p14="http://schemas.microsoft.com/office/powerpoint/2010/main" val="458498487"/>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5015F474-125B-FA9E-03A6-77E5C3A74C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4C49F4-B796-A737-FB42-EEEBC83BDBF9}"/>
              </a:ext>
            </a:extLst>
          </p:cNvPr>
          <p:cNvSpPr>
            <a:spLocks noGrp="1"/>
          </p:cNvSpPr>
          <p:nvPr>
            <p:ph type="title"/>
          </p:nvPr>
        </p:nvSpPr>
        <p:spPr/>
        <p:txBody>
          <a:bodyPr/>
          <a:lstStyle/>
          <a:p>
            <a:r>
              <a:rPr lang="en-US">
                <a:solidFill>
                  <a:srgbClr val="FFFFFF"/>
                </a:solidFill>
                <a:latin typeface="Calibri" panose="020F0502020204030204" pitchFamily="34" charset="0"/>
              </a:rPr>
              <a:t>Progress Snapshot</a:t>
            </a:r>
            <a:endParaRPr lang="en-US" noProof="0"/>
          </a:p>
        </p:txBody>
      </p:sp>
      <p:sp>
        <p:nvSpPr>
          <p:cNvPr id="3" name="Text Placeholder 2">
            <a:extLst>
              <a:ext uri="{FF2B5EF4-FFF2-40B4-BE49-F238E27FC236}">
                <a16:creationId xmlns:a16="http://schemas.microsoft.com/office/drawing/2014/main" id="{24C487AB-F278-9517-D76B-66B58F326C79}"/>
              </a:ext>
            </a:extLst>
          </p:cNvPr>
          <p:cNvSpPr>
            <a:spLocks noGrp="1"/>
          </p:cNvSpPr>
          <p:nvPr>
            <p:ph type="body" sz="quarter" idx="15"/>
          </p:nvPr>
        </p:nvSpPr>
        <p:spPr/>
        <p:txBody>
          <a:bodyPr/>
          <a:lstStyle/>
          <a:p>
            <a:endParaRPr lang="en-US"/>
          </a:p>
        </p:txBody>
      </p:sp>
      <p:sp>
        <p:nvSpPr>
          <p:cNvPr id="4" name="TextBox 3">
            <a:extLst>
              <a:ext uri="{FF2B5EF4-FFF2-40B4-BE49-F238E27FC236}">
                <a16:creationId xmlns:a16="http://schemas.microsoft.com/office/drawing/2014/main" id="{C5990E4D-CA71-1DAD-C5D9-E3A86BBCAC49}"/>
              </a:ext>
            </a:extLst>
          </p:cNvPr>
          <p:cNvSpPr txBox="1"/>
          <p:nvPr/>
        </p:nvSpPr>
        <p:spPr>
          <a:xfrm>
            <a:off x="457200" y="1181100"/>
            <a:ext cx="1683218" cy="256545"/>
          </a:xfrm>
          <a:prstGeom prst="rect">
            <a:avLst/>
          </a:prstGeom>
        </p:spPr>
        <p:txBody>
          <a:bodyPr wrap="none" lIns="0" tIns="0" rIns="0" bIns="0" rtlCol="0">
            <a:spAutoFit/>
          </a:bodyPr>
          <a:lstStyle/>
          <a:p>
            <a:pPr algn="l"/>
            <a:r>
              <a:rPr lang="en-US" sz="1667" b="1">
                <a:solidFill>
                  <a:schemeClr val="bg1"/>
                </a:solidFill>
              </a:rPr>
              <a:t>Context &amp; Baseline</a:t>
            </a:r>
          </a:p>
        </p:txBody>
      </p:sp>
      <p:sp>
        <p:nvSpPr>
          <p:cNvPr id="5" name="TextBox 4">
            <a:extLst>
              <a:ext uri="{FF2B5EF4-FFF2-40B4-BE49-F238E27FC236}">
                <a16:creationId xmlns:a16="http://schemas.microsoft.com/office/drawing/2014/main" id="{5590BC68-D17F-6648-2001-75BCB3723C99}"/>
              </a:ext>
            </a:extLst>
          </p:cNvPr>
          <p:cNvSpPr txBox="1"/>
          <p:nvPr/>
        </p:nvSpPr>
        <p:spPr>
          <a:xfrm>
            <a:off x="4698931" y="1142518"/>
            <a:ext cx="1837747" cy="256545"/>
          </a:xfrm>
          <a:prstGeom prst="rect">
            <a:avLst/>
          </a:prstGeom>
        </p:spPr>
        <p:txBody>
          <a:bodyPr wrap="none" lIns="0" tIns="0" rIns="0" bIns="0" rtlCol="0">
            <a:spAutoFit/>
          </a:bodyPr>
          <a:lstStyle/>
          <a:p>
            <a:pPr algn="l"/>
            <a:r>
              <a:rPr lang="en-US" sz="1667" b="1"/>
              <a:t>Activities Completed</a:t>
            </a:r>
          </a:p>
        </p:txBody>
      </p:sp>
      <p:sp>
        <p:nvSpPr>
          <p:cNvPr id="6" name="TextBox 5">
            <a:extLst>
              <a:ext uri="{FF2B5EF4-FFF2-40B4-BE49-F238E27FC236}">
                <a16:creationId xmlns:a16="http://schemas.microsoft.com/office/drawing/2014/main" id="{B68A7B1E-A55C-7E9E-7708-59672F6D7E44}"/>
              </a:ext>
            </a:extLst>
          </p:cNvPr>
          <p:cNvSpPr txBox="1"/>
          <p:nvPr/>
        </p:nvSpPr>
        <p:spPr>
          <a:xfrm>
            <a:off x="8618552" y="1142517"/>
            <a:ext cx="1973938" cy="256545"/>
          </a:xfrm>
          <a:prstGeom prst="rect">
            <a:avLst/>
          </a:prstGeom>
        </p:spPr>
        <p:txBody>
          <a:bodyPr wrap="none" lIns="0" tIns="0" rIns="0" bIns="0" rtlCol="0">
            <a:spAutoFit/>
          </a:bodyPr>
          <a:lstStyle/>
          <a:p>
            <a:pPr algn="l"/>
            <a:r>
              <a:rPr lang="en-US" sz="1667" b="1"/>
              <a:t>Key Outputs &amp; Results</a:t>
            </a:r>
          </a:p>
        </p:txBody>
      </p:sp>
      <p:sp>
        <p:nvSpPr>
          <p:cNvPr id="9" name="TextBox 8">
            <a:extLst>
              <a:ext uri="{FF2B5EF4-FFF2-40B4-BE49-F238E27FC236}">
                <a16:creationId xmlns:a16="http://schemas.microsoft.com/office/drawing/2014/main" id="{69086930-C836-6BDF-A3DB-EE630465D773}"/>
              </a:ext>
            </a:extLst>
          </p:cNvPr>
          <p:cNvSpPr txBox="1"/>
          <p:nvPr/>
        </p:nvSpPr>
        <p:spPr>
          <a:xfrm>
            <a:off x="457200" y="1548987"/>
            <a:ext cx="3779863" cy="4307526"/>
          </a:xfrm>
          <a:prstGeom prst="rect">
            <a:avLst/>
          </a:prstGeom>
        </p:spPr>
        <p:txBody>
          <a:bodyPr wrap="square" lIns="0" tIns="0" rIns="0" bIns="0" rtlCol="0">
            <a:spAutoFit/>
          </a:bodyPr>
          <a:lstStyle/>
          <a:p>
            <a:pPr algn="l"/>
            <a:r>
              <a:rPr lang="en-US" sz="1333" b="1">
                <a:solidFill>
                  <a:schemeClr val="bg1"/>
                </a:solidFill>
              </a:rPr>
              <a:t>Governance &amp; SDLC</a:t>
            </a:r>
          </a:p>
          <a:p>
            <a:pPr marL="238105" indent="-238105">
              <a:buFont typeface="Arial" panose="020B0604020202020204" pitchFamily="34" charset="0"/>
              <a:buChar char="•"/>
            </a:pPr>
            <a:r>
              <a:rPr lang="en-US" sz="1333">
                <a:solidFill>
                  <a:schemeClr val="bg1"/>
                </a:solidFill>
              </a:rPr>
              <a:t>Existing governance &amp; communication</a:t>
            </a:r>
          </a:p>
          <a:p>
            <a:pPr marL="238105" indent="-238105">
              <a:buFont typeface="Arial" panose="020B0604020202020204" pitchFamily="34" charset="0"/>
              <a:buChar char="•"/>
            </a:pPr>
            <a:r>
              <a:rPr lang="en-US" sz="1333">
                <a:solidFill>
                  <a:schemeClr val="bg1"/>
                </a:solidFill>
              </a:rPr>
              <a:t>Current delivery approach</a:t>
            </a:r>
          </a:p>
          <a:p>
            <a:pPr marL="238105" indent="-238105">
              <a:buFont typeface="Arial" panose="020B0604020202020204" pitchFamily="34" charset="0"/>
              <a:buChar char="•"/>
            </a:pPr>
            <a:r>
              <a:rPr lang="en-US" sz="1333">
                <a:solidFill>
                  <a:schemeClr val="bg1"/>
                </a:solidFill>
              </a:rPr>
              <a:t>Team composition approach</a:t>
            </a:r>
          </a:p>
          <a:p>
            <a:pPr marL="238105" indent="-238105">
              <a:buFont typeface="Arial" panose="020B0604020202020204" pitchFamily="34" charset="0"/>
              <a:buChar char="•"/>
            </a:pPr>
            <a:r>
              <a:rPr lang="en-US" sz="1333">
                <a:solidFill>
                  <a:schemeClr val="bg1"/>
                </a:solidFill>
              </a:rPr>
              <a:t>Lesson-learned from recent implementations</a:t>
            </a:r>
          </a:p>
          <a:p>
            <a:pPr marL="238105" indent="-238105">
              <a:buFont typeface="Arial" panose="020B0604020202020204" pitchFamily="34" charset="0"/>
              <a:buChar char="•"/>
            </a:pPr>
            <a:r>
              <a:rPr lang="en-US" sz="1333">
                <a:solidFill>
                  <a:schemeClr val="bg1"/>
                </a:solidFill>
              </a:rPr>
              <a:t>Suggested improvements and their history of implementation</a:t>
            </a:r>
          </a:p>
          <a:p>
            <a:pPr marL="238105" indent="-238105">
              <a:buFont typeface="Arial" panose="020B0604020202020204" pitchFamily="34" charset="0"/>
              <a:buChar char="•"/>
            </a:pPr>
            <a:r>
              <a:rPr lang="en-US" sz="1333">
                <a:solidFill>
                  <a:schemeClr val="bg1"/>
                </a:solidFill>
              </a:rPr>
              <a:t>Existing SV implementation plans</a:t>
            </a:r>
          </a:p>
          <a:p>
            <a:pPr marL="238105" indent="-238105">
              <a:buFont typeface="Arial" panose="020B0604020202020204" pitchFamily="34" charset="0"/>
              <a:buChar char="•"/>
            </a:pPr>
            <a:r>
              <a:rPr lang="en-US" sz="1333">
                <a:solidFill>
                  <a:schemeClr val="bg1"/>
                </a:solidFill>
              </a:rPr>
              <a:t>Existing Modernization plans to support SV</a:t>
            </a:r>
          </a:p>
          <a:p>
            <a:pPr algn="l"/>
            <a:endParaRPr lang="en-US" sz="1333">
              <a:solidFill>
                <a:schemeClr val="bg1"/>
              </a:solidFill>
            </a:endParaRPr>
          </a:p>
          <a:p>
            <a:pPr algn="l"/>
            <a:r>
              <a:rPr lang="en-US" sz="1333" b="1">
                <a:solidFill>
                  <a:schemeClr val="bg1"/>
                </a:solidFill>
              </a:rPr>
              <a:t>Architecture &amp; Platform</a:t>
            </a:r>
          </a:p>
          <a:p>
            <a:pPr marL="238105" indent="-238105">
              <a:buFont typeface="Arial" panose="020B0604020202020204" pitchFamily="34" charset="0"/>
              <a:buChar char="•"/>
            </a:pPr>
            <a:r>
              <a:rPr lang="en-US" sz="1333">
                <a:solidFill>
                  <a:schemeClr val="bg1"/>
                </a:solidFill>
              </a:rPr>
              <a:t>Top-level architecture documentation</a:t>
            </a:r>
          </a:p>
          <a:p>
            <a:pPr marL="238105" indent="-238105">
              <a:buFont typeface="Arial" panose="020B0604020202020204" pitchFamily="34" charset="0"/>
              <a:buChar char="•"/>
            </a:pPr>
            <a:r>
              <a:rPr lang="en-US" sz="1333">
                <a:solidFill>
                  <a:schemeClr val="bg1"/>
                </a:solidFill>
              </a:rPr>
              <a:t>Guided demonstrations of source code</a:t>
            </a:r>
          </a:p>
          <a:p>
            <a:pPr marL="238105" indent="-238105">
              <a:buFont typeface="Arial" panose="020B0604020202020204" pitchFamily="34" charset="0"/>
              <a:buChar char="•"/>
            </a:pPr>
            <a:r>
              <a:rPr lang="en-US" sz="1333">
                <a:solidFill>
                  <a:schemeClr val="bg1"/>
                </a:solidFill>
              </a:rPr>
              <a:t>Activities of RS Development team </a:t>
            </a:r>
          </a:p>
          <a:p>
            <a:pPr marL="238105" indent="-238105">
              <a:buFont typeface="Arial" panose="020B0604020202020204" pitchFamily="34" charset="0"/>
              <a:buChar char="•"/>
            </a:pPr>
            <a:r>
              <a:rPr lang="en-US" sz="1333">
                <a:solidFill>
                  <a:schemeClr val="bg1"/>
                </a:solidFill>
              </a:rPr>
              <a:t>Other platforms with the focus on Personal products</a:t>
            </a:r>
          </a:p>
          <a:p>
            <a:pPr marL="238105" indent="-238105">
              <a:buFont typeface="Arial" panose="020B0604020202020204" pitchFamily="34" charset="0"/>
              <a:buChar char="•"/>
            </a:pPr>
            <a:r>
              <a:rPr lang="en-US" sz="1333">
                <a:solidFill>
                  <a:schemeClr val="bg1"/>
                </a:solidFill>
              </a:rPr>
              <a:t>RS Performance reports</a:t>
            </a:r>
          </a:p>
          <a:p>
            <a:pPr marL="238105" indent="-238105">
              <a:buFont typeface="Arial" panose="020B0604020202020204" pitchFamily="34" charset="0"/>
              <a:buChar char="•"/>
            </a:pPr>
            <a:endParaRPr lang="en-US" sz="1333">
              <a:solidFill>
                <a:schemeClr val="bg1"/>
              </a:solidFill>
            </a:endParaRPr>
          </a:p>
          <a:p>
            <a:pPr algn="l"/>
            <a:r>
              <a:rPr lang="en-US" sz="1333" b="1">
                <a:solidFill>
                  <a:schemeClr val="bg1"/>
                </a:solidFill>
              </a:rPr>
              <a:t>AI adoption</a:t>
            </a:r>
          </a:p>
          <a:p>
            <a:pPr marL="238105" indent="-238105">
              <a:buFont typeface="Arial" panose="020B0604020202020204" pitchFamily="34" charset="0"/>
              <a:buChar char="•"/>
            </a:pPr>
            <a:r>
              <a:rPr lang="en-US" sz="1333">
                <a:solidFill>
                  <a:schemeClr val="bg1"/>
                </a:solidFill>
              </a:rPr>
              <a:t>CodeMie adoption PoC</a:t>
            </a:r>
          </a:p>
          <a:p>
            <a:pPr marL="238105" indent="-238105">
              <a:buFont typeface="Arial" panose="020B0604020202020204" pitchFamily="34" charset="0"/>
              <a:buChar char="•"/>
            </a:pPr>
            <a:r>
              <a:rPr lang="en-US" sz="1333">
                <a:solidFill>
                  <a:schemeClr val="bg1"/>
                </a:solidFill>
              </a:rPr>
              <a:t>GitHub Copilot adoption</a:t>
            </a:r>
          </a:p>
        </p:txBody>
      </p:sp>
      <p:sp>
        <p:nvSpPr>
          <p:cNvPr id="12" name="TextBox 11">
            <a:extLst>
              <a:ext uri="{FF2B5EF4-FFF2-40B4-BE49-F238E27FC236}">
                <a16:creationId xmlns:a16="http://schemas.microsoft.com/office/drawing/2014/main" id="{696FDC09-CE2E-7D50-9941-EBA393BA26EE}"/>
              </a:ext>
            </a:extLst>
          </p:cNvPr>
          <p:cNvSpPr txBox="1"/>
          <p:nvPr/>
        </p:nvSpPr>
        <p:spPr>
          <a:xfrm>
            <a:off x="4747592" y="1514743"/>
            <a:ext cx="3573448" cy="4512646"/>
          </a:xfrm>
          <a:prstGeom prst="rect">
            <a:avLst/>
          </a:prstGeom>
        </p:spPr>
        <p:txBody>
          <a:bodyPr wrap="square" lIns="0" tIns="0" rIns="0" bIns="0" rtlCol="0">
            <a:spAutoFit/>
          </a:bodyPr>
          <a:lstStyle/>
          <a:p>
            <a:pPr algn="l"/>
            <a:r>
              <a:rPr lang="en-US" sz="1333" b="1">
                <a:solidFill>
                  <a:schemeClr val="accent1"/>
                </a:solidFill>
              </a:rPr>
              <a:t>Governance &amp; SDLC</a:t>
            </a:r>
          </a:p>
          <a:p>
            <a:pPr marL="238105" indent="-238105">
              <a:buFont typeface="Arial" panose="020B0604020202020204" pitchFamily="34" charset="0"/>
              <a:buChar char="•"/>
            </a:pPr>
            <a:r>
              <a:rPr lang="en-US" sz="1333">
                <a:solidFill>
                  <a:schemeClr val="accent1"/>
                </a:solidFill>
              </a:rPr>
              <a:t>Reviewed and documented existing governance structures and communication channels to ensure alignment with project objectives.</a:t>
            </a:r>
          </a:p>
          <a:p>
            <a:pPr marL="238105" indent="-238105">
              <a:buFont typeface="Arial" panose="020B0604020202020204" pitchFamily="34" charset="0"/>
              <a:buChar char="•"/>
            </a:pPr>
            <a:r>
              <a:rPr lang="en-US" sz="1333">
                <a:solidFill>
                  <a:schemeClr val="accent1"/>
                </a:solidFill>
              </a:rPr>
              <a:t>Assessed current and past delivery and team composition frameworks, identifying strengths and areas for optimization.</a:t>
            </a:r>
          </a:p>
          <a:p>
            <a:pPr marL="238105" indent="-238105">
              <a:buFont typeface="Arial" panose="020B0604020202020204" pitchFamily="34" charset="0"/>
              <a:buChar char="•"/>
            </a:pPr>
            <a:r>
              <a:rPr lang="en-US" sz="1333">
                <a:solidFill>
                  <a:schemeClr val="accent1"/>
                </a:solidFill>
              </a:rPr>
              <a:t>Mapped out existing SV implementation plans, highlighting progress and dependencies.</a:t>
            </a:r>
          </a:p>
          <a:p>
            <a:pPr marL="238105" indent="-238105">
              <a:buFont typeface="Arial" panose="020B0604020202020204" pitchFamily="34" charset="0"/>
              <a:buChar char="•"/>
            </a:pPr>
            <a:r>
              <a:rPr lang="en-US" sz="1333">
                <a:solidFill>
                  <a:schemeClr val="accent1"/>
                </a:solidFill>
              </a:rPr>
              <a:t>Examined modernization initiatives designed to support SV, ensuring integration with ongoing and future projects.</a:t>
            </a:r>
          </a:p>
          <a:p>
            <a:pPr marL="238105" indent="-238105">
              <a:buFont typeface="Arial" panose="020B0604020202020204" pitchFamily="34" charset="0"/>
              <a:buChar char="•"/>
            </a:pPr>
            <a:endParaRPr lang="en-US" sz="1333">
              <a:solidFill>
                <a:schemeClr val="accent1"/>
              </a:solidFill>
            </a:endParaRPr>
          </a:p>
          <a:p>
            <a:pPr algn="l"/>
            <a:r>
              <a:rPr lang="en-US" sz="1333" b="1">
                <a:solidFill>
                  <a:schemeClr val="accent1"/>
                </a:solidFill>
              </a:rPr>
              <a:t>Architecture &amp; Platform</a:t>
            </a:r>
          </a:p>
          <a:p>
            <a:pPr marL="285728" indent="-285728">
              <a:buFont typeface="Arial" panose="020B0604020202020204" pitchFamily="34" charset="0"/>
              <a:buChar char="•"/>
            </a:pPr>
            <a:r>
              <a:rPr lang="en-US" sz="1333"/>
              <a:t>Technologies analysis performed</a:t>
            </a:r>
          </a:p>
          <a:p>
            <a:pPr marL="285728" indent="-285728">
              <a:buFont typeface="Arial" panose="020B0604020202020204" pitchFamily="34" charset="0"/>
              <a:buChar char="•"/>
            </a:pPr>
            <a:r>
              <a:rPr lang="en-US" sz="1333"/>
              <a:t>Matching of Business logic to RS platform</a:t>
            </a:r>
          </a:p>
          <a:p>
            <a:pPr marL="285728" indent="-285728">
              <a:buFont typeface="Arial" panose="020B0604020202020204" pitchFamily="34" charset="0"/>
              <a:buChar char="•"/>
            </a:pPr>
            <a:r>
              <a:rPr lang="en-US" sz="1333"/>
              <a:t>RS Technical assessment as PL-ready Platform</a:t>
            </a:r>
          </a:p>
          <a:p>
            <a:pPr marL="285728" indent="-285728">
              <a:buFont typeface="Arial" panose="020B0604020202020204" pitchFamily="34" charset="0"/>
              <a:buChar char="•"/>
            </a:pPr>
            <a:r>
              <a:rPr lang="en-US" sz="1333"/>
              <a:t>External Challenges analysis performed</a:t>
            </a:r>
          </a:p>
          <a:p>
            <a:pPr marL="285728" indent="-285728">
              <a:buFont typeface="Arial" panose="020B0604020202020204" pitchFamily="34" charset="0"/>
              <a:buChar char="•"/>
            </a:pPr>
            <a:r>
              <a:rPr lang="en-US" sz="1333"/>
              <a:t>Scalability &amp; Performance Analysis</a:t>
            </a:r>
            <a:endParaRPr lang="en-US" sz="1333">
              <a:solidFill>
                <a:schemeClr val="accent1"/>
              </a:solidFill>
            </a:endParaRPr>
          </a:p>
          <a:p>
            <a:pPr algn="l"/>
            <a:endParaRPr lang="en-US" sz="1333">
              <a:solidFill>
                <a:schemeClr val="accent1"/>
              </a:solidFill>
            </a:endParaRPr>
          </a:p>
          <a:p>
            <a:pPr algn="l"/>
            <a:r>
              <a:rPr lang="en-US" sz="1333" b="1">
                <a:solidFill>
                  <a:schemeClr val="accent1"/>
                </a:solidFill>
              </a:rPr>
              <a:t>AI adoption</a:t>
            </a:r>
          </a:p>
          <a:p>
            <a:pPr marL="238105" indent="-238105">
              <a:buFont typeface="Arial" panose="020B0604020202020204" pitchFamily="34" charset="0"/>
              <a:buChar char="•"/>
            </a:pPr>
            <a:r>
              <a:rPr lang="en-US" sz="1333">
                <a:solidFill>
                  <a:schemeClr val="accent1"/>
                </a:solidFill>
              </a:rPr>
              <a:t>Analysis of the scope for AI adoption</a:t>
            </a:r>
          </a:p>
        </p:txBody>
      </p:sp>
      <p:cxnSp>
        <p:nvCxnSpPr>
          <p:cNvPr id="17" name="Straight Connector 16">
            <a:extLst>
              <a:ext uri="{FF2B5EF4-FFF2-40B4-BE49-F238E27FC236}">
                <a16:creationId xmlns:a16="http://schemas.microsoft.com/office/drawing/2014/main" id="{38BABAAA-C613-479C-7395-A46E459D11F9}"/>
              </a:ext>
            </a:extLst>
          </p:cNvPr>
          <p:cNvCxnSpPr>
            <a:cxnSpLocks/>
          </p:cNvCxnSpPr>
          <p:nvPr/>
        </p:nvCxnSpPr>
        <p:spPr>
          <a:xfrm>
            <a:off x="4078726" y="0"/>
            <a:ext cx="0" cy="6858000"/>
          </a:xfrm>
          <a:prstGeom prst="line">
            <a:avLst/>
          </a:prstGeom>
          <a:ln w="25400"/>
        </p:spPr>
        <p:style>
          <a:lnRef idx="3">
            <a:schemeClr val="dk1"/>
          </a:lnRef>
          <a:fillRef idx="0">
            <a:schemeClr val="dk1"/>
          </a:fillRef>
          <a:effectRef idx="2">
            <a:schemeClr val="dk1"/>
          </a:effectRef>
          <a:fontRef idx="minor">
            <a:schemeClr val="tx1"/>
          </a:fontRef>
        </p:style>
      </p:cxnSp>
      <p:sp>
        <p:nvSpPr>
          <p:cNvPr id="10" name="TextBox 9">
            <a:extLst>
              <a:ext uri="{FF2B5EF4-FFF2-40B4-BE49-F238E27FC236}">
                <a16:creationId xmlns:a16="http://schemas.microsoft.com/office/drawing/2014/main" id="{EC54ECB2-CEF0-FD6C-3394-C64B0B8404D8}"/>
              </a:ext>
            </a:extLst>
          </p:cNvPr>
          <p:cNvSpPr txBox="1"/>
          <p:nvPr/>
        </p:nvSpPr>
        <p:spPr>
          <a:xfrm>
            <a:off x="8618552" y="1514743"/>
            <a:ext cx="3476991" cy="4923079"/>
          </a:xfrm>
          <a:prstGeom prst="rect">
            <a:avLst/>
          </a:prstGeom>
        </p:spPr>
        <p:txBody>
          <a:bodyPr wrap="square" lIns="0" tIns="0" rIns="0" bIns="0" rtlCol="0">
            <a:spAutoFit/>
          </a:bodyPr>
          <a:lstStyle/>
          <a:p>
            <a:pPr algn="l"/>
            <a:r>
              <a:rPr lang="en-US" sz="1333" b="1">
                <a:solidFill>
                  <a:schemeClr val="accent1"/>
                </a:solidFill>
              </a:rPr>
              <a:t>Governance &amp; SDLC</a:t>
            </a:r>
          </a:p>
          <a:p>
            <a:pPr marL="238105" indent="-238105">
              <a:buFont typeface="Arial" panose="020B0604020202020204" pitchFamily="34" charset="0"/>
              <a:buChar char="•"/>
            </a:pPr>
            <a:r>
              <a:rPr lang="en-US" sz="1333">
                <a:solidFill>
                  <a:schemeClr val="accent1"/>
                </a:solidFill>
              </a:rPr>
              <a:t>Current team issues cause communication breakdowns and responsibilities gaps, </a:t>
            </a:r>
            <a:r>
              <a:rPr lang="en-US" sz="1333" b="1">
                <a:solidFill>
                  <a:schemeClr val="accent1"/>
                </a:solidFill>
              </a:rPr>
              <a:t>impacting timelines and quality</a:t>
            </a:r>
            <a:r>
              <a:rPr lang="en-US" sz="1333">
                <a:solidFill>
                  <a:schemeClr val="accent1"/>
                </a:solidFill>
              </a:rPr>
              <a:t>.</a:t>
            </a:r>
          </a:p>
          <a:p>
            <a:pPr marL="238105" indent="-238105">
              <a:buFont typeface="Arial" panose="020B0604020202020204" pitchFamily="34" charset="0"/>
              <a:buChar char="•"/>
            </a:pPr>
            <a:r>
              <a:rPr lang="en-US" sz="1333">
                <a:solidFill>
                  <a:schemeClr val="accent1"/>
                </a:solidFill>
              </a:rPr>
              <a:t>Following standard development practices is crucial to </a:t>
            </a:r>
            <a:r>
              <a:rPr lang="en-US" sz="1333" b="1">
                <a:solidFill>
                  <a:schemeClr val="accent1"/>
                </a:solidFill>
              </a:rPr>
              <a:t>improve efficiency and speed</a:t>
            </a:r>
            <a:r>
              <a:rPr lang="en-US" sz="1333">
                <a:solidFill>
                  <a:schemeClr val="accent1"/>
                </a:solidFill>
              </a:rPr>
              <a:t>.</a:t>
            </a:r>
          </a:p>
          <a:p>
            <a:pPr marL="238105" indent="-238105">
              <a:buFont typeface="Arial" panose="020B0604020202020204" pitchFamily="34" charset="0"/>
              <a:buChar char="•"/>
            </a:pPr>
            <a:r>
              <a:rPr lang="en-US" sz="1333" strike="sngStrike">
                <a:solidFill>
                  <a:srgbClr val="FF0000"/>
                </a:solidFill>
              </a:rPr>
              <a:t>Absence of Data-driven decisions and strong change management </a:t>
            </a:r>
            <a:r>
              <a:rPr lang="en-US" sz="1333" strike="sngStrike">
                <a:solidFill>
                  <a:srgbClr val="FF0000"/>
                </a:solidFill>
                <a:latin typeface="Calibri" panose="020F0502020204030204" pitchFamily="34" charset="0"/>
              </a:rPr>
              <a:t>caused </a:t>
            </a:r>
            <a:r>
              <a:rPr lang="en-US" sz="1333" b="1" strike="sngStrike">
                <a:solidFill>
                  <a:srgbClr val="FF0000"/>
                </a:solidFill>
                <a:latin typeface="Calibri" panose="020F0502020204030204" pitchFamily="34" charset="0"/>
              </a:rPr>
              <a:t>project failure </a:t>
            </a:r>
            <a:r>
              <a:rPr lang="en-US" sz="1333" strike="sngStrike">
                <a:solidFill>
                  <a:srgbClr val="FF0000"/>
                </a:solidFill>
                <a:latin typeface="Calibri" panose="020F0502020204030204" pitchFamily="34" charset="0"/>
              </a:rPr>
              <a:t>in the past.</a:t>
            </a:r>
            <a:endParaRPr lang="en-US" sz="1333" strike="sngStrike">
              <a:solidFill>
                <a:srgbClr val="FF0000"/>
              </a:solidFill>
            </a:endParaRPr>
          </a:p>
          <a:p>
            <a:pPr algn="l"/>
            <a:endParaRPr lang="en-US" sz="667">
              <a:solidFill>
                <a:schemeClr val="accent1"/>
              </a:solidFill>
            </a:endParaRPr>
          </a:p>
          <a:p>
            <a:pPr algn="l"/>
            <a:r>
              <a:rPr lang="en-US" sz="1333" b="1">
                <a:solidFill>
                  <a:schemeClr val="accent1"/>
                </a:solidFill>
              </a:rPr>
              <a:t>Architecture &amp; Platform</a:t>
            </a:r>
          </a:p>
          <a:p>
            <a:pPr marL="236201" indent="-236201">
              <a:buFont typeface="Arial" panose="020B0604020202020204" pitchFamily="34" charset="0"/>
              <a:buChar char="•"/>
            </a:pPr>
            <a:r>
              <a:rPr lang="en-US" sz="1333">
                <a:solidFill>
                  <a:srgbClr val="060606"/>
                </a:solidFill>
                <a:latin typeface="Calibri" panose="020F0502020204030204" pitchFamily="34" charset="0"/>
              </a:rPr>
              <a:t>Dispersed business logic </a:t>
            </a:r>
            <a:r>
              <a:rPr lang="en-US" sz="1333" b="1">
                <a:solidFill>
                  <a:srgbClr val="060606"/>
                </a:solidFill>
                <a:latin typeface="Calibri" panose="020F0502020204030204" pitchFamily="34" charset="0"/>
              </a:rPr>
              <a:t>slows delivery and lowers quality</a:t>
            </a:r>
            <a:r>
              <a:rPr lang="en-US" sz="1333">
                <a:solidFill>
                  <a:srgbClr val="060606"/>
                </a:solidFill>
                <a:latin typeface="Calibri" panose="020F0502020204030204" pitchFamily="34" charset="0"/>
              </a:rPr>
              <a:t>.</a:t>
            </a:r>
          </a:p>
          <a:p>
            <a:pPr marL="236201" indent="-236201">
              <a:buFont typeface="Arial" panose="020B0604020202020204" pitchFamily="34" charset="0"/>
              <a:buChar char="•"/>
            </a:pPr>
            <a:r>
              <a:rPr lang="en-US" sz="1333">
                <a:solidFill>
                  <a:srgbClr val="060606"/>
                </a:solidFill>
                <a:latin typeface="Calibri" panose="020F0502020204030204" pitchFamily="34" charset="0"/>
              </a:rPr>
              <a:t>Current RS architecture and database will </a:t>
            </a:r>
            <a:r>
              <a:rPr lang="en-US" sz="1333" b="1">
                <a:solidFill>
                  <a:srgbClr val="060606"/>
                </a:solidFill>
                <a:latin typeface="Calibri" panose="020F0502020204030204" pitchFamily="34" charset="0"/>
              </a:rPr>
              <a:t>limit performance</a:t>
            </a:r>
            <a:r>
              <a:rPr lang="en-US" sz="1333">
                <a:solidFill>
                  <a:srgbClr val="060606"/>
                </a:solidFill>
                <a:latin typeface="Calibri" panose="020F0502020204030204" pitchFamily="34" charset="0"/>
              </a:rPr>
              <a:t>, especially for Personal Line Products.</a:t>
            </a:r>
          </a:p>
          <a:p>
            <a:pPr marL="236201" indent="-236201">
              <a:buFont typeface="Arial" panose="020B0604020202020204" pitchFamily="34" charset="0"/>
              <a:buChar char="•"/>
            </a:pPr>
            <a:r>
              <a:rPr lang="en-US" sz="1333">
                <a:solidFill>
                  <a:srgbClr val="060606"/>
                </a:solidFill>
                <a:latin typeface="Calibri" panose="020F0502020204030204" pitchFamily="34" charset="0"/>
              </a:rPr>
              <a:t>External technical factors affect </a:t>
            </a:r>
            <a:r>
              <a:rPr lang="en-US" sz="1333" b="1">
                <a:solidFill>
                  <a:srgbClr val="060606"/>
                </a:solidFill>
                <a:latin typeface="Calibri" panose="020F0502020204030204" pitchFamily="34" charset="0"/>
              </a:rPr>
              <a:t>delivery predictability</a:t>
            </a:r>
            <a:r>
              <a:rPr lang="en-US" sz="1333">
                <a:solidFill>
                  <a:srgbClr val="060606"/>
                </a:solidFill>
                <a:latin typeface="Calibri" panose="020F0502020204030204" pitchFamily="34" charset="0"/>
              </a:rPr>
              <a:t> and must be managed.</a:t>
            </a:r>
          </a:p>
          <a:p>
            <a:pPr marL="236201" indent="-236201">
              <a:buFont typeface="Arial" panose="020B0604020202020204" pitchFamily="34" charset="0"/>
              <a:buChar char="•"/>
            </a:pPr>
            <a:r>
              <a:rPr lang="en-US" sz="1333">
                <a:solidFill>
                  <a:schemeClr val="accent1"/>
                </a:solidFill>
              </a:rPr>
              <a:t>UI technology refresh must be done to close existing gap and create a basis for </a:t>
            </a:r>
            <a:r>
              <a:rPr lang="en-US" sz="1333" b="1">
                <a:solidFill>
                  <a:schemeClr val="accent1"/>
                </a:solidFill>
              </a:rPr>
              <a:t>business &amp; technical scalability</a:t>
            </a:r>
            <a:r>
              <a:rPr lang="en-US" sz="1333">
                <a:solidFill>
                  <a:schemeClr val="accent1"/>
                </a:solidFill>
              </a:rPr>
              <a:t>.</a:t>
            </a:r>
            <a:endParaRPr lang="en-US" sz="1333">
              <a:solidFill>
                <a:srgbClr val="060606"/>
              </a:solidFill>
              <a:latin typeface="Calibri" panose="020F0502020204030204" pitchFamily="34" charset="0"/>
            </a:endParaRPr>
          </a:p>
          <a:p>
            <a:pPr marL="238105" indent="-238105">
              <a:buFont typeface="Arial" panose="020B0604020202020204" pitchFamily="34" charset="0"/>
              <a:buChar char="•"/>
            </a:pPr>
            <a:endParaRPr lang="en-US" sz="667">
              <a:solidFill>
                <a:schemeClr val="accent1"/>
              </a:solidFill>
            </a:endParaRPr>
          </a:p>
          <a:p>
            <a:pPr algn="l"/>
            <a:r>
              <a:rPr lang="en-US" sz="1333" b="1">
                <a:solidFill>
                  <a:schemeClr val="accent1"/>
                </a:solidFill>
              </a:rPr>
              <a:t>AI adoption</a:t>
            </a:r>
          </a:p>
          <a:p>
            <a:pPr marL="236201" indent="-236201">
              <a:buFont typeface="Arial" panose="020B0604020202020204" pitchFamily="34" charset="0"/>
              <a:buChar char="•"/>
            </a:pPr>
            <a:r>
              <a:rPr lang="en-US" sz="1333">
                <a:solidFill>
                  <a:srgbClr val="060606"/>
                </a:solidFill>
                <a:latin typeface="Calibri" panose="020F0502020204030204" pitchFamily="34" charset="0"/>
              </a:rPr>
              <a:t>AI efforts are fragmented; alignment with strategy and continuous improvement are key.</a:t>
            </a:r>
            <a:endParaRPr lang="en-US" sz="1333">
              <a:solidFill>
                <a:schemeClr val="accent1"/>
              </a:solidFill>
            </a:endParaRPr>
          </a:p>
        </p:txBody>
      </p:sp>
    </p:spTree>
    <p:extLst>
      <p:ext uri="{BB962C8B-B14F-4D97-AF65-F5344CB8AC3E}">
        <p14:creationId xmlns:p14="http://schemas.microsoft.com/office/powerpoint/2010/main" val="2110519885"/>
      </p:ext>
    </p:extLst>
  </p:cSld>
  <p:clrMapOvr>
    <a:masterClrMapping/>
  </p:clrMapOvr>
  <p:transition/>
  <p:extLst>
    <p:ext uri="{6950BFC3-D8DA-4A85-94F7-54DA5524770B}">
      <p188:commentRel xmlns:p188="http://schemas.microsoft.com/office/powerpoint/2018/8/main" r:id="rId3"/>
    </p:ext>
  </p:extLst>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t>Policy Lifecycle: From batch to real-time.</a:t>
            </a:r>
          </a:p>
          <a:p>
            <a:r>
              <a:t>Rating &amp; Rules: Real-time scoring and telematics.</a:t>
            </a:r>
          </a:p>
          <a:p>
            <a:r>
              <a:t>Integrations: VIN/MVR/Credit/Telematics expanded.</a:t>
            </a:r>
          </a:p>
          <a:p>
            <a:r>
              <a:t>Customer &amp; Distribution: Add D2C and Self-service.</a:t>
            </a:r>
          </a:p>
          <a:p>
            <a:r>
              <a:t>Documents &amp; Analytics: Dynamic PDFs, real-time dashboards.</a:t>
            </a:r>
          </a:p>
        </p:txBody>
      </p:sp>
      <p:sp>
        <p:nvSpPr>
          <p:cNvPr id="3" name="Text Placeholder 2"/>
          <p:cNvSpPr>
            <a:spLocks noGrp="1"/>
          </p:cNvSpPr>
          <p:nvPr>
            <p:ph type="body" idx="12" sz="quarter"/>
          </p:nvPr>
        </p:nvSpPr>
        <p:spPr/>
        <p:txBody>
          <a:bodyPr/>
          <a:lstStyle/>
          <a:p/>
        </p:txBody>
      </p:sp>
      <p:sp>
        <p:nvSpPr>
          <p:cNvPr id="4" name="Title 3"/>
          <p:cNvSpPr>
            <a:spLocks noGrp="1"/>
          </p:cNvSpPr>
          <p:nvPr>
            <p:ph type="title"/>
          </p:nvPr>
        </p:nvSpPr>
        <p:spPr/>
        <p:txBody>
          <a:bodyPr/>
          <a:lstStyle/>
          <a:p>
            <a:r>
              <a:t>Enabling Personal Lines: Key Capability Differences</a:t>
            </a:r>
          </a:p>
        </p:txBody>
      </p:sp>
    </p:spTree>
  </p:cSld>
  <p:clrMapOvr>
    <a:masterClrMapping/>
  </p:clrMapOvr>
</p:sld>
</file>

<file path=ppt/theme/theme1.xml><?xml version="1.0" encoding="utf-8"?>
<a:theme xmlns:a="http://schemas.openxmlformats.org/drawingml/2006/main" name="2_EPAM Master 2024.1">
  <a:themeElements>
    <a:clrScheme name="EPAM 2023">
      <a:dk1>
        <a:srgbClr val="000000"/>
      </a:dk1>
      <a:lt1>
        <a:srgbClr val="FFFFFF"/>
      </a:lt1>
      <a:dk2>
        <a:srgbClr val="A0A0A0"/>
      </a:dk2>
      <a:lt2>
        <a:srgbClr val="FBFAFA"/>
      </a:lt2>
      <a:accent1>
        <a:srgbClr val="060606"/>
      </a:accent1>
      <a:accent2>
        <a:srgbClr val="418DFF"/>
      </a:accent2>
      <a:accent3>
        <a:srgbClr val="107E8D"/>
      </a:accent3>
      <a:accent4>
        <a:srgbClr val="8353D2"/>
      </a:accent4>
      <a:accent5>
        <a:srgbClr val="3055DA"/>
      </a:accent5>
      <a:accent6>
        <a:srgbClr val="009CBE"/>
      </a:accent6>
      <a:hlink>
        <a:srgbClr val="61E2BB"/>
      </a:hlink>
      <a:folHlink>
        <a:srgbClr val="03815B"/>
      </a:folHlink>
    </a:clrScheme>
    <a:fontScheme name="EPAM">
      <a:majorFont>
        <a:latin typeface="Calibri Bold"/>
        <a:ea typeface="Calibri Bold"/>
        <a:cs typeface="Arial"/>
      </a:majorFont>
      <a:minorFont>
        <a:latin typeface="Calibri"/>
        <a:ea typeface="Calibri"/>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solidFill>
          <a:schemeClr val="accent1"/>
        </a:solidFill>
        <a:ln>
          <a:noFill/>
        </a:ln>
        <a:effectLst/>
      </a:spPr>
      <a:bodyPr wrap="square" lIns="0" tIns="0" rIns="0" bIns="0" rtlCol="0" anchor="ctr"/>
      <a:lstStyle>
        <a:defPPr algn="ctr">
          <a:defRPr sz="2400" dirty="0" smtClean="0">
            <a:solidFill>
              <a:schemeClr val="bg1"/>
            </a:solidFill>
            <a:latin typeface="Calibri Light" panose="020F0302020204030204" pitchFamily="34" charset="0"/>
            <a:ea typeface="Human Sans ExtraLight" charset="0"/>
            <a:cs typeface="Human Sans ExtraLight" charset="0"/>
          </a:defRPr>
        </a:defPPr>
      </a:lstStyle>
    </a:spDef>
    <a:lnDef>
      <a:spPr>
        <a:ln w="6350">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bodyPr wrap="square" lIns="0" tIns="0" rIns="0" bIns="0">
        <a:spAutoFit/>
      </a:bodyPr>
      <a:lstStyle>
        <a:defPPr algn="l">
          <a:defRPr dirty="0" smtClean="0"/>
        </a:defPPr>
      </a:lstStyle>
    </a:txDef>
  </a:objectDefaults>
  <a:extraClrSchemeLst/>
  <a:custClrLst>
    <a:custClr name="Purple">
      <a:srgbClr val="612742"/>
    </a:custClr>
    <a:custClr name="Dark Magenta">
      <a:srgbClr val="A84370"/>
    </a:custClr>
    <a:custClr name="Magenta">
      <a:srgbClr val="FF4B9C"/>
    </a:custClr>
    <a:custClr name="Light Violet">
      <a:srgbClr val="CDBAED"/>
    </a:custClr>
    <a:custClr name="Pale Violet">
      <a:srgbClr val="D1AAC2"/>
    </a:custClr>
    <a:custClr name="Royal Blue">
      <a:srgbClr val="0040A0"/>
    </a:custClr>
    <a:custClr name="Blue">
      <a:srgbClr val="418DFF"/>
    </a:custClr>
    <a:custClr name="Light Blue">
      <a:srgbClr val="A7BAFF"/>
    </a:custClr>
    <a:custClr name="Turquoise">
      <a:srgbClr val="03C6DD"/>
    </a:custClr>
    <a:custClr name="Cyan">
      <a:srgbClr val="08F6FF"/>
    </a:custClr>
    <a:custClr name="Light Cyan">
      <a:srgbClr val="B3E1EA"/>
    </a:custClr>
    <a:custClr name="Dark Red">
      <a:srgbClr val="932C00"/>
    </a:custClr>
    <a:custClr name="Indian Red">
      <a:srgbClr val="CB3E01"/>
    </a:custClr>
    <a:custClr name="Orange">
      <a:srgbClr val="EF9E3F"/>
    </a:custClr>
    <a:custClr name="Gold">
      <a:srgbClr val="F7DB11"/>
    </a:custClr>
    <a:custClr name="Dark Olive">
      <a:srgbClr val="023A28"/>
    </a:custClr>
    <a:custClr name="Olive">
      <a:srgbClr val="5B7813"/>
    </a:custClr>
    <a:custClr name="Dark Cyan">
      <a:srgbClr val="03815B"/>
    </a:custClr>
    <a:custClr name="Green Grass">
      <a:srgbClr val="00A725"/>
    </a:custClr>
    <a:custClr name="Yellow Green">
      <a:srgbClr val="99C029"/>
    </a:custClr>
    <a:custClr name="Aquamarine">
      <a:srgbClr val="61E2BB"/>
    </a:custClr>
    <a:custClr name="Light Cyan">
      <a:srgbClr val="ABDBDD"/>
    </a:custClr>
    <a:custClr name="Turquoise">
      <a:srgbClr val="38C2D7"/>
    </a:custClr>
    <a:custClr name="Cyan">
      <a:srgbClr val="00F6FF"/>
    </a:custClr>
    <a:custClr name="Medium Blue">
      <a:srgbClr val="0F8ACF"/>
    </a:custClr>
    <a:custClr name="Yellow C">
      <a:srgbClr val="FBC00E"/>
    </a:custClr>
    <a:custClr name="Lime">
      <a:srgbClr val="D5E662"/>
    </a:custClr>
    <a:custClr name="Fun Green">
      <a:srgbClr val="00F4AB"/>
    </a:custClr>
    <a:custClr name="Spring Green">
      <a:srgbClr val="55E66F"/>
    </a:custClr>
    <a:custClr name="Yellow Green">
      <a:srgbClr val="A3C644"/>
    </a:custClr>
    <a:custClr name="Green Grass">
      <a:srgbClr val="00A705"/>
    </a:custClr>
    <a:custClr name="Sandy">
      <a:srgbClr val="F06516"/>
    </a:custClr>
    <a:custClr name="Light Violet">
      <a:srgbClr val="AE9BD8"/>
    </a:custClr>
    <a:custClr name="Blue Violet">
      <a:srgbClr val="8940FF"/>
    </a:custClr>
    <a:custClr name="Plum">
      <a:srgbClr val="675B88"/>
    </a:custClr>
    <a:custClr name="Dark Magenta">
      <a:srgbClr val="A84370"/>
    </a:custClr>
    <a:custClr name="Magenta">
      <a:srgbClr val="E613EB"/>
    </a:custClr>
  </a:custClrLst>
  <a:extLst>
    <a:ext uri="{05A4C25C-085E-4340-85A3-A5531E510DB2}">
      <thm15:themeFamily xmlns:thm15="http://schemas.microsoft.com/office/thememl/2012/main" name="EPAM_ServiceOffering" id="{189959E2-BDE2-B149-8C1E-0C5585801917}" vid="{3C4AB841-3FDF-4A44-B85F-7DBA5B25026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5D96486DD33DC245B8DB60E9D2C03877" ma:contentTypeVersion="3" ma:contentTypeDescription="Create a new document." ma:contentTypeScope="" ma:versionID="6d165264787950d317f1f878c49cb799">
  <xsd:schema xmlns:xsd="http://www.w3.org/2001/XMLSchema" xmlns:xs="http://www.w3.org/2001/XMLSchema" xmlns:p="http://schemas.microsoft.com/office/2006/metadata/properties" xmlns:ns2="bf077833-b347-4c50-8f20-af4c93a694e0" targetNamespace="http://schemas.microsoft.com/office/2006/metadata/properties" ma:root="true" ma:fieldsID="e072f5a65fce9a1b979dd476bb189272" ns2:_="">
    <xsd:import namespace="bf077833-b347-4c50-8f20-af4c93a694e0"/>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f077833-b347-4c50-8f20-af4c93a694e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5EFA62BD-2FFF-4980-B616-DEC89A3462C5}">
  <ds:schemaRefs>
    <ds:schemaRef ds:uri="bf077833-b347-4c50-8f20-af4c93a694e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322CCE72-7C79-4E02-B341-BD5ABF4A4D30}">
  <ds:schemaRefs>
    <ds:schemaRef ds:uri="http://schemas.microsoft.com/sharepoint/v3/contenttype/forms"/>
  </ds:schemaRefs>
</ds:datastoreItem>
</file>

<file path=customXml/itemProps3.xml><?xml version="1.0" encoding="utf-8"?>
<ds:datastoreItem xmlns:ds="http://schemas.openxmlformats.org/officeDocument/2006/customXml" ds:itemID="{75A99DBC-C1DB-4CA5-B7E6-74212FAD7C4F}">
  <ds:schemaRefs>
    <ds:schemaRef ds:uri="bf077833-b347-4c50-8f20-af4c93a694e0"/>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23</Slides>
  <Notes>12</Notes>
  <HiddenSlides>4</HiddenSlides>
  <ScaleCrop>false</ScaleCrop>
  <HeadingPairs>
    <vt:vector size="4" baseType="variant">
      <vt:variant>
        <vt:lpstr>Theme</vt:lpstr>
      </vt:variant>
      <vt:variant>
        <vt:i4>1</vt:i4>
      </vt:variant>
      <vt:variant>
        <vt:lpstr>Slide Titles</vt:lpstr>
      </vt:variant>
      <vt:variant>
        <vt:i4>23</vt:i4>
      </vt:variant>
    </vt:vector>
  </HeadingPairs>
  <TitlesOfParts>
    <vt:vector size="24" baseType="lpstr">
      <vt:lpstr>2_EPAM Master 2024.1</vt:lpstr>
      <vt:lpstr>RapidSure  Managed Sevices:</vt:lpstr>
      <vt:lpstr>TMNAS Objectives:</vt:lpstr>
      <vt:lpstr>Enabling Personal Lines: Assessment framework</vt:lpstr>
      <vt:lpstr>Progress Snapshot</vt:lpstr>
      <vt:lpstr>Enabling Personal Lines: Changes in Business capabilities </vt:lpstr>
      <vt:lpstr>Enabling Personal Lines: Changes in Business capabilities </vt:lpstr>
      <vt:lpstr>RapidSure Operating Model</vt:lpstr>
      <vt:lpstr>RapidSure Operating Model Analysis &amp; Recommendations</vt:lpstr>
      <vt:lpstr>RapidSure Operating Model Analysis &amp; Recommendations</vt:lpstr>
      <vt:lpstr>RapidSure Operating Model Analysis &amp; Recommendations</vt:lpstr>
      <vt:lpstr>RapidSure Operating Model Analysis &amp; Recommendations</vt:lpstr>
      <vt:lpstr>High Level Architecture (current state)</vt:lpstr>
      <vt:lpstr>Technical Assessment Summary</vt:lpstr>
      <vt:lpstr>Strategic Technical Direction to Consider…</vt:lpstr>
      <vt:lpstr>AI Adoption</vt:lpstr>
      <vt:lpstr>Prioritization of use cases based on Efficiency Gains and Effort</vt:lpstr>
      <vt:lpstr>Projected Road Map</vt:lpstr>
      <vt:lpstr>Assumptions &amp; Open Questions</vt:lpstr>
      <vt:lpstr>Next steps</vt:lpstr>
      <vt:lpstr>RapidSure Operating Model Suggested Improvements</vt:lpstr>
      <vt:lpstr>TMNAS Drivers</vt:lpstr>
      <vt:lpstr>Enabling Personal Lines: Changes in Business capabilities </vt:lpstr>
      <vt:lpstr>Progress Snapshot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revision>1</cp:revision>
  <cp:lastPrinted>2025-12-17T18:05:35Z</cp:lastPrinted>
  <dcterms:created xsi:type="dcterms:W3CDTF">2025-11-17T16:58:12Z</dcterms:created>
  <dcterms:modified xsi:type="dcterms:W3CDTF">2026-03-05T13:44:45Z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2a535040-0af2-483f-adc3-a132c21e3e2b_Enabled">
    <vt:lpwstr>true</vt:lpwstr>
  </property>
  <property fmtid="{D5CDD505-2E9C-101B-9397-08002B2CF9AE}" pid="3" name="MSIP_Label_2a535040-0af2-483f-adc3-a132c21e3e2b_SetDate">
    <vt:lpwstr>2025-12-17T15:05:59Z</vt:lpwstr>
  </property>
  <property fmtid="{D5CDD505-2E9C-101B-9397-08002B2CF9AE}" pid="4" name="MSIP_Label_2a535040-0af2-483f-adc3-a132c21e3e2b_Method">
    <vt:lpwstr>Privileged</vt:lpwstr>
  </property>
  <property fmtid="{D5CDD505-2E9C-101B-9397-08002B2CF9AE}" pid="5" name="MSIP_Label_2a535040-0af2-483f-adc3-a132c21e3e2b_Name">
    <vt:lpwstr>EPAM_Confidential</vt:lpwstr>
  </property>
  <property fmtid="{D5CDD505-2E9C-101B-9397-08002B2CF9AE}" pid="6" name="MSIP_Label_2a535040-0af2-483f-adc3-a132c21e3e2b_SiteId">
    <vt:lpwstr>b41b72d0-4e9f-4c26-8a69-f949f367c91d</vt:lpwstr>
  </property>
  <property fmtid="{D5CDD505-2E9C-101B-9397-08002B2CF9AE}" pid="7" name="MSIP_Label_2a535040-0af2-483f-adc3-a132c21e3e2b_ActionId">
    <vt:lpwstr>5c781997-71bc-43cf-a6be-5a4bd3e74058</vt:lpwstr>
  </property>
  <property fmtid="{D5CDD505-2E9C-101B-9397-08002B2CF9AE}" pid="8" name="MSIP_Label_2a535040-0af2-483f-adc3-a132c21e3e2b_ContentBits">
    <vt:lpwstr>0</vt:lpwstr>
  </property>
  <property fmtid="{D5CDD505-2E9C-101B-9397-08002B2CF9AE}" pid="9" name="MSIP_Label_2a535040-0af2-483f-adc3-a132c21e3e2b_Tag">
    <vt:lpwstr>50, 0, 1, 1</vt:lpwstr>
  </property>
  <property fmtid="{D5CDD505-2E9C-101B-9397-08002B2CF9AE}" pid="10" name="ContentTypeId">
    <vt:lpwstr>0x0101005D96486DD33DC245B8DB60E9D2C03877</vt:lpwstr>
  </property>
</Properties>
</file>